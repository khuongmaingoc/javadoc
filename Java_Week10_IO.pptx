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796" r:id="rId2"/>
  </p:sldMasterIdLst>
  <p:notesMasterIdLst>
    <p:notesMasterId r:id="rId23"/>
  </p:notesMasterIdLst>
  <p:handoutMasterIdLst>
    <p:handoutMasterId r:id="rId24"/>
  </p:handoutMasterIdLst>
  <p:sldIdLst>
    <p:sldId id="689" r:id="rId3"/>
    <p:sldId id="690" r:id="rId4"/>
    <p:sldId id="691" r:id="rId5"/>
    <p:sldId id="692" r:id="rId6"/>
    <p:sldId id="693" r:id="rId7"/>
    <p:sldId id="694" r:id="rId8"/>
    <p:sldId id="695" r:id="rId9"/>
    <p:sldId id="696" r:id="rId10"/>
    <p:sldId id="697" r:id="rId11"/>
    <p:sldId id="698" r:id="rId12"/>
    <p:sldId id="699" r:id="rId13"/>
    <p:sldId id="700" r:id="rId14"/>
    <p:sldId id="701" r:id="rId15"/>
    <p:sldId id="702" r:id="rId16"/>
    <p:sldId id="703" r:id="rId17"/>
    <p:sldId id="704" r:id="rId18"/>
    <p:sldId id="705" r:id="rId19"/>
    <p:sldId id="706" r:id="rId20"/>
    <p:sldId id="707" r:id="rId21"/>
    <p:sldId id="708" r:id="rId22"/>
  </p:sldIdLst>
  <p:sldSz cx="9906000" cy="6858000" type="A4"/>
  <p:notesSz cx="7104063" cy="10234613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5pPr>
    <a:lvl6pPr marL="22860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6pPr>
    <a:lvl7pPr marL="27432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7pPr>
    <a:lvl8pPr marL="32004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8pPr>
    <a:lvl9pPr marL="3657600" algn="l" defTabSz="914400" rtl="0" eaLnBrk="1" latinLnBrk="0" hangingPunct="1">
      <a:defRPr kumimoji="1" sz="1600" b="1" kern="1200">
        <a:solidFill>
          <a:schemeClr val="tx1"/>
        </a:solidFill>
        <a:latin typeface="HG丸ｺﾞｼｯｸM-PRO" panose="020F0600000000000000" pitchFamily="50" charset="-128"/>
        <a:ea typeface="HG丸ｺﾞｼｯｸM-PRO" panose="020F0600000000000000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pos="6239">
          <p15:clr>
            <a:srgbClr val="A4A3A4"/>
          </p15:clr>
        </p15:guide>
        <p15:guide id="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ABA46"/>
    <a:srgbClr val="0000CC"/>
    <a:srgbClr val="5B9BD5"/>
    <a:srgbClr val="FF0000"/>
    <a:srgbClr val="FF00FF"/>
    <a:srgbClr val="70AD47"/>
    <a:srgbClr val="4BC174"/>
    <a:srgbClr val="50C8A7"/>
    <a:srgbClr val="55C3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中間スタイル 1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淡色スタイル 3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淡色スタイル 3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47" autoAdjust="0"/>
  </p:normalViewPr>
  <p:slideViewPr>
    <p:cSldViewPr>
      <p:cViewPr varScale="1">
        <p:scale>
          <a:sx n="106" d="100"/>
          <a:sy n="106" d="100"/>
        </p:scale>
        <p:origin x="1548" y="120"/>
      </p:cViewPr>
      <p:guideLst>
        <p:guide orient="horz"/>
        <p:guide pos="6239"/>
        <p:guide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i khuong" userId="feee27dad9e61925" providerId="LiveId" clId="{1B63C788-F15F-42FD-A359-CDF41AD683A9}"/>
    <pc:docChg chg="undo custSel addSld delSld modSld">
      <pc:chgData name="mai khuong" userId="feee27dad9e61925" providerId="LiveId" clId="{1B63C788-F15F-42FD-A359-CDF41AD683A9}" dt="2026-09-13T10:50:28.214" v="651" actId="3626"/>
      <pc:docMkLst>
        <pc:docMk/>
      </pc:docMkLst>
      <pc:sldChg chg="modSp">
        <pc:chgData name="mai khuong" userId="feee27dad9e61925" providerId="LiveId" clId="{1B63C788-F15F-42FD-A359-CDF41AD683A9}" dt="2026-09-13T10:16:03.674" v="3"/>
        <pc:sldMkLst>
          <pc:docMk/>
          <pc:sldMk cId="4232930616" sldId="689"/>
        </pc:sldMkLst>
        <pc:spChg chg="mod">
          <ac:chgData name="mai khuong" userId="feee27dad9e61925" providerId="LiveId" clId="{1B63C788-F15F-42FD-A359-CDF41AD683A9}" dt="2026-09-13T10:16:03.674" v="3"/>
          <ac:spMkLst>
            <pc:docMk/>
            <pc:sldMk cId="4232930616" sldId="689"/>
            <ac:spMk id="2" creationId="{11BC61E3-7210-D801-C73E-18DF39FE6C40}"/>
          </ac:spMkLst>
        </pc:spChg>
      </pc:sldChg>
      <pc:sldChg chg="modSp new mod">
        <pc:chgData name="mai khuong" userId="feee27dad9e61925" providerId="LiveId" clId="{1B63C788-F15F-42FD-A359-CDF41AD683A9}" dt="2026-09-13T10:16:26.966" v="5"/>
        <pc:sldMkLst>
          <pc:docMk/>
          <pc:sldMk cId="4197565453" sldId="690"/>
        </pc:sldMkLst>
        <pc:spChg chg="mod">
          <ac:chgData name="mai khuong" userId="feee27dad9e61925" providerId="LiveId" clId="{1B63C788-F15F-42FD-A359-CDF41AD683A9}" dt="2026-09-13T10:16:18.332" v="4"/>
          <ac:spMkLst>
            <pc:docMk/>
            <pc:sldMk cId="4197565453" sldId="690"/>
            <ac:spMk id="2" creationId="{D407044A-DEB5-1839-3F4D-7227AE2ACAB0}"/>
          </ac:spMkLst>
        </pc:spChg>
        <pc:spChg chg="mod">
          <ac:chgData name="mai khuong" userId="feee27dad9e61925" providerId="LiveId" clId="{1B63C788-F15F-42FD-A359-CDF41AD683A9}" dt="2026-09-13T10:16:26.966" v="5"/>
          <ac:spMkLst>
            <pc:docMk/>
            <pc:sldMk cId="4197565453" sldId="690"/>
            <ac:spMk id="3" creationId="{6C2DA4E2-85E3-E190-956D-B1E50B4275AA}"/>
          </ac:spMkLst>
        </pc:spChg>
      </pc:sldChg>
      <pc:sldChg chg="addSp delSp modSp new mod chgLayout">
        <pc:chgData name="mai khuong" userId="feee27dad9e61925" providerId="LiveId" clId="{1B63C788-F15F-42FD-A359-CDF41AD683A9}" dt="2026-09-13T10:49:32.894" v="650" actId="12385"/>
        <pc:sldMkLst>
          <pc:docMk/>
          <pc:sldMk cId="1708061196" sldId="691"/>
        </pc:sldMkLst>
        <pc:spChg chg="mod ord">
          <ac:chgData name="mai khuong" userId="feee27dad9e61925" providerId="LiveId" clId="{1B63C788-F15F-42FD-A359-CDF41AD683A9}" dt="2026-09-13T10:18:58.991" v="39" actId="700"/>
          <ac:spMkLst>
            <pc:docMk/>
            <pc:sldMk cId="1708061196" sldId="691"/>
            <ac:spMk id="2" creationId="{6DACA32F-9687-B6F8-2600-DB1B3220E6AA}"/>
          </ac:spMkLst>
        </pc:spChg>
        <pc:spChg chg="del mod">
          <ac:chgData name="mai khuong" userId="feee27dad9e61925" providerId="LiveId" clId="{1B63C788-F15F-42FD-A359-CDF41AD683A9}" dt="2026-09-13T10:17:02.009" v="13"/>
          <ac:spMkLst>
            <pc:docMk/>
            <pc:sldMk cId="1708061196" sldId="691"/>
            <ac:spMk id="3" creationId="{A32CBE61-DEAF-255C-9AE0-F815881152F0}"/>
          </ac:spMkLst>
        </pc:spChg>
        <pc:spChg chg="mod ord">
          <ac:chgData name="mai khuong" userId="feee27dad9e61925" providerId="LiveId" clId="{1B63C788-F15F-42FD-A359-CDF41AD683A9}" dt="2026-09-13T10:18:58.991" v="39" actId="700"/>
          <ac:spMkLst>
            <pc:docMk/>
            <pc:sldMk cId="1708061196" sldId="691"/>
            <ac:spMk id="4" creationId="{EF656DAA-7E7B-B7CE-BBE5-986ED6113FC6}"/>
          </ac:spMkLst>
        </pc:spChg>
        <pc:spChg chg="add mod">
          <ac:chgData name="mai khuong" userId="feee27dad9e61925" providerId="LiveId" clId="{1B63C788-F15F-42FD-A359-CDF41AD683A9}" dt="2026-09-13T10:19:18.307" v="47" actId="20577"/>
          <ac:spMkLst>
            <pc:docMk/>
            <pc:sldMk cId="1708061196" sldId="691"/>
            <ac:spMk id="7" creationId="{7E3F06DE-EC4E-0CDB-A012-1F769DEE3899}"/>
          </ac:spMkLst>
        </pc:spChg>
        <pc:graphicFrameChg chg="add mod ord modGraphic">
          <ac:chgData name="mai khuong" userId="feee27dad9e61925" providerId="LiveId" clId="{1B63C788-F15F-42FD-A359-CDF41AD683A9}" dt="2026-09-13T10:49:32.894" v="650" actId="12385"/>
          <ac:graphicFrameMkLst>
            <pc:docMk/>
            <pc:sldMk cId="1708061196" sldId="691"/>
            <ac:graphicFrameMk id="5" creationId="{6D7E5BF9-C84F-7960-A4E5-A3160D41FC72}"/>
          </ac:graphicFrameMkLst>
        </pc:graphicFrameChg>
      </pc:sldChg>
      <pc:sldChg chg="addSp delSp modSp new mod">
        <pc:chgData name="mai khuong" userId="feee27dad9e61925" providerId="LiveId" clId="{1B63C788-F15F-42FD-A359-CDF41AD683A9}" dt="2026-09-13T10:49:25.165" v="649" actId="12385"/>
        <pc:sldMkLst>
          <pc:docMk/>
          <pc:sldMk cId="2231253134" sldId="692"/>
        </pc:sldMkLst>
        <pc:spChg chg="mod">
          <ac:chgData name="mai khuong" userId="feee27dad9e61925" providerId="LiveId" clId="{1B63C788-F15F-42FD-A359-CDF41AD683A9}" dt="2026-09-13T10:19:36.037" v="49" actId="27636"/>
          <ac:spMkLst>
            <pc:docMk/>
            <pc:sldMk cId="2231253134" sldId="692"/>
            <ac:spMk id="2" creationId="{922DF1FA-7298-E028-85D0-A2684ADDEDDB}"/>
          </ac:spMkLst>
        </pc:spChg>
        <pc:spChg chg="del">
          <ac:chgData name="mai khuong" userId="feee27dad9e61925" providerId="LiveId" clId="{1B63C788-F15F-42FD-A359-CDF41AD683A9}" dt="2026-09-13T10:19:40.669" v="50"/>
          <ac:spMkLst>
            <pc:docMk/>
            <pc:sldMk cId="2231253134" sldId="692"/>
            <ac:spMk id="3" creationId="{C62585A0-1949-A33E-45D9-934F45587D53}"/>
          </ac:spMkLst>
        </pc:spChg>
        <pc:graphicFrameChg chg="add mod modGraphic">
          <ac:chgData name="mai khuong" userId="feee27dad9e61925" providerId="LiveId" clId="{1B63C788-F15F-42FD-A359-CDF41AD683A9}" dt="2026-09-13T10:49:25.165" v="649" actId="12385"/>
          <ac:graphicFrameMkLst>
            <pc:docMk/>
            <pc:sldMk cId="2231253134" sldId="692"/>
            <ac:graphicFrameMk id="5" creationId="{40B346D7-E3DD-88E0-A7A7-7CC9A7BB4F18}"/>
          </ac:graphicFrameMkLst>
        </pc:graphicFrameChg>
      </pc:sldChg>
      <pc:sldChg chg="modSp new mod">
        <pc:chgData name="mai khuong" userId="feee27dad9e61925" providerId="LiveId" clId="{1B63C788-F15F-42FD-A359-CDF41AD683A9}" dt="2026-09-13T10:22:50.337" v="134" actId="20577"/>
        <pc:sldMkLst>
          <pc:docMk/>
          <pc:sldMk cId="2807048435" sldId="693"/>
        </pc:sldMkLst>
        <pc:spChg chg="mod">
          <ac:chgData name="mai khuong" userId="feee27dad9e61925" providerId="LiveId" clId="{1B63C788-F15F-42FD-A359-CDF41AD683A9}" dt="2026-09-13T10:22:50.337" v="134" actId="20577"/>
          <ac:spMkLst>
            <pc:docMk/>
            <pc:sldMk cId="2807048435" sldId="693"/>
            <ac:spMk id="2" creationId="{85EF5C5C-ED46-800E-A2E1-98EB3D832FFD}"/>
          </ac:spMkLst>
        </pc:spChg>
        <pc:spChg chg="mod">
          <ac:chgData name="mai khuong" userId="feee27dad9e61925" providerId="LiveId" clId="{1B63C788-F15F-42FD-A359-CDF41AD683A9}" dt="2026-09-13T10:21:39.569" v="83" actId="114"/>
          <ac:spMkLst>
            <pc:docMk/>
            <pc:sldMk cId="2807048435" sldId="693"/>
            <ac:spMk id="3" creationId="{17C7A4A3-F25C-C8D8-47DD-51976F5DF730}"/>
          </ac:spMkLst>
        </pc:spChg>
      </pc:sldChg>
      <pc:sldChg chg="modSp new mod">
        <pc:chgData name="mai khuong" userId="feee27dad9e61925" providerId="LiveId" clId="{1B63C788-F15F-42FD-A359-CDF41AD683A9}" dt="2026-09-13T10:24:14.989" v="184" actId="6549"/>
        <pc:sldMkLst>
          <pc:docMk/>
          <pc:sldMk cId="180771254" sldId="694"/>
        </pc:sldMkLst>
        <pc:spChg chg="mod">
          <ac:chgData name="mai khuong" userId="feee27dad9e61925" providerId="LiveId" clId="{1B63C788-F15F-42FD-A359-CDF41AD683A9}" dt="2026-09-13T10:22:45.234" v="132" actId="20577"/>
          <ac:spMkLst>
            <pc:docMk/>
            <pc:sldMk cId="180771254" sldId="694"/>
            <ac:spMk id="2" creationId="{BE6F6461-9678-F3FE-F2BB-5E9365007630}"/>
          </ac:spMkLst>
        </pc:spChg>
        <pc:spChg chg="mod">
          <ac:chgData name="mai khuong" userId="feee27dad9e61925" providerId="LiveId" clId="{1B63C788-F15F-42FD-A359-CDF41AD683A9}" dt="2026-09-13T10:24:14.989" v="184" actId="6549"/>
          <ac:spMkLst>
            <pc:docMk/>
            <pc:sldMk cId="180771254" sldId="694"/>
            <ac:spMk id="3" creationId="{2C9447BF-D5E9-BB67-F7CE-F9EE87C61C6D}"/>
          </ac:spMkLst>
        </pc:spChg>
      </pc:sldChg>
      <pc:sldChg chg="modSp new mod">
        <pc:chgData name="mai khuong" userId="feee27dad9e61925" providerId="LiveId" clId="{1B63C788-F15F-42FD-A359-CDF41AD683A9}" dt="2026-09-13T10:24:54.554" v="220" actId="114"/>
        <pc:sldMkLst>
          <pc:docMk/>
          <pc:sldMk cId="3964262670" sldId="695"/>
        </pc:sldMkLst>
        <pc:spChg chg="mod">
          <ac:chgData name="mai khuong" userId="feee27dad9e61925" providerId="LiveId" clId="{1B63C788-F15F-42FD-A359-CDF41AD683A9}" dt="2026-09-13T10:24:25.269" v="187" actId="27636"/>
          <ac:spMkLst>
            <pc:docMk/>
            <pc:sldMk cId="3964262670" sldId="695"/>
            <ac:spMk id="2" creationId="{472421F4-20FA-B76C-55F5-1430C7FCCE87}"/>
          </ac:spMkLst>
        </pc:spChg>
        <pc:spChg chg="mod">
          <ac:chgData name="mai khuong" userId="feee27dad9e61925" providerId="LiveId" clId="{1B63C788-F15F-42FD-A359-CDF41AD683A9}" dt="2026-09-13T10:24:54.554" v="220" actId="114"/>
          <ac:spMkLst>
            <pc:docMk/>
            <pc:sldMk cId="3964262670" sldId="695"/>
            <ac:spMk id="3" creationId="{46331441-EA79-E52A-4D17-D425A29D83F4}"/>
          </ac:spMkLst>
        </pc:spChg>
      </pc:sldChg>
      <pc:sldChg chg="modSp new mod">
        <pc:chgData name="mai khuong" userId="feee27dad9e61925" providerId="LiveId" clId="{1B63C788-F15F-42FD-A359-CDF41AD683A9}" dt="2026-09-13T10:25:33.143" v="238" actId="20577"/>
        <pc:sldMkLst>
          <pc:docMk/>
          <pc:sldMk cId="1418774493" sldId="696"/>
        </pc:sldMkLst>
        <pc:spChg chg="mod">
          <ac:chgData name="mai khuong" userId="feee27dad9e61925" providerId="LiveId" clId="{1B63C788-F15F-42FD-A359-CDF41AD683A9}" dt="2026-09-13T10:25:06.469" v="223" actId="27636"/>
          <ac:spMkLst>
            <pc:docMk/>
            <pc:sldMk cId="1418774493" sldId="696"/>
            <ac:spMk id="2" creationId="{737C87BB-8068-C3D9-34BA-AF48EEC87D2D}"/>
          </ac:spMkLst>
        </pc:spChg>
        <pc:spChg chg="mod">
          <ac:chgData name="mai khuong" userId="feee27dad9e61925" providerId="LiveId" clId="{1B63C788-F15F-42FD-A359-CDF41AD683A9}" dt="2026-09-13T10:25:33.143" v="238" actId="20577"/>
          <ac:spMkLst>
            <pc:docMk/>
            <pc:sldMk cId="1418774493" sldId="696"/>
            <ac:spMk id="3" creationId="{A9968043-1D0E-22D8-EAE5-DDDE1E05C397}"/>
          </ac:spMkLst>
        </pc:spChg>
      </pc:sldChg>
      <pc:sldChg chg="modSp new mod">
        <pc:chgData name="mai khuong" userId="feee27dad9e61925" providerId="LiveId" clId="{1B63C788-F15F-42FD-A359-CDF41AD683A9}" dt="2026-09-13T10:26:53.191" v="303" actId="114"/>
        <pc:sldMkLst>
          <pc:docMk/>
          <pc:sldMk cId="2550954612" sldId="697"/>
        </pc:sldMkLst>
        <pc:spChg chg="mod">
          <ac:chgData name="mai khuong" userId="feee27dad9e61925" providerId="LiveId" clId="{1B63C788-F15F-42FD-A359-CDF41AD683A9}" dt="2026-09-13T10:25:47.283" v="242" actId="20577"/>
          <ac:spMkLst>
            <pc:docMk/>
            <pc:sldMk cId="2550954612" sldId="697"/>
            <ac:spMk id="2" creationId="{C9D19804-B691-4B30-00CE-C1EB5107D6CB}"/>
          </ac:spMkLst>
        </pc:spChg>
        <pc:spChg chg="mod">
          <ac:chgData name="mai khuong" userId="feee27dad9e61925" providerId="LiveId" clId="{1B63C788-F15F-42FD-A359-CDF41AD683A9}" dt="2026-09-13T10:26:53.191" v="303" actId="114"/>
          <ac:spMkLst>
            <pc:docMk/>
            <pc:sldMk cId="2550954612" sldId="697"/>
            <ac:spMk id="3" creationId="{F365BBB4-56EB-11A5-B9F0-875519AC12C8}"/>
          </ac:spMkLst>
        </pc:spChg>
      </pc:sldChg>
      <pc:sldChg chg="modSp new mod">
        <pc:chgData name="mai khuong" userId="feee27dad9e61925" providerId="LiveId" clId="{1B63C788-F15F-42FD-A359-CDF41AD683A9}" dt="2026-09-13T10:27:28.536" v="313" actId="114"/>
        <pc:sldMkLst>
          <pc:docMk/>
          <pc:sldMk cId="2892199899" sldId="698"/>
        </pc:sldMkLst>
        <pc:spChg chg="mod">
          <ac:chgData name="mai khuong" userId="feee27dad9e61925" providerId="LiveId" clId="{1B63C788-F15F-42FD-A359-CDF41AD683A9}" dt="2026-09-13T10:27:08.003" v="307" actId="20577"/>
          <ac:spMkLst>
            <pc:docMk/>
            <pc:sldMk cId="2892199899" sldId="698"/>
            <ac:spMk id="2" creationId="{8DB6B12F-D58D-9EB0-B5F5-751D3BDAE886}"/>
          </ac:spMkLst>
        </pc:spChg>
        <pc:spChg chg="mod">
          <ac:chgData name="mai khuong" userId="feee27dad9e61925" providerId="LiveId" clId="{1B63C788-F15F-42FD-A359-CDF41AD683A9}" dt="2026-09-13T10:27:28.536" v="313" actId="114"/>
          <ac:spMkLst>
            <pc:docMk/>
            <pc:sldMk cId="2892199899" sldId="698"/>
            <ac:spMk id="3" creationId="{06E6D234-0584-E44B-7BE8-FE92DBA4141C}"/>
          </ac:spMkLst>
        </pc:spChg>
      </pc:sldChg>
      <pc:sldChg chg="modSp new mod">
        <pc:chgData name="mai khuong" userId="feee27dad9e61925" providerId="LiveId" clId="{1B63C788-F15F-42FD-A359-CDF41AD683A9}" dt="2026-09-13T10:28:42.065" v="328" actId="20577"/>
        <pc:sldMkLst>
          <pc:docMk/>
          <pc:sldMk cId="2495059508" sldId="699"/>
        </pc:sldMkLst>
        <pc:spChg chg="mod">
          <ac:chgData name="mai khuong" userId="feee27dad9e61925" providerId="LiveId" clId="{1B63C788-F15F-42FD-A359-CDF41AD683A9}" dt="2026-09-13T10:28:16.321" v="316" actId="27636"/>
          <ac:spMkLst>
            <pc:docMk/>
            <pc:sldMk cId="2495059508" sldId="699"/>
            <ac:spMk id="2" creationId="{2D9FB501-CC01-4C9D-0D56-3FB80DD33B21}"/>
          </ac:spMkLst>
        </pc:spChg>
        <pc:spChg chg="mod">
          <ac:chgData name="mai khuong" userId="feee27dad9e61925" providerId="LiveId" clId="{1B63C788-F15F-42FD-A359-CDF41AD683A9}" dt="2026-09-13T10:28:42.065" v="328" actId="20577"/>
          <ac:spMkLst>
            <pc:docMk/>
            <pc:sldMk cId="2495059508" sldId="699"/>
            <ac:spMk id="3" creationId="{86FADE53-2283-98EB-31E2-AA8E830BE614}"/>
          </ac:spMkLst>
        </pc:spChg>
      </pc:sldChg>
      <pc:sldChg chg="modSp new mod">
        <pc:chgData name="mai khuong" userId="feee27dad9e61925" providerId="LiveId" clId="{1B63C788-F15F-42FD-A359-CDF41AD683A9}" dt="2026-09-13T10:30:00.853" v="368" actId="20577"/>
        <pc:sldMkLst>
          <pc:docMk/>
          <pc:sldMk cId="2030788371" sldId="700"/>
        </pc:sldMkLst>
        <pc:spChg chg="mod">
          <ac:chgData name="mai khuong" userId="feee27dad9e61925" providerId="LiveId" clId="{1B63C788-F15F-42FD-A359-CDF41AD683A9}" dt="2026-09-13T10:29:02.775" v="333"/>
          <ac:spMkLst>
            <pc:docMk/>
            <pc:sldMk cId="2030788371" sldId="700"/>
            <ac:spMk id="2" creationId="{6ABC0AC1-13F8-8AD7-8AB9-205C3AE96E36}"/>
          </ac:spMkLst>
        </pc:spChg>
        <pc:spChg chg="mod">
          <ac:chgData name="mai khuong" userId="feee27dad9e61925" providerId="LiveId" clId="{1B63C788-F15F-42FD-A359-CDF41AD683A9}" dt="2026-09-13T10:30:00.853" v="368" actId="20577"/>
          <ac:spMkLst>
            <pc:docMk/>
            <pc:sldMk cId="2030788371" sldId="700"/>
            <ac:spMk id="3" creationId="{8DD41FD9-6F7F-5C26-BEF0-8029EDEC7687}"/>
          </ac:spMkLst>
        </pc:spChg>
      </pc:sldChg>
      <pc:sldChg chg="modSp new mod">
        <pc:chgData name="mai khuong" userId="feee27dad9e61925" providerId="LiveId" clId="{1B63C788-F15F-42FD-A359-CDF41AD683A9}" dt="2026-09-13T10:30:49.688" v="402" actId="20577"/>
        <pc:sldMkLst>
          <pc:docMk/>
          <pc:sldMk cId="1438755071" sldId="701"/>
        </pc:sldMkLst>
        <pc:spChg chg="mod">
          <ac:chgData name="mai khuong" userId="feee27dad9e61925" providerId="LiveId" clId="{1B63C788-F15F-42FD-A359-CDF41AD683A9}" dt="2026-09-13T10:30:12.805" v="371" actId="27636"/>
          <ac:spMkLst>
            <pc:docMk/>
            <pc:sldMk cId="1438755071" sldId="701"/>
            <ac:spMk id="2" creationId="{8B19831D-A16F-6B0F-9772-DE3A9F269C27}"/>
          </ac:spMkLst>
        </pc:spChg>
        <pc:spChg chg="mod">
          <ac:chgData name="mai khuong" userId="feee27dad9e61925" providerId="LiveId" clId="{1B63C788-F15F-42FD-A359-CDF41AD683A9}" dt="2026-09-13T10:30:49.688" v="402" actId="20577"/>
          <ac:spMkLst>
            <pc:docMk/>
            <pc:sldMk cId="1438755071" sldId="701"/>
            <ac:spMk id="3" creationId="{DF4F8D1E-0316-6B0F-E736-AB32FEA63FB1}"/>
          </ac:spMkLst>
        </pc:spChg>
      </pc:sldChg>
      <pc:sldChg chg="modSp new mod">
        <pc:chgData name="mai khuong" userId="feee27dad9e61925" providerId="LiveId" clId="{1B63C788-F15F-42FD-A359-CDF41AD683A9}" dt="2026-09-13T10:32:41.356" v="495" actId="114"/>
        <pc:sldMkLst>
          <pc:docMk/>
          <pc:sldMk cId="1896344924" sldId="702"/>
        </pc:sldMkLst>
        <pc:spChg chg="mod">
          <ac:chgData name="mai khuong" userId="feee27dad9e61925" providerId="LiveId" clId="{1B63C788-F15F-42FD-A359-CDF41AD683A9}" dt="2026-09-13T10:31:09.035" v="407"/>
          <ac:spMkLst>
            <pc:docMk/>
            <pc:sldMk cId="1896344924" sldId="702"/>
            <ac:spMk id="2" creationId="{316DF9E4-28A1-5F1B-7467-95BCA836B782}"/>
          </ac:spMkLst>
        </pc:spChg>
        <pc:spChg chg="mod">
          <ac:chgData name="mai khuong" userId="feee27dad9e61925" providerId="LiveId" clId="{1B63C788-F15F-42FD-A359-CDF41AD683A9}" dt="2026-09-13T10:32:41.356" v="495" actId="114"/>
          <ac:spMkLst>
            <pc:docMk/>
            <pc:sldMk cId="1896344924" sldId="702"/>
            <ac:spMk id="3" creationId="{48417C57-D957-D2B1-AF03-62B97DED3991}"/>
          </ac:spMkLst>
        </pc:spChg>
      </pc:sldChg>
      <pc:sldChg chg="modSp new mod">
        <pc:chgData name="mai khuong" userId="feee27dad9e61925" providerId="LiveId" clId="{1B63C788-F15F-42FD-A359-CDF41AD683A9}" dt="2026-09-13T10:50:28.214" v="651" actId="3626"/>
        <pc:sldMkLst>
          <pc:docMk/>
          <pc:sldMk cId="576453228" sldId="703"/>
        </pc:sldMkLst>
        <pc:spChg chg="mod">
          <ac:chgData name="mai khuong" userId="feee27dad9e61925" providerId="LiveId" clId="{1B63C788-F15F-42FD-A359-CDF41AD683A9}" dt="2026-09-13T10:33:02.994" v="500" actId="6549"/>
          <ac:spMkLst>
            <pc:docMk/>
            <pc:sldMk cId="576453228" sldId="703"/>
            <ac:spMk id="2" creationId="{ED7C8B20-FF40-1FF2-75F8-770BE9E9888F}"/>
          </ac:spMkLst>
        </pc:spChg>
        <pc:spChg chg="mod">
          <ac:chgData name="mai khuong" userId="feee27dad9e61925" providerId="LiveId" clId="{1B63C788-F15F-42FD-A359-CDF41AD683A9}" dt="2026-09-13T10:50:28.214" v="651" actId="3626"/>
          <ac:spMkLst>
            <pc:docMk/>
            <pc:sldMk cId="576453228" sldId="703"/>
            <ac:spMk id="3" creationId="{43C848B8-0D43-D3F8-782F-B89D0AC384CF}"/>
          </ac:spMkLst>
        </pc:spChg>
      </pc:sldChg>
      <pc:sldChg chg="modSp new mod">
        <pc:chgData name="mai khuong" userId="feee27dad9e61925" providerId="LiveId" clId="{1B63C788-F15F-42FD-A359-CDF41AD683A9}" dt="2026-09-13T10:35:18.665" v="528" actId="114"/>
        <pc:sldMkLst>
          <pc:docMk/>
          <pc:sldMk cId="1577145295" sldId="704"/>
        </pc:sldMkLst>
        <pc:spChg chg="mod">
          <ac:chgData name="mai khuong" userId="feee27dad9e61925" providerId="LiveId" clId="{1B63C788-F15F-42FD-A359-CDF41AD683A9}" dt="2026-09-13T10:35:08.340" v="522"/>
          <ac:spMkLst>
            <pc:docMk/>
            <pc:sldMk cId="1577145295" sldId="704"/>
            <ac:spMk id="2" creationId="{BD9242EE-BCCF-2696-3872-A9CDF5288FCA}"/>
          </ac:spMkLst>
        </pc:spChg>
        <pc:spChg chg="mod">
          <ac:chgData name="mai khuong" userId="feee27dad9e61925" providerId="LiveId" clId="{1B63C788-F15F-42FD-A359-CDF41AD683A9}" dt="2026-09-13T10:35:18.665" v="528" actId="114"/>
          <ac:spMkLst>
            <pc:docMk/>
            <pc:sldMk cId="1577145295" sldId="704"/>
            <ac:spMk id="3" creationId="{FE6C7BF0-716C-36E4-2074-FAFE298CCA9D}"/>
          </ac:spMkLst>
        </pc:spChg>
      </pc:sldChg>
      <pc:sldChg chg="modSp new mod">
        <pc:chgData name="mai khuong" userId="feee27dad9e61925" providerId="LiveId" clId="{1B63C788-F15F-42FD-A359-CDF41AD683A9}" dt="2026-09-13T10:36:30.741" v="565" actId="6549"/>
        <pc:sldMkLst>
          <pc:docMk/>
          <pc:sldMk cId="2060149887" sldId="705"/>
        </pc:sldMkLst>
        <pc:spChg chg="mod">
          <ac:chgData name="mai khuong" userId="feee27dad9e61925" providerId="LiveId" clId="{1B63C788-F15F-42FD-A359-CDF41AD683A9}" dt="2026-09-13T10:35:40.900" v="531" actId="27636"/>
          <ac:spMkLst>
            <pc:docMk/>
            <pc:sldMk cId="2060149887" sldId="705"/>
            <ac:spMk id="2" creationId="{17A3E1B5-C60E-08F8-2270-32306EDD60E6}"/>
          </ac:spMkLst>
        </pc:spChg>
        <pc:spChg chg="mod">
          <ac:chgData name="mai khuong" userId="feee27dad9e61925" providerId="LiveId" clId="{1B63C788-F15F-42FD-A359-CDF41AD683A9}" dt="2026-09-13T10:36:30.741" v="565" actId="6549"/>
          <ac:spMkLst>
            <pc:docMk/>
            <pc:sldMk cId="2060149887" sldId="705"/>
            <ac:spMk id="3" creationId="{60752877-E07B-7367-B61A-BA51E725F991}"/>
          </ac:spMkLst>
        </pc:spChg>
      </pc:sldChg>
      <pc:sldChg chg="modSp new mod">
        <pc:chgData name="mai khuong" userId="feee27dad9e61925" providerId="LiveId" clId="{1B63C788-F15F-42FD-A359-CDF41AD683A9}" dt="2026-09-13T10:49:02.392" v="647" actId="20577"/>
        <pc:sldMkLst>
          <pc:docMk/>
          <pc:sldMk cId="2473371066" sldId="706"/>
        </pc:sldMkLst>
        <pc:spChg chg="mod">
          <ac:chgData name="mai khuong" userId="feee27dad9e61925" providerId="LiveId" clId="{1B63C788-F15F-42FD-A359-CDF41AD683A9}" dt="2026-09-13T10:36:46.197" v="569" actId="20577"/>
          <ac:spMkLst>
            <pc:docMk/>
            <pc:sldMk cId="2473371066" sldId="706"/>
            <ac:spMk id="2" creationId="{AC041AD4-BF10-69FE-E191-57D294EC04CF}"/>
          </ac:spMkLst>
        </pc:spChg>
        <pc:spChg chg="mod">
          <ac:chgData name="mai khuong" userId="feee27dad9e61925" providerId="LiveId" clId="{1B63C788-F15F-42FD-A359-CDF41AD683A9}" dt="2026-09-13T10:49:02.392" v="647" actId="20577"/>
          <ac:spMkLst>
            <pc:docMk/>
            <pc:sldMk cId="2473371066" sldId="706"/>
            <ac:spMk id="3" creationId="{8F0E6AAB-0AAF-D475-DB13-D91CB6E42809}"/>
          </ac:spMkLst>
        </pc:spChg>
      </pc:sldChg>
      <pc:sldChg chg="modSp new mod">
        <pc:chgData name="mai khuong" userId="feee27dad9e61925" providerId="LiveId" clId="{1B63C788-F15F-42FD-A359-CDF41AD683A9}" dt="2026-09-13T10:39:51.652" v="628" actId="15"/>
        <pc:sldMkLst>
          <pc:docMk/>
          <pc:sldMk cId="116050296" sldId="707"/>
        </pc:sldMkLst>
        <pc:spChg chg="mod">
          <ac:chgData name="mai khuong" userId="feee27dad9e61925" providerId="LiveId" clId="{1B63C788-F15F-42FD-A359-CDF41AD683A9}" dt="2026-09-13T10:38:40.054" v="587" actId="27636"/>
          <ac:spMkLst>
            <pc:docMk/>
            <pc:sldMk cId="116050296" sldId="707"/>
            <ac:spMk id="2" creationId="{FC3666AD-7C94-1086-2BB6-96834573FCBF}"/>
          </ac:spMkLst>
        </pc:spChg>
        <pc:spChg chg="mod">
          <ac:chgData name="mai khuong" userId="feee27dad9e61925" providerId="LiveId" clId="{1B63C788-F15F-42FD-A359-CDF41AD683A9}" dt="2026-09-13T10:39:51.652" v="628" actId="15"/>
          <ac:spMkLst>
            <pc:docMk/>
            <pc:sldMk cId="116050296" sldId="707"/>
            <ac:spMk id="3" creationId="{98F5252B-B6B2-D3E7-F620-8AFDF2DB8FB1}"/>
          </ac:spMkLst>
        </pc:spChg>
      </pc:sldChg>
      <pc:sldChg chg="modSp new mod">
        <pc:chgData name="mai khuong" userId="feee27dad9e61925" providerId="LiveId" clId="{1B63C788-F15F-42FD-A359-CDF41AD683A9}" dt="2026-09-13T10:40:47.993" v="640" actId="12"/>
        <pc:sldMkLst>
          <pc:docMk/>
          <pc:sldMk cId="3836614817" sldId="708"/>
        </pc:sldMkLst>
        <pc:spChg chg="mod">
          <ac:chgData name="mai khuong" userId="feee27dad9e61925" providerId="LiveId" clId="{1B63C788-F15F-42FD-A359-CDF41AD683A9}" dt="2026-09-13T10:40:06.248" v="632" actId="20577"/>
          <ac:spMkLst>
            <pc:docMk/>
            <pc:sldMk cId="3836614817" sldId="708"/>
            <ac:spMk id="2" creationId="{3E87589D-2ED8-76AC-B74C-6D49BCC37D5B}"/>
          </ac:spMkLst>
        </pc:spChg>
        <pc:spChg chg="mod">
          <ac:chgData name="mai khuong" userId="feee27dad9e61925" providerId="LiveId" clId="{1B63C788-F15F-42FD-A359-CDF41AD683A9}" dt="2026-09-13T10:40:47.993" v="640" actId="12"/>
          <ac:spMkLst>
            <pc:docMk/>
            <pc:sldMk cId="3836614817" sldId="708"/>
            <ac:spMk id="3" creationId="{B5021332-8661-6B95-DA3C-F74BB94DB470}"/>
          </ac:spMkLst>
        </pc:spChg>
      </pc:sldChg>
      <pc:sldChg chg="new del">
        <pc:chgData name="mai khuong" userId="feee27dad9e61925" providerId="LiveId" clId="{1B63C788-F15F-42FD-A359-CDF41AD683A9}" dt="2026-09-13T10:41:24.267" v="642" actId="47"/>
        <pc:sldMkLst>
          <pc:docMk/>
          <pc:sldMk cId="378593878" sldId="70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DB899A6-A9CA-4711-9723-BA912D00FE9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1651D3A0-D571-4358-8785-1088F76D9B2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618" y="4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r" defTabSz="987824" eaLnBrk="1" hangingPunct="1">
              <a:spcBef>
                <a:spcPct val="0"/>
              </a:spcBef>
              <a:defRPr sz="1300" b="0">
                <a:effectLst/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19D7232F-6855-4919-8F75-B7A75D70C85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3842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4427D1B6-1508-4EFB-B526-79F7F58444C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618" y="9723842"/>
            <a:ext cx="3079448" cy="51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r" defTabSz="987824" eaLnBrk="1" hangingPunct="1">
              <a:defRPr sz="1300" b="0"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ABF23BBB-24A2-4FB1-97AA-82B17F20F696}" type="slidenum">
              <a:rPr lang="en-US" altLang="ja-JP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166555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31E1D87D-A0A0-44F6-BD18-1DA14110C53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5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anose="02020603050405020304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38D8AEA5-A4A6-41CD-B14C-F3CD4220D02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05324" y="5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>
            <a:lvl1pPr algn="r" defTabSz="987824" eaLnBrk="1" hangingPunct="1">
              <a:spcBef>
                <a:spcPct val="0"/>
              </a:spcBef>
              <a:defRPr sz="1300" b="0">
                <a:effectLst/>
                <a:latin typeface="Times New Roman" panose="02020603050405020304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747BF16E-6815-4F62-A34F-5B22F844803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09625" y="811213"/>
            <a:ext cx="5516563" cy="38211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25" name="Rectangle 5">
            <a:extLst>
              <a:ext uri="{FF2B5EF4-FFF2-40B4-BE49-F238E27FC236}">
                <a16:creationId xmlns:a16="http://schemas.microsoft.com/office/drawing/2014/main" id="{009AFE73-A821-4ADE-B9D2-225F3B6F615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2689" y="4861922"/>
            <a:ext cx="5212595" cy="4632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 dirty="0"/>
              <a:t>マスタ テキストの書式設定</a:t>
            </a:r>
          </a:p>
          <a:p>
            <a:pPr lvl="1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81926" name="Rectangle 6">
            <a:extLst>
              <a:ext uri="{FF2B5EF4-FFF2-40B4-BE49-F238E27FC236}">
                <a16:creationId xmlns:a16="http://schemas.microsoft.com/office/drawing/2014/main" id="{62419E40-0084-4BCB-8A80-CBA337840ED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6227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l" defTabSz="987824" eaLnBrk="1" hangingPunct="1">
              <a:spcBef>
                <a:spcPct val="0"/>
              </a:spcBef>
              <a:defRPr sz="1300" b="0">
                <a:effectLst/>
                <a:latin typeface="Times New Roman" panose="02020603050405020304" pitchFamily="18" charset="0"/>
                <a:ea typeface="ＭＳ Ｐゴシック" pitchFamily="50" charset="-128"/>
              </a:defRPr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81927" name="Rectangle 7">
            <a:extLst>
              <a:ext uri="{FF2B5EF4-FFF2-40B4-BE49-F238E27FC236}">
                <a16:creationId xmlns:a16="http://schemas.microsoft.com/office/drawing/2014/main" id="{95A1F3E7-6C28-42BC-9477-4EE05BC271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05324" y="9726227"/>
            <a:ext cx="3072641" cy="463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771" tIns="49386" rIns="98771" bIns="49386" numCol="1" anchor="b" anchorCtr="0" compatLnSpc="1">
            <a:prstTxWarp prst="textNoShape">
              <a:avLst/>
            </a:prstTxWarp>
          </a:bodyPr>
          <a:lstStyle>
            <a:lvl1pPr algn="r" defTabSz="987824" eaLnBrk="1" hangingPunct="1">
              <a:defRPr sz="1300" b="0"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1B717ACA-5F59-481E-BAA1-3D2FC3B91B1D}" type="slidenum">
              <a:rPr lang="en-US" altLang="ja-JP" smtClean="0"/>
              <a:pPr>
                <a:defRPr/>
              </a:pPr>
              <a:t>‹#›</a:t>
            </a:fld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436483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ＭＳ Ｐ明朝" pitchFamily="1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+mn-ea"/>
                <a:ea typeface="+mn-ea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ja-JP"/>
              <a:t>Click to edit Master subtitle style</a:t>
            </a: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D7BC4D0-5990-408E-A9D0-64C8BD64FB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42950" y="6248400"/>
            <a:ext cx="2063750" cy="457200"/>
          </a:xfr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01B671C-012F-4812-90DC-336A45C19F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+mn-ea"/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06179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8464" y="404664"/>
            <a:ext cx="9649072" cy="504056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28464" y="1124744"/>
            <a:ext cx="9649072" cy="5328592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  <a:p>
            <a:pPr lvl="1"/>
            <a:r>
              <a:rPr lang="en-US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level</a:t>
            </a:r>
          </a:p>
          <a:p>
            <a:pPr lvl="4"/>
            <a:r>
              <a:rPr lang="en-US" altLang="ja-JP" dirty="0"/>
              <a:t>Fifth level</a:t>
            </a: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41E8AE-EEDA-4D06-94E6-5202ED43BC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9E0A51D-D496-408F-833D-161747C36C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02924262-A928-46CF-B278-D04F8D0A90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200" y="990600"/>
            <a:ext cx="9753600" cy="36513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864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8464" y="404664"/>
            <a:ext cx="9649072" cy="504056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28464" y="1124744"/>
            <a:ext cx="9649072" cy="5328592"/>
          </a:xfrm>
          <a:prstGeom prst="rect">
            <a:avLst/>
          </a:prstGeom>
        </p:spPr>
        <p:txBody>
          <a:bodyPr/>
          <a:lstStyle>
            <a:lvl1pPr marL="360363" indent="-360363">
              <a:buFont typeface="+mj-lt"/>
              <a:buAutoNum type="arabicPeriod"/>
              <a:defRPr>
                <a:latin typeface="+mj-lt"/>
              </a:defRPr>
            </a:lvl1pPr>
            <a:lvl2pPr marL="803275" indent="-346075">
              <a:buFont typeface="+mj-lt"/>
              <a:buAutoNum type="alphaLcPeriod"/>
              <a:defRPr>
                <a:latin typeface="+mj-lt"/>
              </a:defRPr>
            </a:lvl2pPr>
            <a:lvl3pPr marL="1260475" indent="-346075">
              <a:buFont typeface="+mj-lt"/>
              <a:buAutoNum type="romanLcPeriod"/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altLang="ja-JP" dirty="0"/>
              <a:t>Click to edit Master text styles</a:t>
            </a:r>
          </a:p>
          <a:p>
            <a:pPr lvl="1"/>
            <a:r>
              <a:rPr lang="en-US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level</a:t>
            </a:r>
          </a:p>
          <a:p>
            <a:pPr lvl="4"/>
            <a:r>
              <a:rPr lang="en-US" altLang="ja-JP" dirty="0"/>
              <a:t>Fifth level</a:t>
            </a:r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41E8AE-EEDA-4D06-94E6-5202ED43BC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9E0A51D-D496-408F-833D-161747C36C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050"/>
            </a:lvl1pPr>
          </a:lstStyle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6" name="Rectangle 17">
            <a:extLst>
              <a:ext uri="{FF2B5EF4-FFF2-40B4-BE49-F238E27FC236}">
                <a16:creationId xmlns:a16="http://schemas.microsoft.com/office/drawing/2014/main" id="{02924262-A928-46CF-B278-D04F8D0A90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200" y="990600"/>
            <a:ext cx="9753600" cy="36513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126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ja-JP" dirty="0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BFDD564-A74A-4C8F-9933-83C5535F43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42950" y="6248400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3F1DDD9-12D1-479E-A469-4F7F1BA8EB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898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>
            <a:extLst>
              <a:ext uri="{FF2B5EF4-FFF2-40B4-BE49-F238E27FC236}">
                <a16:creationId xmlns:a16="http://schemas.microsoft.com/office/drawing/2014/main" id="{E1BEBA6E-D791-46C4-A7EB-608AC024D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64" y="404664"/>
            <a:ext cx="9649072" cy="504056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altLang="ja-JP" dirty="0"/>
              <a:t>Click to edit Master title style</a:t>
            </a:r>
            <a:endParaRPr 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BCF5236-44D4-4877-AAFB-61FE62FD43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D636683-BFA6-4172-A561-0D16262C9F7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ja-JP"/>
              <a:t>Page</a:t>
            </a:r>
            <a:r>
              <a:rPr lang="ja-JP" altLang="en-US"/>
              <a:t>　</a:t>
            </a:r>
            <a:r>
              <a:rPr lang="en-US" altLang="ja-JP"/>
              <a:t>:</a:t>
            </a:r>
            <a:r>
              <a:rPr lang="ja-JP" altLang="en-US"/>
              <a:t> </a:t>
            </a:r>
            <a:fld id="{8668C798-1731-4E4F-8BB5-E036A16CEAA1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02924262-A928-46CF-B278-D04F8D0A90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200" y="990600"/>
            <a:ext cx="9753600" cy="36513"/>
          </a:xfrm>
          <a:prstGeom prst="rect">
            <a:avLst/>
          </a:prstGeom>
          <a:gradFill rotWithShape="0">
            <a:gsLst>
              <a:gs pos="0">
                <a:srgbClr val="FF9900"/>
              </a:gs>
              <a:gs pos="100000">
                <a:schemeClr val="tx1">
                  <a:gamma/>
                  <a:tint val="0"/>
                  <a:invGamma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721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068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912CAC3-7059-17D9-9C06-FBC6A511B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D65A-0EC1-4CBC-8539-F9FD2B92F981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00A99C7-B9EB-D161-7E0B-A97F487D0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8B3AAF7-DB78-2248-5BC3-75E013149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9F6F0A-8A1E-43EE-8FCD-0197D0B3E2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2414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">
            <a:extLst>
              <a:ext uri="{FF2B5EF4-FFF2-40B4-BE49-F238E27FC236}">
                <a16:creationId xmlns:a16="http://schemas.microsoft.com/office/drawing/2014/main" id="{09F48CFF-9599-4AEA-9D93-57B5675EEE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" y="420688"/>
            <a:ext cx="97536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ja-JP" altLang="en-US" dirty="0"/>
              <a:t>マスタ</a:t>
            </a:r>
            <a:r>
              <a:rPr lang="en-US" altLang="ja-JP" dirty="0"/>
              <a:t> </a:t>
            </a:r>
            <a:r>
              <a:rPr lang="ja-JP" altLang="en-US" dirty="0"/>
              <a:t>タイトルの書式設定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2F9F239E-C6DA-4D9A-8B7B-9954357B6D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" y="1146175"/>
            <a:ext cx="9753600" cy="534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ja-JP" altLang="en-US" dirty="0"/>
              <a:t>マスタ</a:t>
            </a:r>
            <a:r>
              <a:rPr lang="en-US" altLang="ja-JP" dirty="0"/>
              <a:t> </a:t>
            </a:r>
            <a:r>
              <a:rPr lang="ja-JP" altLang="en-US" dirty="0"/>
              <a:t>テキストの書式設定</a:t>
            </a:r>
            <a:endParaRPr lang="en-US" altLang="ja-JP" dirty="0"/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 2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 3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 4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 5 </a:t>
            </a:r>
            <a:r>
              <a:rPr lang="ja-JP" altLang="en-US" dirty="0"/>
              <a:t>レベル</a:t>
            </a:r>
          </a:p>
        </p:txBody>
      </p:sp>
      <p:sp>
        <p:nvSpPr>
          <p:cNvPr id="30" name="Line 19">
            <a:extLst>
              <a:ext uri="{FF2B5EF4-FFF2-40B4-BE49-F238E27FC236}">
                <a16:creationId xmlns:a16="http://schemas.microsoft.com/office/drawing/2014/main" id="{27389893-5139-4F35-B647-26C2DFA202E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572250"/>
            <a:ext cx="9906000" cy="0"/>
          </a:xfrm>
          <a:prstGeom prst="line">
            <a:avLst/>
          </a:prstGeom>
          <a:noFill/>
          <a:ln w="28575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  <p:sp>
        <p:nvSpPr>
          <p:cNvPr id="31" name="Line 20">
            <a:extLst>
              <a:ext uri="{FF2B5EF4-FFF2-40B4-BE49-F238E27FC236}">
                <a16:creationId xmlns:a16="http://schemas.microsoft.com/office/drawing/2014/main" id="{4EFAA79C-D564-49D1-89C5-53185EA011B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613525"/>
            <a:ext cx="9906000" cy="0"/>
          </a:xfrm>
          <a:prstGeom prst="line">
            <a:avLst/>
          </a:prstGeom>
          <a:noFill/>
          <a:ln w="1905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ja-JP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G丸ｺﾞｼｯｸM-PRO" charset="0"/>
              <a:ea typeface="HG丸ｺﾞｼｯｸM-PRO" charset="0"/>
              <a:cs typeface="HG丸ｺﾞｼｯｸM-PRO" charset="0"/>
            </a:endParaRPr>
          </a:p>
        </p:txBody>
      </p:sp>
      <p:sp>
        <p:nvSpPr>
          <p:cNvPr id="32" name="Text Box 21">
            <a:extLst>
              <a:ext uri="{FF2B5EF4-FFF2-40B4-BE49-F238E27FC236}">
                <a16:creationId xmlns:a16="http://schemas.microsoft.com/office/drawing/2014/main" id="{5275CC5B-9DD2-42FB-A12C-D10D6B34D5E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964238" y="6583363"/>
            <a:ext cx="381317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1pPr>
            <a:lvl2pPr marL="742950" indent="-28575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2pPr>
            <a:lvl3pPr marL="11430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3pPr>
            <a:lvl4pPr marL="16002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4pPr>
            <a:lvl5pPr marL="20574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it-IT" altLang="ja-JP" sz="1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ＭＳ Ｐゴシック" pitchFamily="50" charset="-128"/>
                <a:ea typeface="ＭＳ Ｐゴシック" pitchFamily="50" charset="-128"/>
              </a:rPr>
              <a:t>USOL VIETNAM Co., Ltd</a:t>
            </a:r>
            <a:endParaRPr lang="en-US" altLang="ja-JP" sz="12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ＭＳ Ｐゴシック" pitchFamily="50" charset="-128"/>
              <a:ea typeface="ＭＳ Ｐゴシック" pitchFamily="50" charset="-128"/>
            </a:endParaRPr>
          </a:p>
        </p:txBody>
      </p:sp>
      <p:pic>
        <p:nvPicPr>
          <p:cNvPr id="1033" name="Picture 1031" descr="LogoM">
            <a:extLst>
              <a:ext uri="{FF2B5EF4-FFF2-40B4-BE49-F238E27FC236}">
                <a16:creationId xmlns:a16="http://schemas.microsoft.com/office/drawing/2014/main" id="{7C426F0B-8E88-4132-B8AF-A9C57093698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38132"/>
            <a:ext cx="946054" cy="204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34" name="Group 7">
            <a:extLst>
              <a:ext uri="{FF2B5EF4-FFF2-40B4-BE49-F238E27FC236}">
                <a16:creationId xmlns:a16="http://schemas.microsoft.com/office/drawing/2014/main" id="{E3F0A595-BBE1-4B7A-B594-6A1BDB4CCD3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-3175"/>
            <a:ext cx="9906000" cy="457200"/>
            <a:chOff x="480" y="0"/>
            <a:chExt cx="5280" cy="384"/>
          </a:xfrm>
        </p:grpSpPr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6AD08B79-E74D-46AD-935B-7885C39D329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80" y="288"/>
              <a:ext cx="5280" cy="96"/>
            </a:xfrm>
            <a:prstGeom prst="rect">
              <a:avLst/>
            </a:prstGeom>
            <a:gradFill flip="none" rotWithShape="1">
              <a:gsLst>
                <a:gs pos="0">
                  <a:srgbClr val="452D75">
                    <a:gamma/>
                    <a:tint val="0"/>
                    <a:invGamma/>
                  </a:srgbClr>
                </a:gs>
                <a:gs pos="100000">
                  <a:srgbClr val="FF9900"/>
                </a:gs>
              </a:gsLst>
              <a:lin ang="10800000" scaled="1"/>
              <a:tileRect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B33C69BC-68BD-4C29-97F4-36AE620BF0B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800" y="192"/>
              <a:ext cx="3960" cy="96"/>
            </a:xfrm>
            <a:prstGeom prst="rect">
              <a:avLst/>
            </a:prstGeom>
            <a:gradFill rotWithShape="0">
              <a:gsLst>
                <a:gs pos="0">
                  <a:srgbClr val="523991">
                    <a:gamma/>
                    <a:tint val="0"/>
                    <a:invGamma/>
                  </a:srgbClr>
                </a:gs>
                <a:gs pos="100000">
                  <a:srgbClr val="FFAA2D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  <p:sp>
          <p:nvSpPr>
            <p:cNvPr id="39" name="Rectangle 10">
              <a:extLst>
                <a:ext uri="{FF2B5EF4-FFF2-40B4-BE49-F238E27FC236}">
                  <a16:creationId xmlns:a16="http://schemas.microsoft.com/office/drawing/2014/main" id="{19C90753-9F71-4E42-A751-DE765269983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120" y="96"/>
              <a:ext cx="2640" cy="96"/>
            </a:xfrm>
            <a:prstGeom prst="rect">
              <a:avLst/>
            </a:prstGeom>
            <a:gradFill rotWithShape="0">
              <a:gsLst>
                <a:gs pos="0">
                  <a:srgbClr val="452D75">
                    <a:gamma/>
                    <a:tint val="0"/>
                    <a:invGamma/>
                  </a:srgbClr>
                </a:gs>
                <a:gs pos="100000">
                  <a:srgbClr val="FFB547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  <p:sp>
          <p:nvSpPr>
            <p:cNvPr id="40" name="Rectangle 11">
              <a:extLst>
                <a:ext uri="{FF2B5EF4-FFF2-40B4-BE49-F238E27FC236}">
                  <a16:creationId xmlns:a16="http://schemas.microsoft.com/office/drawing/2014/main" id="{2286BAA5-CD17-45D9-9AE7-385F7BC09B89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440" y="0"/>
              <a:ext cx="1320" cy="96"/>
            </a:xfrm>
            <a:prstGeom prst="rect">
              <a:avLst/>
            </a:prstGeom>
            <a:gradFill rotWithShape="0">
              <a:gsLst>
                <a:gs pos="0">
                  <a:srgbClr val="523991">
                    <a:gamma/>
                    <a:tint val="0"/>
                    <a:invGamma/>
                  </a:srgbClr>
                </a:gs>
                <a:gs pos="100000">
                  <a:srgbClr val="FFC165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spcBef>
                  <a:spcPct val="50000"/>
                </a:spcBef>
                <a:defRPr/>
              </a:pPr>
              <a:endParaRPr lang="ja-JP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丸ｺﾞｼｯｸM-PRO" charset="0"/>
                <a:ea typeface="HG丸ｺﾞｼｯｸM-PRO" charset="0"/>
                <a:cs typeface="HG丸ｺﾞｼｯｸM-PRO" charset="0"/>
              </a:endParaRPr>
            </a:p>
          </p:txBody>
        </p:sp>
      </p:grpSp>
      <p:sp>
        <p:nvSpPr>
          <p:cNvPr id="42" name="Text Box 22">
            <a:extLst>
              <a:ext uri="{FF2B5EF4-FFF2-40B4-BE49-F238E27FC236}">
                <a16:creationId xmlns:a16="http://schemas.microsoft.com/office/drawing/2014/main" id="{9779E748-DE2F-4EBB-B8A7-4682B42515B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053263" y="50800"/>
            <a:ext cx="313055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0066FF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1pPr>
            <a:lvl2pPr marL="742950" indent="-28575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2pPr>
            <a:lvl3pPr marL="11430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3pPr>
            <a:lvl4pPr marL="16002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4pPr>
            <a:lvl5pPr marL="2057400" indent="-22860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5pPr>
            <a:lvl6pPr marL="25146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6pPr>
            <a:lvl7pPr marL="29718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7pPr>
            <a:lvl8pPr marL="34290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8pPr>
            <a:lvl9pPr marL="3886200" indent="-228600" algn="ctr" fontAlgn="base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800" dirty="0" err="1">
                <a:solidFill>
                  <a:schemeClr val="tx1"/>
                </a:solidFill>
                <a:latin typeface="Segoe Script" pitchFamily="34" charset="0"/>
              </a:rPr>
              <a:t>Usol</a:t>
            </a:r>
            <a:r>
              <a:rPr lang="ja-JP" altLang="en-US" sz="2800" i="0" dirty="0">
                <a:solidFill>
                  <a:schemeClr val="tx1"/>
                </a:solidFill>
                <a:latin typeface="Segoe Script" pitchFamily="34" charset="0"/>
              </a:rPr>
              <a:t>   </a:t>
            </a:r>
            <a:r>
              <a:rPr lang="en-US" altLang="ja-JP" sz="2800" dirty="0" err="1">
                <a:latin typeface="Segoe Script" pitchFamily="34" charset="0"/>
              </a:rPr>
              <a:t>ietnam</a:t>
            </a:r>
            <a:endParaRPr lang="ja-JP" altLang="en-US" sz="2800" dirty="0">
              <a:latin typeface="Segoe Script" pitchFamily="34" charset="0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3473BC66-2BE3-4BA7-9E94-658F932E5E73}"/>
              </a:ext>
            </a:extLst>
          </p:cNvPr>
          <p:cNvSpPr/>
          <p:nvPr userDrawn="1"/>
        </p:nvSpPr>
        <p:spPr>
          <a:xfrm>
            <a:off x="7953107" y="-179013"/>
            <a:ext cx="469156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4000" i="1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V</a:t>
            </a:r>
            <a:endParaRPr lang="ja-JP" altLang="en-US" sz="4000" i="1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3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sp>
        <p:nvSpPr>
          <p:cNvPr id="35" name="Text Box 11">
            <a:extLst>
              <a:ext uri="{FF2B5EF4-FFF2-40B4-BE49-F238E27FC236}">
                <a16:creationId xmlns:a16="http://schemas.microsoft.com/office/drawing/2014/main" id="{1DC4ECF5-E62B-44AA-90DF-10764551D43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0800" y="44450"/>
            <a:ext cx="1492250" cy="327025"/>
          </a:xfrm>
          <a:prstGeom prst="rect">
            <a:avLst/>
          </a:prstGeom>
          <a:noFill/>
          <a:ln w="57150" cmpd="thinThick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 marL="179388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1pPr>
            <a:lvl2pPr marL="742950" indent="-28575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2pPr>
            <a:lvl3pPr marL="1143000" indent="-22860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3pPr>
            <a:lvl4pPr marL="1600200" indent="-22860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4pPr>
            <a:lvl5pPr marL="2057400" indent="-228600" eaLnBrk="0" hangingPunct="0"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 i="1">
                <a:solidFill>
                  <a:schemeClr val="bg1"/>
                </a:solidFill>
                <a:latin typeface="HG丸ｺﾞｼｯｸM-PRO" pitchFamily="50" charset="-128"/>
                <a:ea typeface="HG丸ｺﾞｼｯｸM-PRO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1800" i="0" dirty="0">
                <a:solidFill>
                  <a:srgbClr val="FF0000"/>
                </a:solidFill>
                <a:latin typeface="ＭＳ Ｐゴシック" pitchFamily="50" charset="-128"/>
                <a:ea typeface="ＭＳ Ｐゴシック" pitchFamily="50" charset="-128"/>
              </a:rPr>
              <a:t>Confidential</a:t>
            </a:r>
            <a:endParaRPr lang="en-US" sz="1800" i="0" dirty="0">
              <a:solidFill>
                <a:srgbClr val="FF0000"/>
              </a:solidFill>
              <a:latin typeface="ＭＳ Ｐゴシック" pitchFamily="50" charset="-128"/>
              <a:ea typeface="ＭＳ Ｐゴシック" pitchFamily="50" charset="-128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A04B0585-20B2-4596-93D7-54D1340E096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3033266" y="6653213"/>
            <a:ext cx="2063750" cy="204787"/>
          </a:xfrm>
          <a:prstGeom prst="rect">
            <a:avLst/>
          </a:prstGeom>
        </p:spPr>
        <p:txBody>
          <a:bodyPr anchor="ctr"/>
          <a:lstStyle>
            <a:lvl1pPr>
              <a:defRPr sz="1050"/>
            </a:lvl1pPr>
          </a:lstStyle>
          <a:p>
            <a:pPr>
              <a:defRPr/>
            </a:pPr>
            <a:endParaRPr lang="en-US" altLang="ja-JP" dirty="0"/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C5564842-B2E4-45CE-AB60-14A7558DAFA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5097463" y="6653213"/>
            <a:ext cx="2063750" cy="204787"/>
          </a:xfrm>
          <a:prstGeom prst="rect">
            <a:avLst/>
          </a:prstGeom>
        </p:spPr>
        <p:txBody>
          <a:bodyPr anchor="ctr"/>
          <a:lstStyle>
            <a:lvl1pPr>
              <a:defRPr sz="1050"/>
            </a:lvl1pPr>
          </a:lstStyle>
          <a:p>
            <a:pPr>
              <a:defRPr/>
            </a:pPr>
            <a:r>
              <a:rPr lang="en-US" altLang="ja-JP"/>
              <a:t>Page</a:t>
            </a:r>
            <a:r>
              <a:rPr lang="ja-JP" altLang="en-US"/>
              <a:t>　</a:t>
            </a:r>
            <a:r>
              <a:rPr lang="en-US" altLang="ja-JP"/>
              <a:t>:</a:t>
            </a:r>
            <a:r>
              <a:rPr lang="ja-JP" altLang="en-US"/>
              <a:t> </a:t>
            </a:r>
            <a:fld id="{79353177-B86D-4022-983D-1132BA6711EB}" type="slidenum">
              <a:rPr lang="en-US" altLang="ja-JP" smtClean="0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21" name="BIPROGYロゴ">
            <a:extLst>
              <a:ext uri="{FF2B5EF4-FFF2-40B4-BE49-F238E27FC236}">
                <a16:creationId xmlns:a16="http://schemas.microsoft.com/office/drawing/2014/main" id="{3F93CD62-EE3C-4414-B5A1-AE038ED1351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3308" y="6590834"/>
            <a:ext cx="1692703" cy="29836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4" r:id="rId3"/>
    <p:sldLayoutId id="2147483792" r:id="rId4"/>
    <p:sldLayoutId id="2147483789" r:id="rId5"/>
    <p:sldLayoutId id="2147483793" r:id="rId6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Meiryo UI" panose="020B0604030504040204" pitchFamily="50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144D352-923E-E6B6-4D8A-AB66C88B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5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BC59BC7-F850-7C36-754E-E6369E518C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6DDECD-4404-C7CD-5336-354F8B649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4D65A-0EC1-4CBC-8539-F9FD2B92F981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90F2CC-709C-7ED4-7144-F5EFE9F786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0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AF8815-82A4-7D2E-5978-31B8771F5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0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F6F0A-8A1E-43EE-8FCD-0197D0B3E2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9028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ADLaM Display" panose="02010000000000000000" pitchFamily="2" charset="0"/>
          <a:ea typeface="+mj-ea"/>
          <a:cs typeface="ADLaM Display" panose="0201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Admin\OneDrive\Desktop\demo.jpg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Admin\OneDrive\Desktop\demo.mp3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C61E3-7210-D801-C73E-18DF39FE6C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7486650" cy="1470025"/>
          </a:xfrm>
        </p:spPr>
        <p:txBody>
          <a:bodyPr>
            <a:noAutofit/>
          </a:bodyPr>
          <a:lstStyle/>
          <a:p>
            <a:pPr algn="ctr" eaLnBrk="0" hangingPunct="0"/>
            <a:r>
              <a:rPr lang="en-US" i="1" dirty="0" err="1"/>
              <a:t>Xử</a:t>
            </a:r>
            <a:r>
              <a:rPr lang="en-US" i="1" dirty="0"/>
              <a:t> </a:t>
            </a:r>
            <a:r>
              <a:rPr lang="en-US" i="1" dirty="0" err="1"/>
              <a:t>lý</a:t>
            </a:r>
            <a:r>
              <a:rPr lang="en-US" i="1" dirty="0"/>
              <a:t> </a:t>
            </a:r>
            <a:r>
              <a:rPr lang="en-US" i="1" dirty="0" err="1"/>
              <a:t>Đọc</a:t>
            </a:r>
            <a:r>
              <a:rPr lang="en-US" i="1" dirty="0"/>
              <a:t>/</a:t>
            </a:r>
            <a:r>
              <a:rPr lang="en-US" i="1" dirty="0" err="1"/>
              <a:t>ghi</a:t>
            </a:r>
            <a:r>
              <a:rPr lang="en-US" i="1" dirty="0"/>
              <a:t> file </a:t>
            </a:r>
            <a:r>
              <a:rPr lang="en-US" i="1" dirty="0" err="1"/>
              <a:t>với</a:t>
            </a:r>
            <a:r>
              <a:rPr lang="en-US" i="1" dirty="0"/>
              <a:t> Java</a:t>
            </a:r>
            <a:endParaRPr kumimoji="1" lang="ja-JP" altLang="en-US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930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7044A-DEB5-1839-3F4D-7227AE2AC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/</a:t>
            </a:r>
            <a:r>
              <a:rPr lang="en-US" dirty="0" err="1"/>
              <a:t>Ghi</a:t>
            </a:r>
            <a:r>
              <a:rPr lang="en-US" dirty="0"/>
              <a:t> File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A4E2-85E3-E190-956D-B1E50B427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Khi </a:t>
            </a:r>
            <a:r>
              <a:rPr lang="en-US" dirty="0" err="1"/>
              <a:t>đọc</a:t>
            </a:r>
            <a:r>
              <a:rPr lang="en-US" dirty="0"/>
              <a:t>/</a:t>
            </a:r>
            <a:r>
              <a:rPr lang="en-US" dirty="0" err="1"/>
              <a:t>ghi</a:t>
            </a:r>
            <a:r>
              <a:rPr lang="en-US" dirty="0"/>
              <a:t> file </a:t>
            </a:r>
            <a:r>
              <a:rPr lang="en-US" dirty="0" err="1"/>
              <a:t>trong</a:t>
            </a:r>
            <a:r>
              <a:rPr lang="en-US" dirty="0"/>
              <a:t> Java, </a:t>
            </a:r>
            <a:r>
              <a:rPr lang="en-US" dirty="0" err="1"/>
              <a:t>có</a:t>
            </a:r>
            <a:r>
              <a:rPr lang="en-US" dirty="0"/>
              <a:t> 2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:</a:t>
            </a:r>
          </a:p>
          <a:p>
            <a:pPr lvl="0"/>
            <a:r>
              <a:rPr lang="en-US" b="1" dirty="0"/>
              <a:t>Character </a:t>
            </a:r>
            <a:r>
              <a:rPr lang="en-US" dirty="0"/>
              <a:t>Streams (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):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Unicode,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file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/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: .txt, .csv, .java, .html…</a:t>
            </a:r>
          </a:p>
          <a:p>
            <a:pPr lvl="0"/>
            <a:r>
              <a:rPr lang="en-US" b="1" dirty="0"/>
              <a:t>Byte </a:t>
            </a:r>
            <a:r>
              <a:rPr lang="en-US" dirty="0"/>
              <a:t>Streams (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):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byte </a:t>
            </a:r>
            <a:r>
              <a:rPr lang="en-US" dirty="0" err="1"/>
              <a:t>thô</a:t>
            </a:r>
            <a:r>
              <a:rPr lang="en-US" dirty="0"/>
              <a:t>,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file (image, audio, video, file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.bin, .</a:t>
            </a:r>
            <a:r>
              <a:rPr lang="en-US" dirty="0" err="1"/>
              <a:t>dat</a:t>
            </a:r>
            <a:r>
              <a:rPr lang="en-US" dirty="0"/>
              <a:t>…)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BA0A3-6B42-75E0-60E4-B8C771A48F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197565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CA32F-9687-B6F8-2600-DB1B3220E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(Character Streams)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D7E5BF9-C84F-7960-A4E5-A3160D41FC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8019462"/>
              </p:ext>
            </p:extLst>
          </p:nvPr>
        </p:nvGraphicFramePr>
        <p:xfrm>
          <a:off x="128588" y="1125538"/>
          <a:ext cx="9648824" cy="385427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92993">
                  <a:extLst>
                    <a:ext uri="{9D8B030D-6E8A-4147-A177-3AD203B41FA5}">
                      <a16:colId xmlns:a16="http://schemas.microsoft.com/office/drawing/2014/main" val="439051961"/>
                    </a:ext>
                  </a:extLst>
                </a:gridCol>
                <a:gridCol w="6255831">
                  <a:extLst>
                    <a:ext uri="{9D8B030D-6E8A-4147-A177-3AD203B41FA5}">
                      <a16:colId xmlns:a16="http://schemas.microsoft.com/office/drawing/2014/main" val="3589615029"/>
                    </a:ext>
                  </a:extLst>
                </a:gridCol>
              </a:tblGrid>
              <a:tr h="3671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Class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dirty="0" err="1">
                          <a:effectLst/>
                        </a:rPr>
                        <a:t>Mục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đích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sử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dụng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846137106"/>
                  </a:ext>
                </a:extLst>
              </a:tr>
              <a:tr h="7628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FileReader &amp; FileWriter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400" dirty="0" err="1">
                          <a:effectLst/>
                        </a:rPr>
                        <a:t>Đọc</a:t>
                      </a:r>
                      <a:r>
                        <a:rPr lang="en-US" sz="2400" dirty="0">
                          <a:effectLst/>
                        </a:rPr>
                        <a:t>/</a:t>
                      </a:r>
                      <a:r>
                        <a:rPr lang="en-US" sz="2400" dirty="0" err="1">
                          <a:effectLst/>
                        </a:rPr>
                        <a:t>Ghi</a:t>
                      </a:r>
                      <a:r>
                        <a:rPr lang="en-US" sz="2400" dirty="0">
                          <a:effectLst/>
                        </a:rPr>
                        <a:t> file text </a:t>
                      </a:r>
                      <a:r>
                        <a:rPr lang="en-US" sz="2400" dirty="0" err="1">
                          <a:effectLst/>
                        </a:rPr>
                        <a:t>cơ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bản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theo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từng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ký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tự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633641869"/>
                  </a:ext>
                </a:extLst>
              </a:tr>
              <a:tr h="7628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400">
                          <a:effectLst/>
                        </a:rPr>
                        <a:t>PrintWriter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400" dirty="0" err="1">
                          <a:effectLst/>
                        </a:rPr>
                        <a:t>Tương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tự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FileWriter</a:t>
                      </a:r>
                      <a:r>
                        <a:rPr lang="en-US" sz="2400" dirty="0">
                          <a:effectLst/>
                        </a:rPr>
                        <a:t>, </a:t>
                      </a:r>
                      <a:r>
                        <a:rPr lang="en-US" sz="2400" dirty="0" err="1">
                          <a:effectLst/>
                        </a:rPr>
                        <a:t>cung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cấp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theo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các</a:t>
                      </a:r>
                      <a:r>
                        <a:rPr lang="en-US" sz="2400" dirty="0">
                          <a:effectLst/>
                        </a:rPr>
                        <a:t> method </a:t>
                      </a:r>
                      <a:r>
                        <a:rPr lang="en-US" sz="2400" dirty="0" err="1">
                          <a:effectLst/>
                        </a:rPr>
                        <a:t>để</a:t>
                      </a:r>
                      <a:r>
                        <a:rPr lang="en-US" sz="2400" dirty="0">
                          <a:effectLst/>
                        </a:rPr>
                        <a:t> “format” data </a:t>
                      </a:r>
                      <a:r>
                        <a:rPr lang="en-US" sz="2400" dirty="0" err="1">
                          <a:effectLst/>
                        </a:rPr>
                        <a:t>trước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khi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lưu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096293467"/>
                  </a:ext>
                </a:extLst>
              </a:tr>
              <a:tr h="144254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400" dirty="0" err="1">
                          <a:effectLst/>
                        </a:rPr>
                        <a:t>BufferedReader</a:t>
                      </a:r>
                      <a:r>
                        <a:rPr lang="en-US" sz="2400" dirty="0">
                          <a:effectLst/>
                        </a:rPr>
                        <a:t> &amp; </a:t>
                      </a:r>
                      <a:r>
                        <a:rPr lang="en-US" sz="2400" dirty="0" err="1">
                          <a:effectLst/>
                        </a:rPr>
                        <a:t>BufferedWriter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2400" dirty="0" err="1">
                          <a:effectLst/>
                        </a:rPr>
                        <a:t>Luôn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dùng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khi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đọc</a:t>
                      </a:r>
                      <a:r>
                        <a:rPr lang="en-US" sz="2400" dirty="0">
                          <a:effectLst/>
                        </a:rPr>
                        <a:t>/</a:t>
                      </a:r>
                      <a:r>
                        <a:rPr lang="en-US" sz="2400" dirty="0" err="1">
                          <a:effectLst/>
                        </a:rPr>
                        <a:t>ghi</a:t>
                      </a:r>
                      <a:r>
                        <a:rPr lang="en-US" sz="2400" dirty="0">
                          <a:effectLst/>
                        </a:rPr>
                        <a:t> file text </a:t>
                      </a:r>
                      <a:r>
                        <a:rPr lang="en-US" sz="2400" dirty="0" err="1">
                          <a:effectLst/>
                        </a:rPr>
                        <a:t>thực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tế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vì</a:t>
                      </a:r>
                      <a:r>
                        <a:rPr lang="en-US" sz="2400" dirty="0">
                          <a:effectLst/>
                        </a:rPr>
                        <a:t>:</a:t>
                      </a:r>
                      <a:endParaRPr lang="en-US" sz="2000" dirty="0">
                        <a:effectLst/>
                      </a:endParaRPr>
                    </a:p>
                    <a:p>
                      <a:pPr marL="34290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 err="1">
                          <a:effectLst/>
                        </a:rPr>
                        <a:t>Đọc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theo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dòng</a:t>
                      </a:r>
                      <a:r>
                        <a:rPr lang="en-US" sz="2400" dirty="0">
                          <a:effectLst/>
                        </a:rPr>
                        <a:t> (</a:t>
                      </a:r>
                      <a:r>
                        <a:rPr lang="en-US" sz="2400" dirty="0" err="1">
                          <a:effectLst/>
                        </a:rPr>
                        <a:t>readLine</a:t>
                      </a:r>
                      <a:r>
                        <a:rPr lang="en-US" sz="2400" dirty="0">
                          <a:effectLst/>
                        </a:rPr>
                        <a:t>).</a:t>
                      </a:r>
                    </a:p>
                    <a:p>
                      <a:pPr marL="342900" indent="-342900">
                        <a:lnSpc>
                          <a:spcPct val="115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dirty="0">
                          <a:effectLst/>
                        </a:rPr>
                        <a:t>Buffer </a:t>
                      </a:r>
                      <a:r>
                        <a:rPr lang="en-US" sz="2400" dirty="0" err="1">
                          <a:effectLst/>
                        </a:rPr>
                        <a:t>tăng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tốc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độ</a:t>
                      </a:r>
                      <a:r>
                        <a:rPr lang="en-US" sz="2400" dirty="0">
                          <a:effectLst/>
                        </a:rPr>
                        <a:t>.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03036609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56DAA-7E7B-B7CE-BBE5-986ED6113F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3</a:t>
            </a:fld>
            <a:endParaRPr lang="en-US" altLang="ja-JP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3F06DE-EC4E-0CDB-A012-1F769DEE3899}"/>
              </a:ext>
            </a:extLst>
          </p:cNvPr>
          <p:cNvSpPr txBox="1"/>
          <p:nvPr/>
        </p:nvSpPr>
        <p:spPr>
          <a:xfrm>
            <a:off x="128340" y="5070742"/>
            <a:ext cx="9649072" cy="151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 err="1">
                <a:effectLst/>
                <a:latin typeface="Andika"/>
                <a:ea typeface="Andika"/>
                <a:cs typeface="Andika"/>
              </a:rPr>
              <a:t>Ưu</a:t>
            </a:r>
            <a:r>
              <a:rPr lang="en-US" sz="1600" b="1" dirty="0">
                <a:effectLst/>
                <a:latin typeface="Andika"/>
                <a:ea typeface="Andika"/>
                <a:cs typeface="Andika"/>
              </a:rPr>
              <a:t> </a:t>
            </a:r>
            <a:r>
              <a:rPr lang="en-US" sz="1600" b="1" dirty="0" err="1">
                <a:effectLst/>
                <a:latin typeface="Andika"/>
                <a:ea typeface="Andika"/>
                <a:cs typeface="Andika"/>
              </a:rPr>
              <a:t>tiên</a:t>
            </a:r>
            <a:r>
              <a:rPr lang="en-US" sz="1600" b="1" dirty="0">
                <a:effectLst/>
                <a:latin typeface="Andika"/>
                <a:ea typeface="Andika"/>
                <a:cs typeface="Andika"/>
              </a:rPr>
              <a:t>:</a:t>
            </a:r>
            <a:r>
              <a:rPr lang="en-US" sz="16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endParaRPr lang="en-US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u="none" strike="noStrike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Đọc</a:t>
            </a:r>
            <a:r>
              <a:rPr lang="en-US" sz="1600" u="none" strike="noStrike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file </a:t>
            </a:r>
            <a:r>
              <a:rPr lang="en-US" sz="1600" u="none" strike="noStrike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với</a:t>
            </a:r>
            <a:r>
              <a:rPr lang="en-US" sz="1600" u="none" strike="noStrike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b="1" u="none" strike="noStrike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BufferedReader</a:t>
            </a:r>
            <a:r>
              <a:rPr lang="en-US" sz="1600" b="1" u="none" strike="noStrike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Ghi</a:t>
            </a:r>
            <a:r>
              <a:rPr lang="en-US" sz="16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file </a:t>
            </a:r>
            <a:r>
              <a:rPr lang="en-US" sz="160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với</a:t>
            </a:r>
            <a:r>
              <a:rPr lang="en-US" sz="16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600" b="1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BufferedWriter</a:t>
            </a:r>
            <a:r>
              <a:rPr lang="en-US" sz="1600" b="1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+ </a:t>
            </a:r>
            <a:r>
              <a:rPr lang="en-US" sz="1600" b="1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PrintWriter</a:t>
            </a:r>
            <a:br>
              <a:rPr lang="en-US" sz="14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61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DF1FA-7298-E028-85D0-A2684ADDE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(Byte Streams)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0B346D7-E3DD-88E0-A7A7-7CC9A7BB4F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379299"/>
              </p:ext>
            </p:extLst>
          </p:nvPr>
        </p:nvGraphicFramePr>
        <p:xfrm>
          <a:off x="304800" y="1295400"/>
          <a:ext cx="9472736" cy="200329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51356">
                  <a:extLst>
                    <a:ext uri="{9D8B030D-6E8A-4147-A177-3AD203B41FA5}">
                      <a16:colId xmlns:a16="http://schemas.microsoft.com/office/drawing/2014/main" val="716498982"/>
                    </a:ext>
                  </a:extLst>
                </a:gridCol>
                <a:gridCol w="5821380">
                  <a:extLst>
                    <a:ext uri="{9D8B030D-6E8A-4147-A177-3AD203B41FA5}">
                      <a16:colId xmlns:a16="http://schemas.microsoft.com/office/drawing/2014/main" val="2296411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dirty="0">
                          <a:effectLst/>
                        </a:rPr>
                        <a:t>Class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en-US" sz="2400" dirty="0" err="1">
                          <a:effectLst/>
                        </a:rPr>
                        <a:t>Mục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đích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sử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dụng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3116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FileInputStream &amp; FileOutputStream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Đọc/Ghi file nhị phân cơ bản theo từng byte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702007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800">
                          <a:effectLst/>
                        </a:rPr>
                        <a:t>BufferedInputStream &amp; BufferedOutputStream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Sử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dụng</a:t>
                      </a:r>
                      <a:r>
                        <a:rPr lang="en-US" sz="1800" dirty="0">
                          <a:effectLst/>
                        </a:rPr>
                        <a:t> buffer, </a:t>
                      </a:r>
                      <a:r>
                        <a:rPr lang="en-US" sz="1800" dirty="0" err="1">
                          <a:effectLst/>
                        </a:rPr>
                        <a:t>giúp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tăng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tốc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độ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đọc</a:t>
                      </a:r>
                      <a:r>
                        <a:rPr lang="en-US" sz="1800" dirty="0">
                          <a:effectLst/>
                        </a:rPr>
                        <a:t>/</a:t>
                      </a:r>
                      <a:r>
                        <a:rPr lang="en-US" sz="1800" dirty="0" err="1">
                          <a:effectLst/>
                        </a:rPr>
                        <a:t>ghi</a:t>
                      </a:r>
                      <a:r>
                        <a:rPr lang="en-US" sz="1800" dirty="0">
                          <a:effectLst/>
                        </a:rPr>
                        <a:t> file </a:t>
                      </a:r>
                      <a:r>
                        <a:rPr lang="en-US" sz="1800" dirty="0" err="1">
                          <a:effectLst/>
                        </a:rPr>
                        <a:t>nhị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phân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lớn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11576495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AC4CCE-7259-85C4-E51B-00E92610EA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231253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F5C5C-ED46-800E-A2E1-98EB3D832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Đọc</a:t>
            </a:r>
            <a:r>
              <a:rPr lang="en-US" dirty="0"/>
              <a:t> file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FileReader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7A4A3-F25C-C8D8-47DD-51976F5DF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FileReader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 err="1"/>
              <a:t>FileReader</a:t>
            </a:r>
            <a:r>
              <a:rPr lang="en-US" b="1" dirty="0"/>
              <a:t> </a:t>
            </a:r>
            <a:r>
              <a:rPr lang="en-US" dirty="0" err="1"/>
              <a:t>là</a:t>
            </a:r>
            <a:r>
              <a:rPr lang="en-US" dirty="0"/>
              <a:t> class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file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(text file), </a:t>
            </a:r>
            <a:r>
              <a:rPr lang="en-US" b="1" dirty="0" err="1"/>
              <a:t>theo</a:t>
            </a:r>
            <a:r>
              <a:rPr lang="en-US" b="1" dirty="0"/>
              <a:t> </a:t>
            </a:r>
            <a:r>
              <a:rPr lang="en-US" b="1" dirty="0" err="1"/>
              <a:t>từng</a:t>
            </a:r>
            <a:r>
              <a:rPr lang="en-US" b="1" dirty="0"/>
              <a:t> </a:t>
            </a:r>
            <a:r>
              <a:rPr lang="en-US" b="1" dirty="0" err="1"/>
              <a:t>ký</a:t>
            </a:r>
            <a:r>
              <a:rPr lang="en-US" b="1" dirty="0"/>
              <a:t> </a:t>
            </a:r>
            <a:r>
              <a:rPr lang="en-US" b="1" dirty="0" err="1"/>
              <a:t>tự</a:t>
            </a:r>
            <a:r>
              <a:rPr lang="en-US" b="1" dirty="0"/>
              <a:t> </a:t>
            </a:r>
            <a:r>
              <a:rPr lang="en-US" dirty="0"/>
              <a:t>(character).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file,  </a:t>
            </a:r>
            <a:r>
              <a:rPr lang="en-US" dirty="0" err="1"/>
              <a:t>duyệt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lẻ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/>
              <a:t>Cú </a:t>
            </a:r>
            <a:r>
              <a:rPr lang="en-US" b="1" dirty="0" err="1"/>
              <a:t>pháp</a:t>
            </a:r>
            <a:r>
              <a:rPr lang="en-US" b="1" dirty="0"/>
              <a:t>: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b="1" dirty="0" err="1"/>
              <a:t>FileReader</a:t>
            </a:r>
            <a:r>
              <a:rPr lang="en-US" b="1" dirty="0"/>
              <a:t> </a:t>
            </a:r>
            <a:r>
              <a:rPr lang="en-US" dirty="0" err="1"/>
              <a:t>fr</a:t>
            </a:r>
            <a:r>
              <a:rPr lang="en-US" dirty="0"/>
              <a:t> = new </a:t>
            </a:r>
            <a:r>
              <a:rPr lang="en-US" b="1" dirty="0" err="1"/>
              <a:t>FileReader</a:t>
            </a:r>
            <a:r>
              <a:rPr lang="en-US" dirty="0"/>
              <a:t>("input.txt"); // </a:t>
            </a:r>
            <a:r>
              <a:rPr lang="en-US" dirty="0" err="1"/>
              <a:t>Mở</a:t>
            </a:r>
            <a:r>
              <a:rPr lang="en-US" dirty="0"/>
              <a:t> file</a:t>
            </a:r>
          </a:p>
          <a:p>
            <a:pPr marL="457200" lvl="1" indent="0">
              <a:buNone/>
            </a:pPr>
            <a:r>
              <a:rPr lang="en-US" i="1" dirty="0"/>
              <a:t> int c;</a:t>
            </a:r>
          </a:p>
          <a:p>
            <a:pPr marL="457200" lvl="1" indent="0">
              <a:buNone/>
            </a:pPr>
            <a:r>
              <a:rPr lang="en-US" i="1" dirty="0"/>
              <a:t> while ((c = </a:t>
            </a:r>
            <a:r>
              <a:rPr lang="en-US" i="1" dirty="0" err="1"/>
              <a:t>fr.read</a:t>
            </a:r>
            <a:r>
              <a:rPr lang="en-US" i="1" dirty="0"/>
              <a:t>( )) != -1) { // </a:t>
            </a:r>
            <a:r>
              <a:rPr lang="en-US" i="1" dirty="0" err="1"/>
              <a:t>Đọc</a:t>
            </a:r>
            <a:r>
              <a:rPr lang="en-US" i="1" dirty="0"/>
              <a:t> </a:t>
            </a:r>
            <a:r>
              <a:rPr lang="en-US" i="1" dirty="0" err="1"/>
              <a:t>từng</a:t>
            </a:r>
            <a:r>
              <a:rPr lang="en-US" i="1" dirty="0"/>
              <a:t> </a:t>
            </a:r>
            <a:r>
              <a:rPr lang="en-US" i="1" dirty="0" err="1"/>
              <a:t>ký</a:t>
            </a:r>
            <a:r>
              <a:rPr lang="en-US" i="1" dirty="0"/>
              <a:t> </a:t>
            </a:r>
            <a:r>
              <a:rPr lang="en-US" i="1" dirty="0" err="1"/>
              <a:t>tự</a:t>
            </a:r>
            <a:r>
              <a:rPr lang="en-US" i="1" dirty="0"/>
              <a:t>, </a:t>
            </a:r>
            <a:r>
              <a:rPr lang="en-US" i="1" dirty="0" err="1"/>
              <a:t>trả</a:t>
            </a:r>
            <a:r>
              <a:rPr lang="en-US" i="1" dirty="0"/>
              <a:t> </a:t>
            </a:r>
            <a:r>
              <a:rPr lang="en-US" i="1" dirty="0" err="1"/>
              <a:t>về</a:t>
            </a:r>
            <a:r>
              <a:rPr lang="en-US" i="1" dirty="0"/>
              <a:t> int</a:t>
            </a:r>
          </a:p>
          <a:p>
            <a:pPr marL="457200" lvl="1" indent="0">
              <a:buNone/>
            </a:pPr>
            <a:r>
              <a:rPr lang="en-US" i="1" dirty="0"/>
              <a:t>        </a:t>
            </a:r>
            <a:r>
              <a:rPr lang="en-US" i="1" dirty="0" err="1"/>
              <a:t>System.out.print</a:t>
            </a:r>
            <a:r>
              <a:rPr lang="en-US" i="1" dirty="0"/>
              <a:t>((char) c); // </a:t>
            </a:r>
            <a:r>
              <a:rPr lang="en-US" i="1" dirty="0" err="1"/>
              <a:t>Ép</a:t>
            </a:r>
            <a:r>
              <a:rPr lang="en-US" i="1" dirty="0"/>
              <a:t> int </a:t>
            </a:r>
            <a:r>
              <a:rPr lang="en-US" i="1" dirty="0" err="1"/>
              <a:t>về</a:t>
            </a:r>
            <a:r>
              <a:rPr lang="en-US" i="1" dirty="0"/>
              <a:t> char </a:t>
            </a:r>
            <a:r>
              <a:rPr lang="en-US" i="1" dirty="0" err="1"/>
              <a:t>để</a:t>
            </a:r>
            <a:r>
              <a:rPr lang="en-US" i="1" dirty="0"/>
              <a:t> </a:t>
            </a:r>
            <a:r>
              <a:rPr lang="en-US" i="1" dirty="0" err="1"/>
              <a:t>hiển</a:t>
            </a:r>
            <a:r>
              <a:rPr lang="en-US" i="1" dirty="0"/>
              <a:t> </a:t>
            </a:r>
            <a:r>
              <a:rPr lang="en-US" i="1" dirty="0" err="1"/>
              <a:t>thị</a:t>
            </a:r>
            <a:endParaRPr lang="en-US" i="1" dirty="0"/>
          </a:p>
          <a:p>
            <a:pPr marL="457200" lvl="1" indent="0">
              <a:buNone/>
            </a:pPr>
            <a:r>
              <a:rPr lang="en-US" i="1" dirty="0"/>
              <a:t> }</a:t>
            </a:r>
          </a:p>
          <a:p>
            <a:pPr marL="457200" lvl="1" indent="0">
              <a:buNone/>
            </a:pPr>
            <a:r>
              <a:rPr lang="en-US" dirty="0"/>
              <a:t> 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 err="1"/>
              <a:t>fr.read</a:t>
            </a:r>
            <a:r>
              <a:rPr lang="en-US" b="1" dirty="0"/>
              <a:t>( ) </a:t>
            </a:r>
            <a:r>
              <a:rPr lang="en-US" b="1" dirty="0" err="1"/>
              <a:t>đọc</a:t>
            </a:r>
            <a:r>
              <a:rPr lang="en-US" b="1" dirty="0"/>
              <a:t> 1 </a:t>
            </a:r>
            <a:r>
              <a:rPr lang="en-US" b="1" dirty="0" err="1"/>
              <a:t>ký</a:t>
            </a:r>
            <a:r>
              <a:rPr lang="en-US" b="1" dirty="0"/>
              <a:t> </a:t>
            </a:r>
            <a:r>
              <a:rPr lang="en-US" b="1" dirty="0" err="1"/>
              <a:t>tự</a:t>
            </a:r>
            <a:r>
              <a:rPr lang="en-US" dirty="0"/>
              <a:t>,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ASCII </a:t>
            </a:r>
            <a:r>
              <a:rPr lang="en-US" dirty="0" err="1"/>
              <a:t>hoặc</a:t>
            </a:r>
            <a:r>
              <a:rPr lang="en-US" dirty="0"/>
              <a:t> UTF-16 (Unicode) </a:t>
            </a:r>
            <a:r>
              <a:rPr lang="en-US" dirty="0" err="1"/>
              <a:t>dạng</a:t>
            </a:r>
            <a:r>
              <a:rPr lang="en-US" dirty="0"/>
              <a:t> int.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b="1" dirty="0" err="1"/>
              <a:t>Trả</a:t>
            </a:r>
            <a:r>
              <a:rPr lang="en-US" b="1" dirty="0"/>
              <a:t> </a:t>
            </a:r>
            <a:r>
              <a:rPr lang="en-US" b="1" dirty="0" err="1"/>
              <a:t>về</a:t>
            </a:r>
            <a:r>
              <a:rPr lang="en-US" b="1" dirty="0"/>
              <a:t> -1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file (EOF).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A6A070-5E86-2AD0-76ED-A60AFA5EB9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807048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F6461-9678-F3FE-F2BB-5E9365007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Ghi</a:t>
            </a:r>
            <a:r>
              <a:rPr lang="en-US" dirty="0"/>
              <a:t> file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FileWriter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447BF-D5E9-BB67-F7CE-F9EE87C61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err="1"/>
              <a:t>FileWriter</a:t>
            </a:r>
            <a:r>
              <a:rPr lang="en-US" b="1" dirty="0"/>
              <a:t> </a:t>
            </a:r>
            <a:r>
              <a:rPr lang="en-US" dirty="0" err="1"/>
              <a:t>là</a:t>
            </a:r>
            <a:r>
              <a:rPr lang="en-US" dirty="0"/>
              <a:t> class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text </a:t>
            </a:r>
            <a:r>
              <a:rPr lang="en-US" dirty="0" err="1"/>
              <a:t>vào</a:t>
            </a:r>
            <a:r>
              <a:rPr lang="en-US" dirty="0"/>
              <a:t> file,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.</a:t>
            </a:r>
          </a:p>
          <a:p>
            <a:r>
              <a:rPr lang="en-US" b="1" dirty="0"/>
              <a:t>Cú </a:t>
            </a:r>
            <a:r>
              <a:rPr lang="en-US" b="1" dirty="0" err="1"/>
              <a:t>pháp</a:t>
            </a:r>
            <a:r>
              <a:rPr lang="en-US" b="1" dirty="0"/>
              <a:t>:</a:t>
            </a:r>
            <a:endParaRPr lang="en-US" dirty="0"/>
          </a:p>
          <a:p>
            <a:pPr marL="400050" lvl="1" indent="0">
              <a:buNone/>
            </a:pPr>
            <a:r>
              <a:rPr lang="en-US" b="1" i="1" dirty="0" err="1"/>
              <a:t>FileWriter</a:t>
            </a:r>
            <a:r>
              <a:rPr lang="en-US" b="1" i="1" dirty="0"/>
              <a:t> </a:t>
            </a:r>
            <a:r>
              <a:rPr lang="en-US" i="1" dirty="0" err="1"/>
              <a:t>fw</a:t>
            </a:r>
            <a:r>
              <a:rPr lang="en-US" i="1" dirty="0"/>
              <a:t> = </a:t>
            </a:r>
            <a:r>
              <a:rPr lang="en-US" b="1" i="1" dirty="0"/>
              <a:t>new </a:t>
            </a:r>
            <a:r>
              <a:rPr lang="en-US" i="1" dirty="0" err="1"/>
              <a:t>FileWriter</a:t>
            </a:r>
            <a:r>
              <a:rPr lang="en-US" i="1" dirty="0"/>
              <a:t>("output.txt");    </a:t>
            </a:r>
            <a:r>
              <a:rPr lang="en-US" i="1" dirty="0" err="1"/>
              <a:t>fw.write</a:t>
            </a:r>
            <a:r>
              <a:rPr lang="en-US" i="1" dirty="0"/>
              <a:t>("Hello, world!\n");</a:t>
            </a:r>
          </a:p>
          <a:p>
            <a:pPr marL="400050" lvl="1" indent="0">
              <a:buNone/>
            </a:pPr>
            <a:r>
              <a:rPr lang="en-US" i="1" dirty="0" err="1"/>
              <a:t>fw.write</a:t>
            </a:r>
            <a:r>
              <a:rPr lang="en-US" i="1" dirty="0"/>
              <a:t>("This is </a:t>
            </a:r>
            <a:r>
              <a:rPr lang="en-US" i="1" dirty="0" err="1"/>
              <a:t>FileWriter</a:t>
            </a:r>
            <a:r>
              <a:rPr lang="en-US" i="1" dirty="0"/>
              <a:t> example.\n");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lvl="0"/>
            <a:r>
              <a:rPr lang="en-US" b="1" dirty="0" err="1"/>
              <a:t>fw.write</a:t>
            </a:r>
            <a:r>
              <a:rPr lang="en-US" b="1" dirty="0"/>
              <a:t>( )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file.</a:t>
            </a:r>
          </a:p>
          <a:p>
            <a:r>
              <a:rPr lang="en-US" dirty="0"/>
              <a:t>File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,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đè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AD789-ED3C-574A-3D48-7A321187A8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0771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421F4-20FA-B76C-55F5-1430C7FCC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PrintWriter</a:t>
            </a:r>
            <a:r>
              <a:rPr lang="en-US" dirty="0"/>
              <a:t> – </a:t>
            </a:r>
            <a:r>
              <a:rPr lang="en-US" dirty="0" err="1"/>
              <a:t>Ghi</a:t>
            </a:r>
            <a:r>
              <a:rPr lang="en-US" dirty="0"/>
              <a:t> file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 </a:t>
            </a:r>
            <a:r>
              <a:rPr lang="en-US" dirty="0" err="1"/>
              <a:t>hơn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31441-EA79-E52A-4D17-D425A29D8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quen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print(), </a:t>
            </a:r>
            <a:r>
              <a:rPr lang="en-US" dirty="0" err="1"/>
              <a:t>println</a:t>
            </a:r>
            <a:r>
              <a:rPr lang="en-US" dirty="0"/>
              <a:t>(), </a:t>
            </a:r>
            <a:r>
              <a:rPr lang="en-US" dirty="0" err="1"/>
              <a:t>printf</a:t>
            </a:r>
            <a:r>
              <a:rPr lang="en-US" dirty="0"/>
              <a:t>() </a:t>
            </a:r>
            <a:r>
              <a:rPr lang="en-US" dirty="0" err="1"/>
              <a:t>giống</a:t>
            </a:r>
            <a:r>
              <a:rPr lang="en-US" dirty="0"/>
              <a:t> </a:t>
            </a:r>
            <a:r>
              <a:rPr lang="en-US" dirty="0" err="1"/>
              <a:t>System.out</a:t>
            </a:r>
            <a:r>
              <a:rPr lang="en-US" dirty="0"/>
              <a:t> </a:t>
            </a:r>
          </a:p>
          <a:p>
            <a:r>
              <a:rPr lang="en-US" b="1" dirty="0"/>
              <a:t>Cú </a:t>
            </a:r>
            <a:r>
              <a:rPr lang="en-US" b="1" dirty="0" err="1"/>
              <a:t>pháp</a:t>
            </a:r>
            <a:r>
              <a:rPr lang="en-US" b="1" dirty="0"/>
              <a:t>:</a:t>
            </a:r>
            <a:endParaRPr lang="en-US" dirty="0"/>
          </a:p>
          <a:p>
            <a:pPr marL="400050" lvl="1" indent="0">
              <a:buNone/>
            </a:pPr>
            <a:r>
              <a:rPr lang="en-US" b="1" i="1" dirty="0" err="1"/>
              <a:t>PrintWriter</a:t>
            </a:r>
            <a:r>
              <a:rPr lang="en-US" b="1" i="1" dirty="0"/>
              <a:t> </a:t>
            </a:r>
            <a:r>
              <a:rPr lang="en-US" i="1" dirty="0"/>
              <a:t>pw = new </a:t>
            </a:r>
            <a:r>
              <a:rPr lang="en-US" b="1" i="1" dirty="0" err="1"/>
              <a:t>PrintWriter</a:t>
            </a:r>
            <a:r>
              <a:rPr lang="en-US" i="1" dirty="0"/>
              <a:t>("output2.txt");</a:t>
            </a:r>
          </a:p>
          <a:p>
            <a:pPr marL="400050" lvl="1" indent="0">
              <a:buNone/>
            </a:pPr>
            <a:r>
              <a:rPr lang="en-US" i="1" dirty="0" err="1"/>
              <a:t>pw.println</a:t>
            </a:r>
            <a:r>
              <a:rPr lang="en-US" i="1" dirty="0"/>
              <a:t>("Hello, </a:t>
            </a:r>
            <a:r>
              <a:rPr lang="en-US" i="1" dirty="0" err="1"/>
              <a:t>PrintWriter</a:t>
            </a:r>
            <a:r>
              <a:rPr lang="en-US" i="1" dirty="0"/>
              <a:t>!");</a:t>
            </a:r>
          </a:p>
          <a:p>
            <a:pPr marL="400050" lvl="1" indent="0">
              <a:buNone/>
            </a:pPr>
            <a:r>
              <a:rPr lang="en-US" i="1" dirty="0" err="1"/>
              <a:t>pw.printf</a:t>
            </a:r>
            <a:r>
              <a:rPr lang="en-US" i="1" dirty="0"/>
              <a:t>("Number: %d, String: %s\n", 10, "Java");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622415-ADF0-B71B-6A2D-E74B0E322E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64262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C87BB-8068-C3D9-34BA-AF48EEC87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Đọc</a:t>
            </a:r>
            <a:r>
              <a:rPr lang="en-US" dirty="0"/>
              <a:t>/</a:t>
            </a:r>
            <a:r>
              <a:rPr lang="en-US" dirty="0" err="1"/>
              <a:t>Ghi</a:t>
            </a:r>
            <a:r>
              <a:rPr lang="en-US" dirty="0"/>
              <a:t> file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BufferedReader</a:t>
            </a:r>
            <a:r>
              <a:rPr lang="en-US" dirty="0"/>
              <a:t>/</a:t>
            </a:r>
            <a:r>
              <a:rPr lang="en-US" dirty="0" err="1"/>
              <a:t>BufferedWriter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68043-1D0E-22D8-EAE5-DDDE1E05C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1.Buffer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Buffer (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đệm</a:t>
            </a:r>
            <a:r>
              <a:rPr lang="en-US" dirty="0"/>
              <a:t>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tạm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IO (ổ </a:t>
            </a:r>
            <a:r>
              <a:rPr lang="en-US" dirty="0" err="1"/>
              <a:t>cứng</a:t>
            </a:r>
            <a:r>
              <a:rPr lang="en-US" dirty="0"/>
              <a:t>, </a:t>
            </a:r>
            <a:r>
              <a:rPr lang="en-US" dirty="0" err="1"/>
              <a:t>mạng</a:t>
            </a:r>
            <a:r>
              <a:rPr lang="en-US" dirty="0"/>
              <a:t>).</a:t>
            </a:r>
          </a:p>
          <a:p>
            <a:r>
              <a:rPr lang="en-US" b="1" dirty="0"/>
              <a:t>Khi </a:t>
            </a:r>
            <a:r>
              <a:rPr lang="en-US" b="1" dirty="0" err="1"/>
              <a:t>đọc</a:t>
            </a:r>
            <a:r>
              <a:rPr lang="en-US" b="1" dirty="0"/>
              <a:t> file: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byte </a:t>
            </a:r>
            <a:r>
              <a:rPr lang="en-US" dirty="0" err="1"/>
              <a:t>từ</a:t>
            </a:r>
            <a:r>
              <a:rPr lang="en-US" dirty="0"/>
              <a:t> ổ </a:t>
            </a:r>
            <a:r>
              <a:rPr lang="en-US" dirty="0" err="1"/>
              <a:t>cứng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➔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(chunk) </a:t>
            </a:r>
            <a:r>
              <a:rPr lang="en-US" dirty="0" err="1"/>
              <a:t>vào</a:t>
            </a:r>
            <a:r>
              <a:rPr lang="en-US" dirty="0"/>
              <a:t> buffer,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RAM ➔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 </a:t>
            </a:r>
          </a:p>
          <a:p>
            <a:r>
              <a:rPr lang="en-US" b="1" dirty="0"/>
              <a:t>Khi </a:t>
            </a:r>
            <a:r>
              <a:rPr lang="en-US" b="1" dirty="0" err="1"/>
              <a:t>ghi</a:t>
            </a:r>
            <a:r>
              <a:rPr lang="en-US" b="1" dirty="0"/>
              <a:t> file: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xuống</a:t>
            </a:r>
            <a:r>
              <a:rPr lang="en-US" dirty="0"/>
              <a:t> ổ </a:t>
            </a:r>
            <a:r>
              <a:rPr lang="en-US" dirty="0" err="1"/>
              <a:t>cứng</a:t>
            </a:r>
            <a:r>
              <a:rPr lang="en-US" dirty="0"/>
              <a:t> (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tốn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IO)</a:t>
            </a:r>
          </a:p>
          <a:p>
            <a:pPr marL="0" indent="0">
              <a:buNone/>
            </a:pPr>
            <a:r>
              <a:rPr lang="en-US" dirty="0"/>
              <a:t>➔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buffer </a:t>
            </a:r>
            <a:r>
              <a:rPr lang="en-US" dirty="0" err="1"/>
              <a:t>trước</a:t>
            </a:r>
            <a:r>
              <a:rPr lang="en-US" dirty="0"/>
              <a:t>, </a:t>
            </a:r>
            <a:r>
              <a:rPr lang="en-US" dirty="0" err="1"/>
              <a:t>khi</a:t>
            </a:r>
            <a:r>
              <a:rPr lang="en-US" dirty="0"/>
              <a:t> buffer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stream </a:t>
            </a:r>
          </a:p>
          <a:p>
            <a:pPr marL="0" indent="0">
              <a:buNone/>
            </a:pPr>
            <a:r>
              <a:rPr lang="en-US" dirty="0"/>
              <a:t>➔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xuống</a:t>
            </a:r>
            <a:r>
              <a:rPr lang="en-US" dirty="0"/>
              <a:t> ổ </a:t>
            </a:r>
            <a:r>
              <a:rPr lang="en-US" dirty="0" err="1"/>
              <a:t>cứng</a:t>
            </a:r>
            <a:r>
              <a:rPr lang="en-US" dirty="0"/>
              <a:t> ➔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kiệm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E1424-1C71-71DA-A07E-3AEDE8D8A6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18774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19804-B691-4B30-00CE-C1EB5107D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Đọc</a:t>
            </a:r>
            <a:r>
              <a:rPr lang="en-US" b="1" dirty="0"/>
              <a:t>/</a:t>
            </a:r>
            <a:r>
              <a:rPr lang="en-US" b="1" dirty="0" err="1"/>
              <a:t>Ghi</a:t>
            </a:r>
            <a:r>
              <a:rPr lang="en-US" b="1" dirty="0"/>
              <a:t> file </a:t>
            </a:r>
            <a:r>
              <a:rPr lang="en-US" b="1" dirty="0" err="1"/>
              <a:t>với</a:t>
            </a:r>
            <a:r>
              <a:rPr lang="en-US" b="1" dirty="0"/>
              <a:t> </a:t>
            </a:r>
            <a:r>
              <a:rPr lang="en-US" b="1" dirty="0" err="1"/>
              <a:t>BufferedReader</a:t>
            </a:r>
            <a:r>
              <a:rPr lang="en-US" b="1" dirty="0"/>
              <a:t>/</a:t>
            </a:r>
            <a:r>
              <a:rPr lang="en-US" b="1" dirty="0" err="1"/>
              <a:t>BufferedWriter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5BBB4-56EB-11A5-B9F0-875519AC1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BufferedReader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  <a:p>
            <a:r>
              <a:rPr lang="en-US" dirty="0" err="1"/>
              <a:t>BufferedReader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class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Đọc</a:t>
            </a:r>
            <a:r>
              <a:rPr lang="en-US" dirty="0"/>
              <a:t> file text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(</a:t>
            </a:r>
            <a:r>
              <a:rPr lang="en-US" dirty="0" err="1"/>
              <a:t>readLine</a:t>
            </a:r>
            <a:r>
              <a:rPr lang="en-US" dirty="0"/>
              <a:t>( )).</a:t>
            </a:r>
          </a:p>
          <a:p>
            <a:pPr lvl="1"/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FileReader</a:t>
            </a:r>
            <a:r>
              <a:rPr lang="en-US" dirty="0"/>
              <a:t> </a:t>
            </a:r>
            <a:r>
              <a:rPr lang="en-US" dirty="0" err="1"/>
              <a:t>nhờ</a:t>
            </a:r>
            <a:r>
              <a:rPr lang="en-US" dirty="0"/>
              <a:t> buffer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bộ</a:t>
            </a:r>
            <a:endParaRPr lang="en-US" dirty="0"/>
          </a:p>
          <a:p>
            <a:r>
              <a:rPr lang="en-US" b="1" dirty="0"/>
              <a:t>Cú </a:t>
            </a:r>
            <a:r>
              <a:rPr lang="en-US" b="1" dirty="0" err="1"/>
              <a:t>pháp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b="1" dirty="0"/>
              <a:t>	  </a:t>
            </a:r>
            <a:r>
              <a:rPr lang="en-US" b="1" i="1" dirty="0" err="1"/>
              <a:t>FileReader</a:t>
            </a:r>
            <a:r>
              <a:rPr lang="en-US" b="1" i="1" dirty="0"/>
              <a:t> </a:t>
            </a:r>
            <a:r>
              <a:rPr lang="en-US" i="1" dirty="0" err="1"/>
              <a:t>fr</a:t>
            </a:r>
            <a:r>
              <a:rPr lang="en-US" i="1" dirty="0"/>
              <a:t> = new </a:t>
            </a:r>
            <a:r>
              <a:rPr lang="en-US" b="1" i="1" dirty="0" err="1"/>
              <a:t>FileReader</a:t>
            </a:r>
            <a:r>
              <a:rPr lang="en-US" i="1" dirty="0"/>
              <a:t>("input.txt");</a:t>
            </a:r>
          </a:p>
          <a:p>
            <a:pPr marL="0" indent="0">
              <a:buNone/>
            </a:pPr>
            <a:r>
              <a:rPr lang="en-US" i="1" dirty="0"/>
              <a:t>            </a:t>
            </a:r>
            <a:r>
              <a:rPr lang="en-US" b="1" i="1" dirty="0" err="1"/>
              <a:t>BufferedReader</a:t>
            </a:r>
            <a:r>
              <a:rPr lang="en-US" b="1" i="1" dirty="0"/>
              <a:t> </a:t>
            </a:r>
            <a:r>
              <a:rPr lang="en-US" i="1" dirty="0" err="1"/>
              <a:t>br</a:t>
            </a:r>
            <a:r>
              <a:rPr lang="en-US" i="1" dirty="0"/>
              <a:t> = new </a:t>
            </a:r>
            <a:r>
              <a:rPr lang="en-US" b="1" i="1" dirty="0" err="1"/>
              <a:t>BufferedReader</a:t>
            </a:r>
            <a:r>
              <a:rPr lang="en-US" i="1" dirty="0"/>
              <a:t>(</a:t>
            </a:r>
            <a:r>
              <a:rPr lang="en-US" i="1" dirty="0" err="1"/>
              <a:t>fr</a:t>
            </a:r>
            <a:r>
              <a:rPr lang="en-US" i="1" dirty="0"/>
              <a:t>);</a:t>
            </a:r>
          </a:p>
          <a:p>
            <a:pPr marL="0" indent="0">
              <a:buNone/>
            </a:pPr>
            <a:r>
              <a:rPr lang="en-US" i="1" dirty="0"/>
              <a:t> </a:t>
            </a:r>
          </a:p>
          <a:p>
            <a:pPr marL="0" indent="0">
              <a:buNone/>
            </a:pPr>
            <a:r>
              <a:rPr lang="en-US" i="1" dirty="0"/>
              <a:t>            String line;</a:t>
            </a:r>
          </a:p>
          <a:p>
            <a:pPr marL="0" indent="0">
              <a:buNone/>
            </a:pPr>
            <a:r>
              <a:rPr lang="en-US" i="1" dirty="0"/>
              <a:t>            while ((line = </a:t>
            </a:r>
            <a:r>
              <a:rPr lang="en-US" i="1" dirty="0" err="1"/>
              <a:t>br.readLine</a:t>
            </a:r>
            <a:r>
              <a:rPr lang="en-US" i="1" dirty="0"/>
              <a:t>()) != null) { // </a:t>
            </a:r>
            <a:r>
              <a:rPr lang="en-US" i="1" dirty="0" err="1"/>
              <a:t>đọc</a:t>
            </a:r>
            <a:r>
              <a:rPr lang="en-US" i="1" dirty="0"/>
              <a:t> </a:t>
            </a:r>
            <a:r>
              <a:rPr lang="en-US" i="1" dirty="0" err="1"/>
              <a:t>từng</a:t>
            </a:r>
            <a:r>
              <a:rPr lang="en-US" i="1" dirty="0"/>
              <a:t> </a:t>
            </a:r>
            <a:r>
              <a:rPr lang="en-US" i="1" dirty="0" err="1"/>
              <a:t>dòng</a:t>
            </a:r>
            <a:endParaRPr lang="en-US" i="1" dirty="0"/>
          </a:p>
          <a:p>
            <a:pPr marL="0" indent="0">
              <a:buNone/>
            </a:pPr>
            <a:r>
              <a:rPr lang="en-US" i="1" dirty="0"/>
              <a:t>                </a:t>
            </a:r>
            <a:r>
              <a:rPr lang="en-US" i="1" dirty="0" err="1"/>
              <a:t>System.out.println</a:t>
            </a:r>
            <a:r>
              <a:rPr lang="en-US" i="1" dirty="0"/>
              <a:t>(line);</a:t>
            </a:r>
          </a:p>
          <a:p>
            <a:pPr marL="0" indent="0">
              <a:buNone/>
            </a:pPr>
            <a:r>
              <a:rPr lang="en-US" i="1" dirty="0"/>
              <a:t>            }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2546B-A959-5AF6-77C1-CAB70F49F7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50954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6B12F-D58D-9EB0-B5F5-751D3BDAE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Đọc</a:t>
            </a:r>
            <a:r>
              <a:rPr lang="en-US" b="1" dirty="0"/>
              <a:t>/</a:t>
            </a:r>
            <a:r>
              <a:rPr lang="en-US" b="1" dirty="0" err="1"/>
              <a:t>Ghi</a:t>
            </a:r>
            <a:r>
              <a:rPr lang="en-US" b="1" dirty="0"/>
              <a:t> file </a:t>
            </a:r>
            <a:r>
              <a:rPr lang="en-US" b="1" dirty="0" err="1"/>
              <a:t>với</a:t>
            </a:r>
            <a:r>
              <a:rPr lang="en-US" b="1" dirty="0"/>
              <a:t> </a:t>
            </a:r>
            <a:r>
              <a:rPr lang="en-US" b="1" dirty="0" err="1"/>
              <a:t>BufferedReader</a:t>
            </a:r>
            <a:r>
              <a:rPr lang="en-US" b="1" dirty="0"/>
              <a:t>/</a:t>
            </a:r>
            <a:r>
              <a:rPr lang="en-US" b="1" dirty="0" err="1"/>
              <a:t>BufferedWriter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6D234-0584-E44B-7BE8-FE92DBA41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BufferedWriter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class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:</a:t>
            </a:r>
          </a:p>
          <a:p>
            <a:pPr marL="0" lvl="0" indent="0">
              <a:buNone/>
            </a:pPr>
            <a:r>
              <a:rPr lang="en-US" dirty="0" err="1"/>
              <a:t>Ghi</a:t>
            </a:r>
            <a:r>
              <a:rPr lang="en-US" dirty="0"/>
              <a:t> file text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FileWriter</a:t>
            </a:r>
            <a:r>
              <a:rPr lang="en-US" dirty="0"/>
              <a:t> </a:t>
            </a:r>
            <a:r>
              <a:rPr lang="en-US" dirty="0" err="1"/>
              <a:t>nhờ</a:t>
            </a:r>
            <a:r>
              <a:rPr lang="en-US" dirty="0"/>
              <a:t> buffer.</a:t>
            </a:r>
          </a:p>
          <a:p>
            <a:pPr marL="0" lvl="0" indent="0">
              <a:buNone/>
            </a:pP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newLine</a:t>
            </a:r>
            <a:r>
              <a:rPr lang="en-US" dirty="0"/>
              <a:t>( )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xuống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r>
              <a:rPr lang="en-US" b="1" dirty="0"/>
              <a:t>Cú </a:t>
            </a:r>
            <a:r>
              <a:rPr lang="en-US" b="1" dirty="0" err="1"/>
              <a:t>pháp</a:t>
            </a:r>
            <a:r>
              <a:rPr lang="en-US" b="1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b="1" i="1" dirty="0" err="1"/>
              <a:t>FileWriter</a:t>
            </a:r>
            <a:r>
              <a:rPr lang="en-US" b="1" i="1" dirty="0"/>
              <a:t> </a:t>
            </a:r>
            <a:r>
              <a:rPr lang="en-US" i="1" dirty="0" err="1"/>
              <a:t>fw</a:t>
            </a:r>
            <a:r>
              <a:rPr lang="en-US" i="1" dirty="0"/>
              <a:t> = new </a:t>
            </a:r>
            <a:r>
              <a:rPr lang="en-US" b="1" i="1" dirty="0" err="1"/>
              <a:t>FileWriter</a:t>
            </a:r>
            <a:r>
              <a:rPr lang="en-US" i="1" dirty="0"/>
              <a:t>("output.txt");</a:t>
            </a:r>
          </a:p>
          <a:p>
            <a:pPr marL="0" indent="0">
              <a:buNone/>
            </a:pPr>
            <a:r>
              <a:rPr lang="en-US" i="1" dirty="0"/>
              <a:t>            </a:t>
            </a:r>
            <a:r>
              <a:rPr lang="en-US" b="1" i="1" dirty="0" err="1"/>
              <a:t>BufferedWriter</a:t>
            </a:r>
            <a:r>
              <a:rPr lang="en-US" b="1" i="1" dirty="0"/>
              <a:t> </a:t>
            </a:r>
            <a:r>
              <a:rPr lang="en-US" i="1" dirty="0" err="1"/>
              <a:t>bw</a:t>
            </a:r>
            <a:r>
              <a:rPr lang="en-US" i="1" dirty="0"/>
              <a:t> = new </a:t>
            </a:r>
            <a:r>
              <a:rPr lang="en-US" b="1" i="1" dirty="0" err="1"/>
              <a:t>BufferedWriter</a:t>
            </a:r>
            <a:r>
              <a:rPr lang="en-US" i="1" dirty="0"/>
              <a:t>(</a:t>
            </a:r>
            <a:r>
              <a:rPr lang="en-US" i="1" dirty="0" err="1"/>
              <a:t>fw</a:t>
            </a:r>
            <a:r>
              <a:rPr lang="en-US" i="1" dirty="0"/>
              <a:t>);</a:t>
            </a:r>
          </a:p>
          <a:p>
            <a:pPr marL="0" indent="0">
              <a:buNone/>
            </a:pPr>
            <a:r>
              <a:rPr lang="en-US" i="1" dirty="0"/>
              <a:t> </a:t>
            </a:r>
          </a:p>
          <a:p>
            <a:pPr marL="0" indent="0">
              <a:buNone/>
            </a:pPr>
            <a:r>
              <a:rPr lang="en-US" i="1" dirty="0"/>
              <a:t>            </a:t>
            </a:r>
            <a:r>
              <a:rPr lang="en-US" i="1" dirty="0" err="1"/>
              <a:t>bw.write</a:t>
            </a:r>
            <a:r>
              <a:rPr lang="en-US" i="1" dirty="0"/>
              <a:t>("Hello, </a:t>
            </a:r>
            <a:r>
              <a:rPr lang="en-US" i="1" dirty="0" err="1"/>
              <a:t>BufferedWriter</a:t>
            </a:r>
            <a:r>
              <a:rPr lang="en-US" i="1" dirty="0"/>
              <a:t>!");</a:t>
            </a:r>
          </a:p>
          <a:p>
            <a:pPr marL="0" indent="0">
              <a:buNone/>
            </a:pPr>
            <a:r>
              <a:rPr lang="en-US" i="1" dirty="0"/>
              <a:t>            </a:t>
            </a:r>
            <a:r>
              <a:rPr lang="en-US" i="1" dirty="0" err="1"/>
              <a:t>bw.newLine</a:t>
            </a:r>
            <a:r>
              <a:rPr lang="en-US" i="1" dirty="0"/>
              <a:t>(); // </a:t>
            </a:r>
            <a:r>
              <a:rPr lang="en-US" i="1" dirty="0" err="1"/>
              <a:t>xuống</a:t>
            </a:r>
            <a:r>
              <a:rPr lang="en-US" i="1" dirty="0"/>
              <a:t> </a:t>
            </a:r>
            <a:r>
              <a:rPr lang="en-US" i="1" dirty="0" err="1"/>
              <a:t>dòng</a:t>
            </a:r>
            <a:endParaRPr lang="en-US" i="1" dirty="0"/>
          </a:p>
          <a:p>
            <a:pPr marL="0" indent="0">
              <a:buNone/>
            </a:pPr>
            <a:r>
              <a:rPr lang="en-US" i="1" dirty="0"/>
              <a:t>            </a:t>
            </a:r>
            <a:r>
              <a:rPr lang="en-US" i="1" dirty="0" err="1"/>
              <a:t>bw.write</a:t>
            </a:r>
            <a:r>
              <a:rPr lang="en-US" i="1" dirty="0"/>
              <a:t>("This is fast writing example.");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C38C4-3E0E-CBF8-DECB-C0EBC25865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892199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FB501-CC01-4C9D-0D56-3FB80DD33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java.nio.file.Files</a:t>
            </a:r>
            <a:r>
              <a:rPr lang="en-US" dirty="0"/>
              <a:t> (Character Stream)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ADE53-2283-98EB-31E2-AA8E830BE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Files </a:t>
            </a:r>
            <a:r>
              <a:rPr lang="en-US" dirty="0" err="1"/>
              <a:t>là</a:t>
            </a:r>
            <a:r>
              <a:rPr lang="en-US" dirty="0"/>
              <a:t> class utility </a:t>
            </a:r>
            <a:r>
              <a:rPr lang="en-US" dirty="0" err="1"/>
              <a:t>trong</a:t>
            </a:r>
            <a:r>
              <a:rPr lang="en-US" dirty="0"/>
              <a:t> package </a:t>
            </a:r>
            <a:r>
              <a:rPr lang="en-US" dirty="0" err="1"/>
              <a:t>java.nio.file</a:t>
            </a:r>
            <a:r>
              <a:rPr lang="en-US" dirty="0"/>
              <a:t>,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static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file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: </a:t>
            </a:r>
            <a:r>
              <a:rPr lang="en-US" dirty="0" err="1"/>
              <a:t>đọc</a:t>
            </a:r>
            <a:r>
              <a:rPr lang="en-US" dirty="0"/>
              <a:t> file, </a:t>
            </a:r>
            <a:r>
              <a:rPr lang="en-US" dirty="0" err="1"/>
              <a:t>ghi</a:t>
            </a:r>
            <a:r>
              <a:rPr lang="en-US" dirty="0"/>
              <a:t> file, copy, move, delete file.</a:t>
            </a:r>
          </a:p>
          <a:p>
            <a:r>
              <a:rPr lang="en-US" b="1" dirty="0" err="1"/>
              <a:t>Ưu</a:t>
            </a:r>
            <a:r>
              <a:rPr lang="en-US" b="1" dirty="0"/>
              <a:t> </a:t>
            </a:r>
            <a:r>
              <a:rPr lang="en-US" b="1" dirty="0" err="1"/>
              <a:t>điểm</a:t>
            </a:r>
            <a:r>
              <a:rPr lang="en-US" b="1" dirty="0"/>
              <a:t>:</a:t>
            </a:r>
            <a:endParaRPr lang="en-US" dirty="0"/>
          </a:p>
          <a:p>
            <a:r>
              <a:rPr lang="en-US" dirty="0"/>
              <a:t>Code </a:t>
            </a:r>
            <a:r>
              <a:rPr lang="en-US" dirty="0" err="1"/>
              <a:t>ngắn</a:t>
            </a:r>
            <a:r>
              <a:rPr lang="en-US" dirty="0"/>
              <a:t> </a:t>
            </a:r>
            <a:r>
              <a:rPr lang="en-US" dirty="0" err="1"/>
              <a:t>gọn</a:t>
            </a:r>
            <a:r>
              <a:rPr lang="en-US" dirty="0"/>
              <a:t>,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.</a:t>
            </a:r>
          </a:p>
          <a:p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object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FileReader</a:t>
            </a:r>
            <a:r>
              <a:rPr lang="en-US" dirty="0"/>
              <a:t>, </a:t>
            </a:r>
            <a:r>
              <a:rPr lang="en-US" dirty="0" err="1"/>
              <a:t>BufferedReader</a:t>
            </a:r>
            <a:r>
              <a:rPr lang="en-US" dirty="0"/>
              <a:t>.</a:t>
            </a:r>
          </a:p>
          <a:p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file text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chóng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b="1" dirty="0"/>
              <a:t>file </a:t>
            </a:r>
            <a:r>
              <a:rPr lang="en-US" b="1" dirty="0" err="1"/>
              <a:t>nhỏ</a:t>
            </a:r>
            <a:r>
              <a:rPr lang="en-US" b="1" dirty="0"/>
              <a:t> – </a:t>
            </a:r>
            <a:r>
              <a:rPr lang="en-US" b="1" dirty="0" err="1"/>
              <a:t>vừa</a:t>
            </a:r>
            <a:r>
              <a:rPr lang="en-US" b="1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102D1F-9A0D-2628-B0A3-C2644B01E2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95059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C0AC1-13F8-8AD7-8AB9-205C3AE96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java.nio.file.Files</a:t>
            </a:r>
            <a:r>
              <a:rPr lang="en-US" dirty="0"/>
              <a:t> (Character Stream)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41FD9-6F7F-5C26-BEF0-8029EDEC7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Đọc</a:t>
            </a:r>
            <a:r>
              <a:rPr lang="en-US" dirty="0"/>
              <a:t> file text </a:t>
            </a:r>
            <a:r>
              <a:rPr lang="en-US" dirty="0" err="1"/>
              <a:t>bằng</a:t>
            </a:r>
            <a:r>
              <a:rPr lang="en-US" dirty="0"/>
              <a:t> Files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400050" lvl="1" indent="0">
              <a:buNone/>
            </a:pPr>
            <a:r>
              <a:rPr lang="en-US" i="1" dirty="0"/>
              <a:t>         List&lt;String&gt; lines = </a:t>
            </a:r>
            <a:r>
              <a:rPr lang="en-US" i="1" dirty="0" err="1"/>
              <a:t>Files.</a:t>
            </a:r>
            <a:r>
              <a:rPr lang="en-US" b="1" i="1" dirty="0" err="1"/>
              <a:t>readAllLines</a:t>
            </a:r>
            <a:r>
              <a:rPr lang="en-US" i="1" dirty="0"/>
              <a:t>(</a:t>
            </a:r>
            <a:r>
              <a:rPr lang="en-US" i="1" dirty="0" err="1"/>
              <a:t>Paths.get</a:t>
            </a:r>
            <a:r>
              <a:rPr lang="en-US" i="1" dirty="0"/>
              <a:t>("input.txt"));</a:t>
            </a:r>
          </a:p>
          <a:p>
            <a:pPr marL="0" indent="0">
              <a:buNone/>
            </a:pPr>
            <a:r>
              <a:rPr lang="en-US" i="1" dirty="0"/>
              <a:t>            for (String line : lines) {</a:t>
            </a:r>
          </a:p>
          <a:p>
            <a:pPr marL="0" indent="0">
              <a:buNone/>
            </a:pPr>
            <a:r>
              <a:rPr lang="en-US" i="1" dirty="0"/>
              <a:t>                </a:t>
            </a:r>
            <a:r>
              <a:rPr lang="en-US" i="1" dirty="0" err="1"/>
              <a:t>System.out.println</a:t>
            </a:r>
            <a:r>
              <a:rPr lang="en-US" i="1" dirty="0"/>
              <a:t>(line);</a:t>
            </a:r>
          </a:p>
          <a:p>
            <a:pPr marL="0" indent="0">
              <a:buNone/>
            </a:pPr>
            <a:r>
              <a:rPr lang="en-US" i="1" dirty="0"/>
              <a:t>            }</a:t>
            </a:r>
          </a:p>
          <a:p>
            <a:pPr marL="400050" lvl="1" indent="0">
              <a:buNone/>
            </a:pPr>
            <a:r>
              <a:rPr lang="en-US" i="1" dirty="0"/>
              <a:t> </a:t>
            </a:r>
          </a:p>
          <a:p>
            <a:r>
              <a:rPr lang="en-US" dirty="0" err="1"/>
              <a:t>Ghi</a:t>
            </a:r>
            <a:r>
              <a:rPr lang="en-US" dirty="0"/>
              <a:t> file text </a:t>
            </a:r>
            <a:r>
              <a:rPr lang="en-US" dirty="0" err="1"/>
              <a:t>bằng</a:t>
            </a:r>
            <a:r>
              <a:rPr lang="en-US" dirty="0"/>
              <a:t> Files</a:t>
            </a:r>
          </a:p>
          <a:p>
            <a:pPr marL="0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i="1" dirty="0"/>
              <a:t>            List&lt;String&gt; lines = </a:t>
            </a:r>
            <a:r>
              <a:rPr lang="en-US" i="1" dirty="0" err="1"/>
              <a:t>Arrays.asList</a:t>
            </a:r>
            <a:r>
              <a:rPr lang="en-US" i="1" dirty="0"/>
              <a:t>(</a:t>
            </a:r>
          </a:p>
          <a:p>
            <a:pPr marL="400050" lvl="1" indent="0">
              <a:buNone/>
            </a:pPr>
            <a:r>
              <a:rPr lang="en-US" i="1" dirty="0"/>
              <a:t>                "Hello, </a:t>
            </a:r>
            <a:r>
              <a:rPr lang="en-US" i="1" dirty="0" err="1"/>
              <a:t>java.nio.file.Files</a:t>
            </a:r>
            <a:r>
              <a:rPr lang="en-US" i="1" dirty="0"/>
              <a:t>!",</a:t>
            </a:r>
          </a:p>
          <a:p>
            <a:pPr marL="400050" lvl="1" indent="0">
              <a:buNone/>
            </a:pPr>
            <a:r>
              <a:rPr lang="en-US" i="1" dirty="0"/>
              <a:t>                "This is write() example."</a:t>
            </a:r>
          </a:p>
          <a:p>
            <a:pPr marL="400050" lvl="1" indent="0">
              <a:buNone/>
            </a:pPr>
            <a:r>
              <a:rPr lang="en-US" i="1" dirty="0"/>
              <a:t>            );</a:t>
            </a:r>
          </a:p>
          <a:p>
            <a:pPr marL="400050" lvl="1" indent="0">
              <a:buNone/>
            </a:pPr>
            <a:r>
              <a:rPr lang="en-US" i="1" dirty="0"/>
              <a:t>            </a:t>
            </a:r>
            <a:r>
              <a:rPr lang="en-US" i="1" dirty="0" err="1"/>
              <a:t>Files.</a:t>
            </a:r>
            <a:r>
              <a:rPr lang="en-US" b="1" i="1" dirty="0" err="1"/>
              <a:t>write</a:t>
            </a:r>
            <a:r>
              <a:rPr lang="en-US" i="1" dirty="0"/>
              <a:t>(</a:t>
            </a:r>
            <a:r>
              <a:rPr lang="en-US" i="1" dirty="0" err="1"/>
              <a:t>Paths.get</a:t>
            </a:r>
            <a:r>
              <a:rPr lang="en-US" i="1" dirty="0"/>
              <a:t>("output.txt"), lines);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E4DD1-D2D8-2014-08E7-CDE0A66F97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30788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9831D-A16F-6B0F-9772-DE3A9F269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/</a:t>
            </a:r>
            <a:r>
              <a:rPr lang="en-US" dirty="0" err="1"/>
              <a:t>Ghi</a:t>
            </a:r>
            <a:r>
              <a:rPr lang="en-US" dirty="0"/>
              <a:t> File (Character Streams)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F8D1E-0316-6B0F-E736-AB32FEA63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:</a:t>
            </a:r>
          </a:p>
          <a:p>
            <a:r>
              <a:rPr lang="en-US" dirty="0"/>
              <a:t>Cho file “</a:t>
            </a:r>
            <a:r>
              <a:rPr lang="en-US" b="1" dirty="0"/>
              <a:t>students.txt</a:t>
            </a:r>
            <a:r>
              <a:rPr lang="en-US" dirty="0"/>
              <a:t>”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,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:</a:t>
            </a:r>
          </a:p>
          <a:p>
            <a:pPr lvl="1"/>
            <a:r>
              <a:rPr lang="en-US" b="1" dirty="0" err="1"/>
              <a:t>Name,Score</a:t>
            </a:r>
            <a:r>
              <a:rPr lang="en-US" dirty="0"/>
              <a:t> </a:t>
            </a:r>
          </a:p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students.txt:</a:t>
            </a:r>
          </a:p>
          <a:p>
            <a:pPr lvl="1"/>
            <a:r>
              <a:rPr lang="en-US" dirty="0"/>
              <a:t>Bình,8.5</a:t>
            </a:r>
          </a:p>
          <a:p>
            <a:pPr lvl="1"/>
            <a:r>
              <a:rPr lang="en-US" dirty="0"/>
              <a:t>Nam,6.0</a:t>
            </a:r>
          </a:p>
          <a:p>
            <a:pPr lvl="1"/>
            <a:r>
              <a:rPr lang="en-US" dirty="0"/>
              <a:t>An,9.2</a:t>
            </a:r>
          </a:p>
          <a:p>
            <a:pPr lvl="1"/>
            <a:r>
              <a:rPr lang="en-US" dirty="0"/>
              <a:t>Tuấn,7.5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9416E-EFC3-5A57-8CE6-5F25353745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38755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DF9E4-28A1-5F1B-7467-95BCA836B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17C57-D957-D2B1-AF03-62B97DED3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 err="1"/>
              <a:t>Bước</a:t>
            </a:r>
            <a:r>
              <a:rPr lang="en-US" dirty="0"/>
              <a:t> 1: </a:t>
            </a:r>
            <a:r>
              <a:rPr lang="en-US" dirty="0" err="1"/>
              <a:t>Đọc</a:t>
            </a:r>
            <a:r>
              <a:rPr lang="en-US" dirty="0"/>
              <a:t> file “students.txt”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b="1" dirty="0" err="1"/>
              <a:t>BufferedReader</a:t>
            </a:r>
            <a:r>
              <a:rPr lang="en-US" dirty="0"/>
              <a:t>.</a:t>
            </a:r>
          </a:p>
          <a:p>
            <a:r>
              <a:rPr lang="en-US" dirty="0" err="1"/>
              <a:t>Bước</a:t>
            </a:r>
            <a:r>
              <a:rPr lang="en-US" dirty="0"/>
              <a:t> 2: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, </a:t>
            </a:r>
            <a:r>
              <a:rPr lang="en-US" dirty="0" err="1"/>
              <a:t>tách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b="1" dirty="0" err="1"/>
              <a:t>tên</a:t>
            </a:r>
            <a:r>
              <a:rPr lang="en-US" b="1" dirty="0"/>
              <a:t> </a:t>
            </a:r>
            <a:r>
              <a:rPr lang="en-US" b="1" dirty="0" err="1"/>
              <a:t>sinh</a:t>
            </a:r>
            <a:r>
              <a:rPr lang="en-US" b="1" dirty="0"/>
              <a:t> </a:t>
            </a:r>
            <a:r>
              <a:rPr lang="en-US" b="1" dirty="0" err="1"/>
              <a:t>viên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b="1" dirty="0" err="1"/>
              <a:t>điểm</a:t>
            </a:r>
            <a:r>
              <a:rPr lang="en-US" b="1" dirty="0"/>
              <a:t> </a:t>
            </a:r>
            <a:r>
              <a:rPr lang="en-US" dirty="0"/>
              <a:t>(double),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object </a:t>
            </a:r>
            <a:r>
              <a:rPr lang="en-US" b="1" dirty="0"/>
              <a:t>Student</a:t>
            </a:r>
            <a:r>
              <a:rPr lang="en-US" dirty="0"/>
              <a:t>.</a:t>
            </a:r>
          </a:p>
          <a:p>
            <a:r>
              <a:rPr lang="en-US" dirty="0" err="1"/>
              <a:t>Bước</a:t>
            </a:r>
            <a:r>
              <a:rPr lang="en-US" dirty="0"/>
              <a:t> 3: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.</a:t>
            </a:r>
          </a:p>
          <a:p>
            <a:r>
              <a:rPr lang="en-US" dirty="0" err="1"/>
              <a:t>Bước</a:t>
            </a:r>
            <a:r>
              <a:rPr lang="en-US" dirty="0"/>
              <a:t> 4: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file “</a:t>
            </a:r>
            <a:r>
              <a:rPr lang="en-US" b="1" dirty="0"/>
              <a:t>report.txt</a:t>
            </a:r>
            <a:r>
              <a:rPr lang="en-US" dirty="0"/>
              <a:t>”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b="1" dirty="0" err="1"/>
              <a:t>PrintWriter</a:t>
            </a:r>
            <a:r>
              <a:rPr lang="en-US" dirty="0"/>
              <a:t>, </a:t>
            </a:r>
            <a:r>
              <a:rPr lang="en-US" dirty="0" err="1"/>
              <a:t>với</a:t>
            </a:r>
            <a:r>
              <a:rPr lang="en-US" dirty="0"/>
              <a:t> format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====== STUDENT REPORT ======</a:t>
            </a:r>
          </a:p>
          <a:p>
            <a:pPr marL="0" indent="0">
              <a:buNone/>
            </a:pPr>
            <a:r>
              <a:rPr lang="en-US" dirty="0"/>
              <a:t>Name         Score   Pass/Fail</a:t>
            </a:r>
          </a:p>
          <a:p>
            <a:pPr marL="0" indent="0">
              <a:buNone/>
            </a:pPr>
            <a:r>
              <a:rPr lang="en-US" dirty="0"/>
              <a:t>-----------------------------</a:t>
            </a:r>
          </a:p>
          <a:p>
            <a:pPr marL="0" indent="0">
              <a:buNone/>
            </a:pPr>
            <a:r>
              <a:rPr lang="en-US" dirty="0"/>
              <a:t>Bình       8.50    PASS</a:t>
            </a:r>
          </a:p>
          <a:p>
            <a:pPr marL="0" indent="0">
              <a:buNone/>
            </a:pPr>
            <a:r>
              <a:rPr lang="en-US" dirty="0"/>
              <a:t>Nam         6.00    PASS</a:t>
            </a:r>
          </a:p>
          <a:p>
            <a:pPr marL="0" indent="0">
              <a:buNone/>
            </a:pPr>
            <a:r>
              <a:rPr lang="en-US" dirty="0"/>
              <a:t>An     9.20    PASS</a:t>
            </a:r>
          </a:p>
          <a:p>
            <a:pPr marL="0" indent="0">
              <a:buNone/>
            </a:pPr>
            <a:r>
              <a:rPr lang="en-US" dirty="0"/>
              <a:t>Tuấn       7.50    PASS</a:t>
            </a:r>
          </a:p>
          <a:p>
            <a:pPr marL="0" indent="0">
              <a:buNone/>
            </a:pPr>
            <a:r>
              <a:rPr lang="en-US" dirty="0"/>
              <a:t>-----------------------------</a:t>
            </a:r>
          </a:p>
          <a:p>
            <a:pPr marL="0" indent="0">
              <a:buNone/>
            </a:pPr>
            <a:r>
              <a:rPr lang="en-US" dirty="0"/>
              <a:t>Average Score: 7.80</a:t>
            </a:r>
          </a:p>
          <a:p>
            <a:pPr marL="0" indent="0">
              <a:buNone/>
            </a:pPr>
            <a:r>
              <a:rPr lang="en-US" dirty="0"/>
              <a:t>=============================</a:t>
            </a:r>
          </a:p>
          <a:p>
            <a:r>
              <a:rPr lang="en-US" i="1" dirty="0"/>
              <a:t>Quy </a:t>
            </a:r>
            <a:r>
              <a:rPr lang="en-US" i="1" dirty="0" err="1"/>
              <a:t>định</a:t>
            </a:r>
            <a:r>
              <a:rPr lang="en-US" i="1" dirty="0"/>
              <a:t> Pass/Fail:</a:t>
            </a:r>
          </a:p>
          <a:p>
            <a:pPr marL="400050" lvl="1" indent="0">
              <a:buNone/>
            </a:pPr>
            <a:r>
              <a:rPr lang="en-US" i="1" dirty="0" err="1"/>
              <a:t>Điểm</a:t>
            </a:r>
            <a:r>
              <a:rPr lang="en-US" i="1" dirty="0"/>
              <a:t> &gt;= 5.0 ➔ PASS</a:t>
            </a:r>
          </a:p>
          <a:p>
            <a:pPr marL="400050" lvl="1" indent="0">
              <a:buNone/>
            </a:pPr>
            <a:r>
              <a:rPr lang="en-US" i="1" dirty="0"/>
              <a:t> </a:t>
            </a:r>
          </a:p>
          <a:p>
            <a:pPr marL="400050" lvl="1" indent="0">
              <a:buNone/>
            </a:pPr>
            <a:r>
              <a:rPr lang="en-US" i="1" dirty="0" err="1"/>
              <a:t>Điểm</a:t>
            </a:r>
            <a:r>
              <a:rPr lang="en-US" i="1" dirty="0"/>
              <a:t> &lt; 5.0 ➔ FAIL</a:t>
            </a:r>
          </a:p>
          <a:p>
            <a:pPr marL="400050" lvl="1" indent="0">
              <a:buNone/>
            </a:pPr>
            <a:endParaRPr lang="en-US" dirty="0"/>
          </a:p>
          <a:p>
            <a:r>
              <a:rPr lang="en-US" dirty="0" err="1"/>
              <a:t>Bước</a:t>
            </a:r>
            <a:r>
              <a:rPr lang="en-US" dirty="0"/>
              <a:t> 5: In </a:t>
            </a:r>
            <a:r>
              <a:rPr lang="en-US" dirty="0" err="1"/>
              <a:t>ra</a:t>
            </a:r>
            <a:r>
              <a:rPr lang="en-US" dirty="0"/>
              <a:t> console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Report generated successfully to report.txt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3F0BC-0841-2C1A-7F41-67FF29D234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96344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8B20-FF40-1FF2-75F8-770BE9E98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Đọc</a:t>
            </a:r>
            <a:r>
              <a:rPr lang="en-US" dirty="0"/>
              <a:t>/</a:t>
            </a:r>
            <a:r>
              <a:rPr lang="en-US" dirty="0" err="1"/>
              <a:t>Ghi</a:t>
            </a:r>
            <a:r>
              <a:rPr lang="en-US" dirty="0"/>
              <a:t> file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FileInputStream</a:t>
            </a:r>
            <a:r>
              <a:rPr lang="en-US" dirty="0"/>
              <a:t> &amp; </a:t>
            </a:r>
            <a:r>
              <a:rPr lang="en-US" dirty="0" err="1"/>
              <a:t>FileOutputStream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848B8-0D43-D3F8-782F-B89D0AC38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FileInputStream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Đọc</a:t>
            </a:r>
            <a:r>
              <a:rPr lang="en-US" dirty="0"/>
              <a:t> file </a:t>
            </a:r>
            <a:r>
              <a:rPr lang="en-US" dirty="0" err="1"/>
              <a:t>ảnh</a:t>
            </a:r>
            <a:r>
              <a:rPr lang="en-US" dirty="0"/>
              <a:t> (input.jpg) </a:t>
            </a:r>
            <a:r>
              <a:rPr lang="en-US" dirty="0" err="1"/>
              <a:t>và</a:t>
            </a:r>
            <a:r>
              <a:rPr lang="en-US" dirty="0"/>
              <a:t> in </a:t>
            </a:r>
            <a:r>
              <a:rPr lang="en-US" dirty="0" err="1"/>
              <a:t>số</a:t>
            </a:r>
            <a:r>
              <a:rPr lang="en-US" dirty="0"/>
              <a:t> byte</a:t>
            </a:r>
          </a:p>
          <a:p>
            <a:r>
              <a:rPr lang="en-US" dirty="0"/>
              <a:t>Download file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video </a:t>
            </a:r>
            <a:r>
              <a:rPr lang="en-US" u="sng" dirty="0" err="1">
                <a:hlinkClick r:id="rId2" action="ppaction://hlinkfile"/>
              </a:rPr>
              <a:t>tại</a:t>
            </a:r>
            <a:r>
              <a:rPr lang="en-US" u="sng" dirty="0">
                <a:hlinkClick r:id="rId2" action="ppaction://hlinkfile"/>
              </a:rPr>
              <a:t> </a:t>
            </a:r>
            <a:r>
              <a:rPr lang="en-US" u="sng" dirty="0" err="1">
                <a:hlinkClick r:id="rId2" action="ppaction://hlinkfile"/>
              </a:rPr>
              <a:t>đây</a:t>
            </a:r>
            <a:endParaRPr lang="en-US" dirty="0"/>
          </a:p>
          <a:p>
            <a:pPr marL="0" indent="0">
              <a:buNone/>
            </a:pPr>
            <a:endParaRPr lang="en-US" sz="2400" b="1" i="1" dirty="0"/>
          </a:p>
          <a:p>
            <a:pPr marL="0" indent="0">
              <a:buNone/>
            </a:pPr>
            <a:r>
              <a:rPr lang="en-US" sz="2400" b="1" i="1" dirty="0" err="1"/>
              <a:t>FileInputStream</a:t>
            </a:r>
            <a:r>
              <a:rPr lang="en-US" sz="2400" b="1" i="1" dirty="0"/>
              <a:t> </a:t>
            </a:r>
            <a:r>
              <a:rPr lang="en-US" sz="2400" i="1" dirty="0" err="1"/>
              <a:t>fis</a:t>
            </a:r>
            <a:r>
              <a:rPr lang="en-US" sz="2400" i="1" dirty="0"/>
              <a:t> = new </a:t>
            </a:r>
            <a:r>
              <a:rPr lang="en-US" sz="2400" b="1" i="1" dirty="0" err="1"/>
              <a:t>FileInputStream</a:t>
            </a:r>
            <a:r>
              <a:rPr lang="en-US" sz="2400" i="1" dirty="0"/>
              <a:t>(</a:t>
            </a:r>
            <a:r>
              <a:rPr lang="en-US" sz="2400" i="1" dirty="0" err="1"/>
              <a:t>filePath</a:t>
            </a:r>
            <a:r>
              <a:rPr lang="en-US" sz="2400" i="1" dirty="0"/>
              <a:t>)</a:t>
            </a:r>
          </a:p>
          <a:p>
            <a:pPr marL="0" indent="0">
              <a:buNone/>
            </a:pPr>
            <a:r>
              <a:rPr lang="en-US" sz="2400" i="1" dirty="0"/>
              <a:t>int </a:t>
            </a:r>
            <a:r>
              <a:rPr lang="en-US" sz="2400" i="1" dirty="0" err="1"/>
              <a:t>sizeInBytes</a:t>
            </a:r>
            <a:r>
              <a:rPr lang="en-US" sz="2400" i="1" dirty="0"/>
              <a:t> = </a:t>
            </a:r>
            <a:r>
              <a:rPr lang="en-US" sz="2400" i="1" dirty="0" err="1"/>
              <a:t>fis.available</a:t>
            </a:r>
            <a:r>
              <a:rPr lang="en-US" sz="2400" i="1" dirty="0"/>
              <a:t>(); // available </a:t>
            </a:r>
            <a:r>
              <a:rPr lang="en-US" sz="2400" i="1" dirty="0" err="1"/>
              <a:t>trả</a:t>
            </a:r>
            <a:r>
              <a:rPr lang="en-US" sz="2400" i="1" dirty="0"/>
              <a:t> </a:t>
            </a:r>
            <a:r>
              <a:rPr lang="en-US" sz="2400" i="1" dirty="0" err="1"/>
              <a:t>về</a:t>
            </a:r>
            <a:r>
              <a:rPr lang="en-US" sz="2400" i="1" dirty="0"/>
              <a:t> </a:t>
            </a:r>
            <a:r>
              <a:rPr lang="en-US" sz="2400" i="1" dirty="0" err="1"/>
              <a:t>số</a:t>
            </a:r>
            <a:r>
              <a:rPr lang="en-US" sz="2400" i="1" dirty="0"/>
              <a:t> byte </a:t>
            </a:r>
            <a:r>
              <a:rPr lang="en-US" sz="2400" i="1" dirty="0" err="1"/>
              <a:t>có</a:t>
            </a:r>
            <a:r>
              <a:rPr lang="en-US" sz="2400" i="1" dirty="0"/>
              <a:t> </a:t>
            </a:r>
            <a:r>
              <a:rPr lang="en-US" sz="2400" i="1" dirty="0" err="1"/>
              <a:t>thể</a:t>
            </a:r>
            <a:r>
              <a:rPr lang="en-US" sz="2400" i="1" dirty="0"/>
              <a:t> </a:t>
            </a:r>
            <a:r>
              <a:rPr lang="en-US" sz="2400" i="1" dirty="0" err="1"/>
              <a:t>đọc</a:t>
            </a:r>
            <a:endParaRPr lang="en-US" sz="2400" i="1" dirty="0"/>
          </a:p>
          <a:p>
            <a:pPr marL="0" indent="0">
              <a:buNone/>
            </a:pPr>
            <a:r>
              <a:rPr lang="en-US" sz="2400" i="1" dirty="0"/>
              <a:t>double </a:t>
            </a:r>
            <a:r>
              <a:rPr lang="en-US" sz="2400" i="1" dirty="0" err="1"/>
              <a:t>sizeInMB</a:t>
            </a:r>
            <a:r>
              <a:rPr lang="en-US" sz="2400" i="1" dirty="0"/>
              <a:t> = (double) </a:t>
            </a:r>
            <a:r>
              <a:rPr lang="en-US" sz="2400" i="1" dirty="0" err="1"/>
              <a:t>sizeInBytes</a:t>
            </a:r>
            <a:r>
              <a:rPr lang="en-US" sz="2400" i="1" dirty="0"/>
              <a:t> / (1024 * 1024);</a:t>
            </a:r>
          </a:p>
          <a:p>
            <a:pPr marL="0" indent="0">
              <a:buNone/>
            </a:pPr>
            <a:r>
              <a:rPr lang="en-US" sz="2400" i="1" dirty="0" err="1"/>
              <a:t>System.out.printf</a:t>
            </a:r>
            <a:r>
              <a:rPr lang="en-US" sz="2400" i="1" dirty="0"/>
              <a:t>("</a:t>
            </a:r>
            <a:r>
              <a:rPr lang="en-US" sz="2400" i="1" dirty="0" err="1"/>
              <a:t>Kích</a:t>
            </a:r>
            <a:r>
              <a:rPr lang="en-US" sz="2400" i="1" dirty="0"/>
              <a:t> </a:t>
            </a:r>
            <a:r>
              <a:rPr lang="en-US" sz="2400" i="1" dirty="0" err="1"/>
              <a:t>thước</a:t>
            </a:r>
            <a:r>
              <a:rPr lang="en-US" sz="2400" i="1" dirty="0"/>
              <a:t> file: %.2f MB\n", </a:t>
            </a:r>
            <a:r>
              <a:rPr lang="en-US" sz="2400" i="1" dirty="0" err="1"/>
              <a:t>sizeInMB</a:t>
            </a:r>
            <a:r>
              <a:rPr lang="en-US" sz="2400" i="1" dirty="0"/>
              <a:t>);</a:t>
            </a:r>
            <a:endParaRPr lang="en-US" i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DA70A-89B8-5DFE-0F4B-CDC800DF2D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576453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242EE-BCCF-2696-3872-A9CDF5288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Đọc</a:t>
            </a:r>
            <a:r>
              <a:rPr lang="en-US" dirty="0"/>
              <a:t>/</a:t>
            </a:r>
            <a:r>
              <a:rPr lang="en-US" dirty="0" err="1"/>
              <a:t>Ghi</a:t>
            </a:r>
            <a:r>
              <a:rPr lang="en-US" dirty="0"/>
              <a:t> file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FileInputStream</a:t>
            </a:r>
            <a:r>
              <a:rPr lang="en-US" dirty="0"/>
              <a:t> &amp; </a:t>
            </a:r>
            <a:r>
              <a:rPr lang="en-US" dirty="0" err="1"/>
              <a:t>FileOutputStream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C7BF0-716C-36E4-2074-FAFE298CC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FileOutputStream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copy file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i="1" dirty="0"/>
              <a:t> String </a:t>
            </a:r>
            <a:r>
              <a:rPr lang="en-US" i="1" dirty="0" err="1"/>
              <a:t>inputPath</a:t>
            </a:r>
            <a:r>
              <a:rPr lang="en-US" i="1" dirty="0"/>
              <a:t> = "input.jpg";</a:t>
            </a:r>
          </a:p>
          <a:p>
            <a:pPr marL="0" indent="0">
              <a:buNone/>
            </a:pPr>
            <a:r>
              <a:rPr lang="en-US" i="1" dirty="0"/>
              <a:t>  String </a:t>
            </a:r>
            <a:r>
              <a:rPr lang="en-US" i="1" dirty="0" err="1"/>
              <a:t>outputPath</a:t>
            </a:r>
            <a:r>
              <a:rPr lang="en-US" i="1" dirty="0"/>
              <a:t> = "copy.jpg";</a:t>
            </a:r>
          </a:p>
          <a:p>
            <a:pPr marL="0" indent="0">
              <a:buNone/>
            </a:pPr>
            <a:r>
              <a:rPr lang="en-US" i="1" dirty="0"/>
              <a:t> </a:t>
            </a:r>
          </a:p>
          <a:p>
            <a:pPr marL="0" indent="0">
              <a:buNone/>
            </a:pPr>
            <a:r>
              <a:rPr lang="en-US" i="1" dirty="0"/>
              <a:t>  </a:t>
            </a:r>
            <a:r>
              <a:rPr lang="en-US" i="1" dirty="0" err="1"/>
              <a:t>FileInputStream</a:t>
            </a:r>
            <a:r>
              <a:rPr lang="en-US" i="1" dirty="0"/>
              <a:t> </a:t>
            </a:r>
            <a:r>
              <a:rPr lang="en-US" i="1" dirty="0" err="1"/>
              <a:t>fis</a:t>
            </a:r>
            <a:r>
              <a:rPr lang="en-US" i="1" dirty="0"/>
              <a:t> = new </a:t>
            </a:r>
            <a:r>
              <a:rPr lang="en-US" i="1" dirty="0" err="1"/>
              <a:t>FileInputStream</a:t>
            </a:r>
            <a:r>
              <a:rPr lang="en-US" i="1" dirty="0"/>
              <a:t>(</a:t>
            </a:r>
            <a:r>
              <a:rPr lang="en-US" i="1" dirty="0" err="1"/>
              <a:t>inputPath</a:t>
            </a:r>
            <a:r>
              <a:rPr lang="en-US" i="1" dirty="0"/>
              <a:t>);</a:t>
            </a:r>
          </a:p>
          <a:p>
            <a:pPr marL="0" indent="0">
              <a:buNone/>
            </a:pPr>
            <a:r>
              <a:rPr lang="en-US" i="1" dirty="0"/>
              <a:t>  </a:t>
            </a:r>
            <a:r>
              <a:rPr lang="en-US" i="1" dirty="0" err="1"/>
              <a:t>FileOutputStream</a:t>
            </a:r>
            <a:r>
              <a:rPr lang="en-US" i="1" dirty="0"/>
              <a:t> </a:t>
            </a:r>
            <a:r>
              <a:rPr lang="en-US" i="1" dirty="0" err="1"/>
              <a:t>fos</a:t>
            </a:r>
            <a:r>
              <a:rPr lang="en-US" i="1" dirty="0"/>
              <a:t> = new </a:t>
            </a:r>
            <a:r>
              <a:rPr lang="en-US" i="1" dirty="0" err="1"/>
              <a:t>FileOutputStream</a:t>
            </a:r>
            <a:r>
              <a:rPr lang="en-US" i="1" dirty="0"/>
              <a:t>(</a:t>
            </a:r>
            <a:r>
              <a:rPr lang="en-US" i="1" dirty="0" err="1"/>
              <a:t>outputPath</a:t>
            </a:r>
            <a:r>
              <a:rPr lang="en-US" i="1" dirty="0"/>
              <a:t>)) </a:t>
            </a:r>
          </a:p>
          <a:p>
            <a:pPr marL="0" indent="0">
              <a:buNone/>
            </a:pPr>
            <a:r>
              <a:rPr lang="en-US" i="1" dirty="0"/>
              <a:t> </a:t>
            </a:r>
          </a:p>
          <a:p>
            <a:pPr marL="0" indent="0">
              <a:buNone/>
            </a:pPr>
            <a:r>
              <a:rPr lang="en-US" i="1" dirty="0"/>
              <a:t>  int b;</a:t>
            </a:r>
          </a:p>
          <a:p>
            <a:pPr marL="0" indent="0">
              <a:buNone/>
            </a:pPr>
            <a:r>
              <a:rPr lang="en-US" i="1" dirty="0"/>
              <a:t>  while ((b = </a:t>
            </a:r>
            <a:r>
              <a:rPr lang="en-US" i="1" dirty="0" err="1"/>
              <a:t>fis.read</a:t>
            </a:r>
            <a:r>
              <a:rPr lang="en-US" i="1" dirty="0"/>
              <a:t>()) != -1) {</a:t>
            </a:r>
          </a:p>
          <a:p>
            <a:pPr marL="0" indent="0">
              <a:buNone/>
            </a:pPr>
            <a:r>
              <a:rPr lang="en-US" i="1" dirty="0"/>
              <a:t>                </a:t>
            </a:r>
            <a:r>
              <a:rPr lang="en-US" i="1" dirty="0" err="1"/>
              <a:t>fos.write</a:t>
            </a:r>
            <a:r>
              <a:rPr lang="en-US" i="1" dirty="0"/>
              <a:t>(b);</a:t>
            </a:r>
          </a:p>
          <a:p>
            <a:pPr marL="0" indent="0">
              <a:buNone/>
            </a:pPr>
            <a:r>
              <a:rPr lang="en-US" i="1" dirty="0"/>
              <a:t>    }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36461-C82F-B4C9-A6B2-5C520F14CA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77145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E1B5-C60E-08F8-2270-32306EDD6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java.nio.file.Files</a:t>
            </a:r>
            <a:r>
              <a:rPr lang="en-US" dirty="0"/>
              <a:t> (Byte Stream)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52877-E07B-7367-B61A-BA51E725F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Files.readAllBytes</a:t>
            </a:r>
            <a:r>
              <a:rPr lang="en-US" dirty="0"/>
              <a:t>()           </a:t>
            </a:r>
          </a:p>
          <a:p>
            <a:pPr marL="400050" lvl="1" indent="0">
              <a:buNone/>
            </a:pPr>
            <a:r>
              <a:rPr lang="en-US" dirty="0"/>
              <a:t> </a:t>
            </a:r>
            <a:r>
              <a:rPr lang="en-US" i="1" dirty="0"/>
              <a:t>byte[ ] data = </a:t>
            </a:r>
            <a:r>
              <a:rPr lang="en-US" i="1" dirty="0" err="1"/>
              <a:t>Files.</a:t>
            </a:r>
            <a:r>
              <a:rPr lang="en-US" b="1" i="1" dirty="0" err="1"/>
              <a:t>readAllBytes</a:t>
            </a:r>
            <a:r>
              <a:rPr lang="en-US" i="1" dirty="0"/>
              <a:t>(</a:t>
            </a:r>
            <a:r>
              <a:rPr lang="en-US" i="1" dirty="0" err="1"/>
              <a:t>Paths.get</a:t>
            </a:r>
            <a:r>
              <a:rPr lang="en-US" i="1" dirty="0"/>
              <a:t>(</a:t>
            </a:r>
            <a:r>
              <a:rPr lang="en-US" i="1" dirty="0" err="1"/>
              <a:t>filePath</a:t>
            </a:r>
            <a:r>
              <a:rPr lang="en-US" i="1" dirty="0"/>
              <a:t>));</a:t>
            </a:r>
          </a:p>
          <a:p>
            <a:pPr marL="400050" lvl="1" indent="0">
              <a:buNone/>
            </a:pPr>
            <a:r>
              <a:rPr lang="en-US" i="1" dirty="0"/>
              <a:t> </a:t>
            </a:r>
          </a:p>
          <a:p>
            <a:pPr marL="400050" lvl="1" indent="0">
              <a:buNone/>
            </a:pPr>
            <a:r>
              <a:rPr lang="en-US" i="1" dirty="0"/>
              <a:t> </a:t>
            </a:r>
            <a:r>
              <a:rPr lang="en-US" i="1" dirty="0" err="1"/>
              <a:t>System.out.println</a:t>
            </a:r>
            <a:r>
              <a:rPr lang="en-US" i="1" dirty="0"/>
              <a:t>("</a:t>
            </a:r>
            <a:r>
              <a:rPr lang="en-US" i="1" dirty="0" err="1"/>
              <a:t>Đã</a:t>
            </a:r>
            <a:r>
              <a:rPr lang="en-US" i="1" dirty="0"/>
              <a:t> </a:t>
            </a:r>
            <a:r>
              <a:rPr lang="en-US" i="1" dirty="0" err="1"/>
              <a:t>đọc</a:t>
            </a:r>
            <a:r>
              <a:rPr lang="en-US" i="1" dirty="0"/>
              <a:t> file: " + </a:t>
            </a:r>
            <a:r>
              <a:rPr lang="en-US" i="1" dirty="0" err="1"/>
              <a:t>filePath</a:t>
            </a:r>
            <a:r>
              <a:rPr lang="en-US" i="1" dirty="0"/>
              <a:t>);</a:t>
            </a:r>
          </a:p>
          <a:p>
            <a:pPr marL="400050" lvl="1" indent="0">
              <a:buNone/>
            </a:pPr>
            <a:r>
              <a:rPr lang="en-US" i="1" dirty="0"/>
              <a:t> </a:t>
            </a:r>
            <a:r>
              <a:rPr lang="en-US" i="1" dirty="0" err="1"/>
              <a:t>System.out.println</a:t>
            </a:r>
            <a:r>
              <a:rPr lang="en-US" i="1" dirty="0"/>
              <a:t>("</a:t>
            </a:r>
            <a:r>
              <a:rPr lang="en-US" i="1" dirty="0" err="1"/>
              <a:t>Kích</a:t>
            </a:r>
            <a:r>
              <a:rPr lang="en-US" i="1" dirty="0"/>
              <a:t> </a:t>
            </a:r>
            <a:r>
              <a:rPr lang="en-US" i="1" dirty="0" err="1"/>
              <a:t>thước</a:t>
            </a:r>
            <a:r>
              <a:rPr lang="en-US" i="1" dirty="0"/>
              <a:t> file: " + </a:t>
            </a:r>
            <a:r>
              <a:rPr lang="en-US" i="1" dirty="0" err="1"/>
              <a:t>data.length</a:t>
            </a:r>
            <a:r>
              <a:rPr lang="en-US" i="1" dirty="0"/>
              <a:t> + " bytes");</a:t>
            </a:r>
          </a:p>
          <a:p>
            <a:pPr marL="400050" lvl="1" indent="0">
              <a:buNone/>
            </a:pPr>
            <a:r>
              <a:rPr lang="en-US" i="1" dirty="0"/>
              <a:t> </a:t>
            </a:r>
            <a:r>
              <a:rPr lang="en-US" i="1" dirty="0" err="1"/>
              <a:t>System.out.println</a:t>
            </a:r>
            <a:r>
              <a:rPr lang="en-US" i="1" dirty="0"/>
              <a:t>("</a:t>
            </a:r>
            <a:r>
              <a:rPr lang="en-US" i="1" dirty="0" err="1"/>
              <a:t>Giá</a:t>
            </a:r>
            <a:r>
              <a:rPr lang="en-US" i="1" dirty="0"/>
              <a:t> </a:t>
            </a:r>
            <a:r>
              <a:rPr lang="en-US" i="1" dirty="0" err="1"/>
              <a:t>trị</a:t>
            </a:r>
            <a:r>
              <a:rPr lang="en-US" i="1" dirty="0"/>
              <a:t> byte </a:t>
            </a:r>
            <a:r>
              <a:rPr lang="en-US" i="1" dirty="0" err="1"/>
              <a:t>đầu</a:t>
            </a:r>
            <a:r>
              <a:rPr lang="en-US" i="1" dirty="0"/>
              <a:t> </a:t>
            </a:r>
            <a:r>
              <a:rPr lang="en-US" i="1" dirty="0" err="1"/>
              <a:t>tiên</a:t>
            </a:r>
            <a:r>
              <a:rPr lang="en-US" i="1" dirty="0"/>
              <a:t>: " + data[0]);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Files.write</a:t>
            </a:r>
            <a:r>
              <a:rPr lang="en-US" dirty="0"/>
              <a:t>( ) </a:t>
            </a:r>
          </a:p>
          <a:p>
            <a:pPr marL="0" indent="0">
              <a:buNone/>
            </a:pPr>
            <a:endParaRPr lang="en-US" dirty="0"/>
          </a:p>
          <a:p>
            <a:pPr marL="400050" lvl="1" indent="0">
              <a:buNone/>
            </a:pPr>
            <a:r>
              <a:rPr lang="en-US" dirty="0"/>
              <a:t> </a:t>
            </a:r>
            <a:r>
              <a:rPr lang="en-US" i="1" dirty="0"/>
              <a:t>byte[ ] data = {10, 20, 30, 40, 50}; // </a:t>
            </a:r>
            <a:r>
              <a:rPr lang="en-US" i="1" dirty="0" err="1"/>
              <a:t>mảng</a:t>
            </a:r>
            <a:r>
              <a:rPr lang="en-US" i="1" dirty="0"/>
              <a:t> byte </a:t>
            </a:r>
            <a:r>
              <a:rPr lang="en-US" i="1" dirty="0" err="1"/>
              <a:t>mẫu</a:t>
            </a:r>
            <a:r>
              <a:rPr lang="en-US" i="1" dirty="0"/>
              <a:t> </a:t>
            </a:r>
          </a:p>
          <a:p>
            <a:pPr marL="400050" lvl="1" indent="0">
              <a:buNone/>
            </a:pPr>
            <a:r>
              <a:rPr lang="en-US" b="1" i="1" dirty="0"/>
              <a:t> </a:t>
            </a:r>
            <a:r>
              <a:rPr lang="en-US" b="1" i="1" dirty="0" err="1"/>
              <a:t>Files.write</a:t>
            </a:r>
            <a:r>
              <a:rPr lang="en-US" i="1" dirty="0"/>
              <a:t>(</a:t>
            </a:r>
            <a:r>
              <a:rPr lang="en-US" i="1" dirty="0" err="1"/>
              <a:t>Paths.get</a:t>
            </a:r>
            <a:r>
              <a:rPr lang="en-US" i="1" dirty="0"/>
              <a:t>(</a:t>
            </a:r>
            <a:r>
              <a:rPr lang="en-US" i="1" dirty="0" err="1"/>
              <a:t>filePath</a:t>
            </a:r>
            <a:r>
              <a:rPr lang="en-US" i="1" dirty="0"/>
              <a:t>), data); </a:t>
            </a:r>
          </a:p>
          <a:p>
            <a:pPr marL="400050" lvl="1" indent="0">
              <a:buNone/>
            </a:pPr>
            <a:r>
              <a:rPr lang="en-US" i="1" dirty="0"/>
              <a:t> </a:t>
            </a:r>
            <a:r>
              <a:rPr lang="en-US" i="1" dirty="0" err="1"/>
              <a:t>System.out.println</a:t>
            </a:r>
            <a:r>
              <a:rPr lang="en-US" i="1" dirty="0"/>
              <a:t>("</a:t>
            </a:r>
            <a:r>
              <a:rPr lang="en-US" i="1" dirty="0" err="1"/>
              <a:t>Đã</a:t>
            </a:r>
            <a:r>
              <a:rPr lang="en-US" i="1" dirty="0"/>
              <a:t> </a:t>
            </a:r>
            <a:r>
              <a:rPr lang="en-US" i="1" dirty="0" err="1"/>
              <a:t>ghi</a:t>
            </a:r>
            <a:r>
              <a:rPr lang="en-US" i="1" dirty="0"/>
              <a:t> file: " + </a:t>
            </a:r>
            <a:r>
              <a:rPr lang="en-US" i="1" dirty="0" err="1"/>
              <a:t>filePath</a:t>
            </a:r>
            <a:r>
              <a:rPr lang="en-US" i="1" dirty="0"/>
              <a:t>);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E4DAA-D7DA-1276-61FC-EAA43DB939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60149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41AD4-BF10-69FE-E191-57D294EC0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Bài</a:t>
            </a:r>
            <a:r>
              <a:rPr lang="en-US" b="1" dirty="0"/>
              <a:t> </a:t>
            </a:r>
            <a:r>
              <a:rPr lang="en-US" b="1" dirty="0" err="1"/>
              <a:t>Tập</a:t>
            </a:r>
            <a:r>
              <a:rPr lang="en-US" b="1" dirty="0"/>
              <a:t> </a:t>
            </a:r>
            <a:r>
              <a:rPr lang="en-US" b="1" dirty="0" err="1"/>
              <a:t>Đọc</a:t>
            </a:r>
            <a:r>
              <a:rPr lang="en-US" b="1" dirty="0"/>
              <a:t>/</a:t>
            </a:r>
            <a:r>
              <a:rPr lang="en-US" b="1" dirty="0" err="1"/>
              <a:t>Ghi</a:t>
            </a:r>
            <a:r>
              <a:rPr lang="en-US" b="1" dirty="0"/>
              <a:t> File (Byte Stream)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E6AAB-0AAF-D475-DB13-D91CB6E42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dirty="0" err="1"/>
              <a:t>Yêu</a:t>
            </a:r>
            <a:r>
              <a:rPr lang="en-US" sz="1200" dirty="0"/>
              <a:t> </a:t>
            </a:r>
            <a:r>
              <a:rPr lang="en-US" sz="1200" dirty="0" err="1"/>
              <a:t>cầu</a:t>
            </a:r>
            <a:r>
              <a:rPr lang="en-US" sz="1200" dirty="0"/>
              <a:t>: </a:t>
            </a:r>
            <a:r>
              <a:rPr lang="en-US" sz="1200" dirty="0" err="1"/>
              <a:t>Viết</a:t>
            </a:r>
            <a:r>
              <a:rPr lang="en-US" sz="1200" dirty="0"/>
              <a:t> </a:t>
            </a:r>
            <a:r>
              <a:rPr lang="en-US" sz="1200" dirty="0" err="1"/>
              <a:t>chương</a:t>
            </a:r>
            <a:r>
              <a:rPr lang="en-US" sz="1200" dirty="0"/>
              <a:t> </a:t>
            </a:r>
            <a:r>
              <a:rPr lang="en-US" sz="1200" dirty="0" err="1"/>
              <a:t>trình</a:t>
            </a:r>
            <a:r>
              <a:rPr lang="en-US" sz="1200" dirty="0"/>
              <a:t> Java </a:t>
            </a:r>
            <a:r>
              <a:rPr lang="en-US" sz="1200" dirty="0" err="1"/>
              <a:t>thực</a:t>
            </a:r>
            <a:r>
              <a:rPr lang="en-US" sz="1200" dirty="0"/>
              <a:t> </a:t>
            </a:r>
            <a:r>
              <a:rPr lang="en-US" sz="1200" dirty="0" err="1"/>
              <a:t>hiện</a:t>
            </a:r>
            <a:r>
              <a:rPr lang="en-US" sz="1200" dirty="0"/>
              <a:t> copy file</a:t>
            </a:r>
          </a:p>
          <a:p>
            <a:pPr marL="0" indent="0">
              <a:buNone/>
            </a:pPr>
            <a:r>
              <a:rPr lang="en-US" sz="1200" b="1" dirty="0" err="1"/>
              <a:t>Bước</a:t>
            </a:r>
            <a:r>
              <a:rPr lang="en-US" sz="1200" b="1" dirty="0"/>
              <a:t> 1: </a:t>
            </a:r>
            <a:r>
              <a:rPr lang="en-US" sz="1200" dirty="0" err="1"/>
              <a:t>tạo</a:t>
            </a:r>
            <a:r>
              <a:rPr lang="en-US" sz="1200" dirty="0"/>
              <a:t> </a:t>
            </a:r>
            <a:r>
              <a:rPr lang="en-US" sz="1200" dirty="0" err="1"/>
              <a:t>đường</a:t>
            </a:r>
            <a:r>
              <a:rPr lang="en-US" sz="1200" dirty="0"/>
              <a:t> </a:t>
            </a:r>
            <a:r>
              <a:rPr lang="en-US" sz="1200" dirty="0" err="1"/>
              <a:t>dẫn</a:t>
            </a:r>
            <a:r>
              <a:rPr lang="en-US" sz="1200" dirty="0"/>
              <a:t> file </a:t>
            </a:r>
            <a:r>
              <a:rPr lang="en-US" sz="1200" dirty="0" err="1"/>
              <a:t>nguồn</a:t>
            </a:r>
            <a:r>
              <a:rPr lang="en-US" sz="1200" dirty="0"/>
              <a:t> </a:t>
            </a:r>
            <a:r>
              <a:rPr lang="en-US" sz="1200" dirty="0" err="1"/>
              <a:t>và</a:t>
            </a:r>
            <a:r>
              <a:rPr lang="en-US" sz="1200" dirty="0"/>
              <a:t> file </a:t>
            </a:r>
            <a:r>
              <a:rPr lang="en-US" sz="1200" dirty="0" err="1"/>
              <a:t>đích</a:t>
            </a:r>
            <a:r>
              <a:rPr lang="en-US" sz="1200" dirty="0"/>
              <a:t>. Download file </a:t>
            </a:r>
            <a:r>
              <a:rPr lang="en-US" sz="1200" dirty="0" err="1"/>
              <a:t>mẫu</a:t>
            </a:r>
            <a:r>
              <a:rPr lang="en-US" sz="1200" dirty="0"/>
              <a:t> </a:t>
            </a:r>
            <a:r>
              <a:rPr lang="en-US" sz="1200" u="sng" dirty="0" err="1">
                <a:hlinkClick r:id="rId2" action="ppaction://hlinkfile"/>
              </a:rPr>
              <a:t>tại</a:t>
            </a:r>
            <a:r>
              <a:rPr lang="en-US" sz="1200" u="sng" dirty="0">
                <a:hlinkClick r:id="rId2" action="ppaction://hlinkfile"/>
              </a:rPr>
              <a:t> </a:t>
            </a:r>
            <a:r>
              <a:rPr lang="en-US" sz="1200" u="sng" dirty="0" err="1">
                <a:hlinkClick r:id="rId2" action="ppaction://hlinkfile"/>
              </a:rPr>
              <a:t>đây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String </a:t>
            </a:r>
            <a:r>
              <a:rPr lang="en-US" sz="1200" b="1" dirty="0" err="1"/>
              <a:t>sourcePath</a:t>
            </a:r>
            <a:r>
              <a:rPr lang="en-US" sz="1200" b="1" dirty="0"/>
              <a:t> </a:t>
            </a:r>
            <a:r>
              <a:rPr lang="en-US" sz="1200" dirty="0"/>
              <a:t>= “demo.mp3";    // </a:t>
            </a:r>
            <a:r>
              <a:rPr lang="en-US" sz="1200" dirty="0" err="1"/>
              <a:t>đường</a:t>
            </a:r>
            <a:r>
              <a:rPr lang="en-US" sz="1200" dirty="0"/>
              <a:t> </a:t>
            </a:r>
            <a:r>
              <a:rPr lang="en-US" sz="1200" dirty="0" err="1"/>
              <a:t>dẫn</a:t>
            </a:r>
            <a:r>
              <a:rPr lang="en-US" sz="1200" dirty="0"/>
              <a:t> file </a:t>
            </a:r>
            <a:r>
              <a:rPr lang="en-US" sz="1200" dirty="0" err="1"/>
              <a:t>gốc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String </a:t>
            </a:r>
            <a:r>
              <a:rPr lang="en-US" sz="1200" b="1" dirty="0" err="1"/>
              <a:t>destPath</a:t>
            </a:r>
            <a:r>
              <a:rPr lang="en-US" sz="1200" b="1" dirty="0"/>
              <a:t> </a:t>
            </a:r>
            <a:r>
              <a:rPr lang="en-US" sz="1200" dirty="0"/>
              <a:t>= "copy.mp3";       // </a:t>
            </a:r>
            <a:r>
              <a:rPr lang="en-US" sz="1200" dirty="0" err="1"/>
              <a:t>đường</a:t>
            </a:r>
            <a:r>
              <a:rPr lang="en-US" sz="1200" dirty="0"/>
              <a:t> </a:t>
            </a:r>
            <a:r>
              <a:rPr lang="en-US" sz="1200" dirty="0" err="1"/>
              <a:t>dẫn</a:t>
            </a:r>
            <a:r>
              <a:rPr lang="en-US" sz="1200" dirty="0"/>
              <a:t> file copy</a:t>
            </a:r>
          </a:p>
          <a:p>
            <a:pPr marL="0" indent="0">
              <a:buNone/>
            </a:pPr>
            <a:r>
              <a:rPr lang="en-US" sz="1200" dirty="0"/>
              <a:t> </a:t>
            </a:r>
          </a:p>
          <a:p>
            <a:pPr marL="0" indent="0">
              <a:buNone/>
            </a:pPr>
            <a:r>
              <a:rPr lang="en-US" sz="1200" b="1" dirty="0" err="1"/>
              <a:t>Bước</a:t>
            </a:r>
            <a:r>
              <a:rPr lang="en-US" sz="1200" b="1" dirty="0"/>
              <a:t> 2:</a:t>
            </a:r>
            <a:r>
              <a:rPr lang="en-US" sz="1200" dirty="0"/>
              <a:t> </a:t>
            </a:r>
            <a:r>
              <a:rPr lang="en-US" sz="1200" dirty="0" err="1"/>
              <a:t>Mở</a:t>
            </a:r>
            <a:r>
              <a:rPr lang="en-US" sz="1200" dirty="0"/>
              <a:t> file </a:t>
            </a:r>
            <a:r>
              <a:rPr lang="en-US" sz="1200" dirty="0" err="1"/>
              <a:t>nguồn</a:t>
            </a:r>
            <a:r>
              <a:rPr lang="en-US" sz="1200" dirty="0"/>
              <a:t> </a:t>
            </a:r>
            <a:r>
              <a:rPr lang="en-US" sz="1200" dirty="0" err="1"/>
              <a:t>để</a:t>
            </a:r>
            <a:r>
              <a:rPr lang="en-US" sz="1200" dirty="0"/>
              <a:t> </a:t>
            </a:r>
            <a:r>
              <a:rPr lang="en-US" sz="1200" dirty="0" err="1"/>
              <a:t>đọc</a:t>
            </a:r>
            <a:endParaRPr lang="en-US" sz="1200" dirty="0"/>
          </a:p>
          <a:p>
            <a:pPr marL="0" lvl="0" indent="0">
              <a:buNone/>
            </a:pPr>
            <a:r>
              <a:rPr lang="en-US" sz="1200" dirty="0" err="1"/>
              <a:t>Dùng</a:t>
            </a:r>
            <a:r>
              <a:rPr lang="en-US" sz="1200" dirty="0"/>
              <a:t> </a:t>
            </a:r>
            <a:r>
              <a:rPr lang="en-US" sz="1200" b="1" dirty="0" err="1"/>
              <a:t>FileInputStream</a:t>
            </a:r>
            <a:r>
              <a:rPr lang="en-US" sz="1200" b="1" dirty="0"/>
              <a:t> </a:t>
            </a:r>
            <a:r>
              <a:rPr lang="en-US" sz="1200" dirty="0" err="1"/>
              <a:t>để</a:t>
            </a:r>
            <a:r>
              <a:rPr lang="en-US" sz="1200" dirty="0"/>
              <a:t> </a:t>
            </a:r>
            <a:r>
              <a:rPr lang="en-US" sz="1200" dirty="0" err="1"/>
              <a:t>mở</a:t>
            </a:r>
            <a:r>
              <a:rPr lang="en-US" sz="1200" dirty="0"/>
              <a:t> file </a:t>
            </a:r>
            <a:r>
              <a:rPr lang="en-US" sz="1200" dirty="0" err="1"/>
              <a:t>nguồn</a:t>
            </a:r>
            <a:r>
              <a:rPr lang="en-US" sz="1200" dirty="0"/>
              <a:t>.</a:t>
            </a:r>
          </a:p>
          <a:p>
            <a:pPr marL="0" lvl="0" indent="0">
              <a:buNone/>
            </a:pPr>
            <a:r>
              <a:rPr lang="en-US" sz="1200" dirty="0" err="1"/>
              <a:t>Bọc</a:t>
            </a:r>
            <a:r>
              <a:rPr lang="en-US" sz="1200" dirty="0"/>
              <a:t> </a:t>
            </a:r>
            <a:r>
              <a:rPr lang="en-US" sz="1200" b="1" dirty="0" err="1"/>
              <a:t>FileInputStream</a:t>
            </a:r>
            <a:r>
              <a:rPr lang="en-US" sz="1200" b="1" dirty="0"/>
              <a:t> </a:t>
            </a:r>
            <a:r>
              <a:rPr lang="en-US" sz="1200" dirty="0" err="1"/>
              <a:t>trong</a:t>
            </a:r>
            <a:r>
              <a:rPr lang="en-US" sz="1200" dirty="0"/>
              <a:t> </a:t>
            </a:r>
            <a:r>
              <a:rPr lang="en-US" sz="1200" b="1" dirty="0" err="1"/>
              <a:t>BufferedInputStream</a:t>
            </a:r>
            <a:r>
              <a:rPr lang="en-US" sz="1200" b="1" dirty="0"/>
              <a:t> </a:t>
            </a:r>
            <a:r>
              <a:rPr lang="en-US" sz="1200" dirty="0" err="1"/>
              <a:t>để</a:t>
            </a:r>
            <a:r>
              <a:rPr lang="en-US" sz="1200" dirty="0"/>
              <a:t> </a:t>
            </a:r>
            <a:r>
              <a:rPr lang="en-US" sz="1200" dirty="0" err="1"/>
              <a:t>tăng</a:t>
            </a:r>
            <a:r>
              <a:rPr lang="en-US" sz="1200" dirty="0"/>
              <a:t> </a:t>
            </a:r>
            <a:r>
              <a:rPr lang="en-US" sz="1200" dirty="0" err="1"/>
              <a:t>tốc</a:t>
            </a:r>
            <a:r>
              <a:rPr lang="en-US" sz="1200" dirty="0"/>
              <a:t> </a:t>
            </a:r>
            <a:r>
              <a:rPr lang="en-US" sz="1200" dirty="0" err="1"/>
              <a:t>độ</a:t>
            </a:r>
            <a:r>
              <a:rPr lang="en-US" sz="1200" dirty="0"/>
              <a:t> </a:t>
            </a:r>
            <a:r>
              <a:rPr lang="en-US" sz="1200" dirty="0" err="1"/>
              <a:t>đọc</a:t>
            </a:r>
            <a:r>
              <a:rPr lang="en-US" sz="1200" dirty="0"/>
              <a:t>.</a:t>
            </a:r>
          </a:p>
          <a:p>
            <a:pPr marL="0" indent="0">
              <a:buNone/>
            </a:pPr>
            <a:r>
              <a:rPr lang="en-US" sz="1200" dirty="0"/>
              <a:t> </a:t>
            </a:r>
          </a:p>
          <a:p>
            <a:pPr marL="0" indent="0">
              <a:buNone/>
            </a:pPr>
            <a:r>
              <a:rPr lang="en-US" sz="1200" b="1" dirty="0" err="1"/>
              <a:t>Bước</a:t>
            </a:r>
            <a:r>
              <a:rPr lang="en-US" sz="1200" b="1" dirty="0"/>
              <a:t> 3:</a:t>
            </a:r>
            <a:r>
              <a:rPr lang="en-US" sz="1200" dirty="0"/>
              <a:t> </a:t>
            </a:r>
            <a:r>
              <a:rPr lang="en-US" sz="1200" dirty="0" err="1"/>
              <a:t>Mở</a:t>
            </a:r>
            <a:r>
              <a:rPr lang="en-US" sz="1200" dirty="0"/>
              <a:t> file </a:t>
            </a:r>
            <a:r>
              <a:rPr lang="en-US" sz="1200" dirty="0" err="1"/>
              <a:t>đích</a:t>
            </a:r>
            <a:r>
              <a:rPr lang="en-US" sz="1200" dirty="0"/>
              <a:t> </a:t>
            </a:r>
            <a:r>
              <a:rPr lang="en-US" sz="1200" dirty="0" err="1"/>
              <a:t>để</a:t>
            </a:r>
            <a:r>
              <a:rPr lang="en-US" sz="1200" dirty="0"/>
              <a:t> </a:t>
            </a:r>
            <a:r>
              <a:rPr lang="en-US" sz="1200" dirty="0" err="1"/>
              <a:t>ghi</a:t>
            </a:r>
            <a:endParaRPr lang="en-US" sz="1200" dirty="0"/>
          </a:p>
          <a:p>
            <a:pPr marL="0" lvl="0" indent="0">
              <a:buNone/>
            </a:pPr>
            <a:r>
              <a:rPr lang="en-US" sz="1200" dirty="0" err="1"/>
              <a:t>Dùng</a:t>
            </a:r>
            <a:r>
              <a:rPr lang="en-US" sz="1200" dirty="0"/>
              <a:t> </a:t>
            </a:r>
            <a:r>
              <a:rPr lang="en-US" sz="1200" b="1" dirty="0" err="1"/>
              <a:t>FileOutputStream</a:t>
            </a:r>
            <a:r>
              <a:rPr lang="en-US" sz="1200" b="1" dirty="0"/>
              <a:t> </a:t>
            </a:r>
            <a:r>
              <a:rPr lang="en-US" sz="1200" dirty="0" err="1"/>
              <a:t>để</a:t>
            </a:r>
            <a:r>
              <a:rPr lang="en-US" sz="1200" dirty="0"/>
              <a:t> </a:t>
            </a:r>
            <a:r>
              <a:rPr lang="en-US" sz="1200" dirty="0" err="1"/>
              <a:t>mở</a:t>
            </a:r>
            <a:r>
              <a:rPr lang="en-US" sz="1200" dirty="0"/>
              <a:t> file </a:t>
            </a:r>
            <a:r>
              <a:rPr lang="en-US" sz="1200" dirty="0" err="1"/>
              <a:t>đích</a:t>
            </a:r>
            <a:r>
              <a:rPr lang="en-US" sz="1200" dirty="0"/>
              <a:t>.</a:t>
            </a:r>
          </a:p>
          <a:p>
            <a:pPr marL="0" lvl="0" indent="0">
              <a:buNone/>
            </a:pPr>
            <a:r>
              <a:rPr lang="en-US" sz="1200" dirty="0" err="1"/>
              <a:t>Bọc</a:t>
            </a:r>
            <a:r>
              <a:rPr lang="en-US" sz="1200" dirty="0"/>
              <a:t> </a:t>
            </a:r>
            <a:r>
              <a:rPr lang="en-US" sz="1200" b="1" dirty="0" err="1"/>
              <a:t>FileOutputStream</a:t>
            </a:r>
            <a:r>
              <a:rPr lang="en-US" sz="1200" b="1" dirty="0"/>
              <a:t> </a:t>
            </a:r>
            <a:r>
              <a:rPr lang="en-US" sz="1200" dirty="0" err="1"/>
              <a:t>trong</a:t>
            </a:r>
            <a:r>
              <a:rPr lang="en-US" sz="1200" dirty="0"/>
              <a:t> </a:t>
            </a:r>
            <a:r>
              <a:rPr lang="en-US" sz="1200" b="1" dirty="0" err="1"/>
              <a:t>BufferedOutputStream</a:t>
            </a:r>
            <a:r>
              <a:rPr lang="en-US" sz="1200" b="1" dirty="0"/>
              <a:t> </a:t>
            </a:r>
            <a:r>
              <a:rPr lang="en-US" sz="1200" dirty="0" err="1"/>
              <a:t>để</a:t>
            </a:r>
            <a:r>
              <a:rPr lang="en-US" sz="1200" dirty="0"/>
              <a:t> </a:t>
            </a:r>
            <a:r>
              <a:rPr lang="en-US" sz="1200" dirty="0" err="1"/>
              <a:t>tăng</a:t>
            </a:r>
            <a:r>
              <a:rPr lang="en-US" sz="1200" dirty="0"/>
              <a:t> </a:t>
            </a:r>
            <a:r>
              <a:rPr lang="en-US" sz="1200" dirty="0" err="1"/>
              <a:t>tốc</a:t>
            </a:r>
            <a:r>
              <a:rPr lang="en-US" sz="1200" dirty="0"/>
              <a:t> </a:t>
            </a:r>
            <a:r>
              <a:rPr lang="en-US" sz="1200" dirty="0" err="1"/>
              <a:t>độ</a:t>
            </a:r>
            <a:r>
              <a:rPr lang="en-US" sz="1200" dirty="0"/>
              <a:t> </a:t>
            </a:r>
            <a:r>
              <a:rPr lang="en-US" sz="1200" dirty="0" err="1"/>
              <a:t>ghi</a:t>
            </a:r>
            <a:r>
              <a:rPr lang="en-US" sz="1200" dirty="0"/>
              <a:t>.</a:t>
            </a:r>
          </a:p>
          <a:p>
            <a:pPr marL="0" indent="0">
              <a:buNone/>
            </a:pPr>
            <a:r>
              <a:rPr lang="en-US" sz="1200" dirty="0"/>
              <a:t> </a:t>
            </a:r>
          </a:p>
          <a:p>
            <a:pPr marL="0" indent="0">
              <a:buNone/>
            </a:pPr>
            <a:r>
              <a:rPr lang="en-US" sz="1200" b="1" dirty="0" err="1"/>
              <a:t>Bước</a:t>
            </a:r>
            <a:r>
              <a:rPr lang="en-US" sz="1200" b="1" dirty="0"/>
              <a:t> 4: </a:t>
            </a:r>
            <a:r>
              <a:rPr lang="en-US" sz="1200" dirty="0"/>
              <a:t>Copy </a:t>
            </a:r>
            <a:r>
              <a:rPr lang="en-US" sz="1200" dirty="0" err="1"/>
              <a:t>dữ</a:t>
            </a:r>
            <a:r>
              <a:rPr lang="en-US" sz="1200" dirty="0"/>
              <a:t> </a:t>
            </a:r>
            <a:r>
              <a:rPr lang="en-US" sz="1200" dirty="0" err="1"/>
              <a:t>liệu</a:t>
            </a:r>
            <a:r>
              <a:rPr lang="en-US" sz="1200" dirty="0"/>
              <a:t> </a:t>
            </a:r>
            <a:r>
              <a:rPr lang="en-US" sz="1200" dirty="0" err="1"/>
              <a:t>từ</a:t>
            </a:r>
            <a:r>
              <a:rPr lang="en-US" sz="1200" dirty="0"/>
              <a:t> file </a:t>
            </a:r>
            <a:r>
              <a:rPr lang="en-US" sz="1200" dirty="0" err="1"/>
              <a:t>nguồn</a:t>
            </a:r>
            <a:r>
              <a:rPr lang="en-US" sz="1200" dirty="0"/>
              <a:t> sang file </a:t>
            </a:r>
            <a:r>
              <a:rPr lang="en-US" sz="1200" dirty="0" err="1"/>
              <a:t>đích</a:t>
            </a:r>
            <a:endParaRPr lang="en-US" sz="1200" dirty="0"/>
          </a:p>
          <a:p>
            <a:pPr marL="0" lvl="0" indent="0">
              <a:buNone/>
            </a:pPr>
            <a:r>
              <a:rPr lang="en-US" sz="1200" dirty="0" err="1"/>
              <a:t>Đọc</a:t>
            </a:r>
            <a:r>
              <a:rPr lang="en-US" sz="1200" dirty="0"/>
              <a:t> </a:t>
            </a:r>
            <a:r>
              <a:rPr lang="en-US" sz="1200" dirty="0" err="1"/>
              <a:t>từng</a:t>
            </a:r>
            <a:r>
              <a:rPr lang="en-US" sz="1200" dirty="0"/>
              <a:t> byte </a:t>
            </a:r>
            <a:r>
              <a:rPr lang="en-US" sz="1200" dirty="0" err="1"/>
              <a:t>từ</a:t>
            </a:r>
            <a:r>
              <a:rPr lang="en-US" sz="1200" dirty="0"/>
              <a:t> </a:t>
            </a:r>
            <a:r>
              <a:rPr lang="en-US" sz="1200" b="1" dirty="0" err="1"/>
              <a:t>BufferedInputStream</a:t>
            </a:r>
            <a:r>
              <a:rPr lang="en-US" sz="1200" dirty="0"/>
              <a:t>.</a:t>
            </a:r>
          </a:p>
          <a:p>
            <a:pPr marL="0" lvl="0" indent="0">
              <a:buNone/>
            </a:pPr>
            <a:r>
              <a:rPr lang="en-US" sz="1200" dirty="0" err="1"/>
              <a:t>Ghi</a:t>
            </a:r>
            <a:r>
              <a:rPr lang="en-US" sz="1200" dirty="0"/>
              <a:t> </a:t>
            </a:r>
            <a:r>
              <a:rPr lang="en-US" sz="1200" dirty="0" err="1"/>
              <a:t>từng</a:t>
            </a:r>
            <a:r>
              <a:rPr lang="en-US" sz="1200" dirty="0"/>
              <a:t> byte </a:t>
            </a:r>
            <a:r>
              <a:rPr lang="en-US" sz="1200" dirty="0" err="1"/>
              <a:t>đó</a:t>
            </a:r>
            <a:r>
              <a:rPr lang="en-US" sz="1200" dirty="0"/>
              <a:t> </a:t>
            </a:r>
            <a:r>
              <a:rPr lang="en-US" sz="1200" dirty="0" err="1"/>
              <a:t>vào</a:t>
            </a:r>
            <a:r>
              <a:rPr lang="en-US" sz="1200" dirty="0"/>
              <a:t> </a:t>
            </a:r>
            <a:r>
              <a:rPr lang="en-US" sz="1200" b="1" dirty="0" err="1"/>
              <a:t>BufferedOutputStream</a:t>
            </a:r>
            <a:r>
              <a:rPr lang="en-US" sz="1200" dirty="0"/>
              <a:t>.</a:t>
            </a:r>
          </a:p>
          <a:p>
            <a:pPr marL="0" indent="0">
              <a:buNone/>
            </a:pPr>
            <a:r>
              <a:rPr lang="en-US" sz="1200" dirty="0" err="1"/>
              <a:t>Dùng</a:t>
            </a:r>
            <a:r>
              <a:rPr lang="en-US" sz="1200" dirty="0"/>
              <a:t> </a:t>
            </a:r>
            <a:r>
              <a:rPr lang="en-US" sz="1200" dirty="0" err="1"/>
              <a:t>vòng</a:t>
            </a:r>
            <a:r>
              <a:rPr lang="en-US" sz="1200" dirty="0"/>
              <a:t> </a:t>
            </a:r>
            <a:r>
              <a:rPr lang="en-US" sz="1200" dirty="0" err="1"/>
              <a:t>lặp</a:t>
            </a:r>
            <a:r>
              <a:rPr lang="en-US" sz="1200" dirty="0"/>
              <a:t>:</a:t>
            </a:r>
          </a:p>
          <a:p>
            <a:pPr marL="0" indent="0">
              <a:buNone/>
            </a:pPr>
            <a:r>
              <a:rPr lang="en-US" sz="1200" dirty="0"/>
              <a:t>int b;</a:t>
            </a:r>
          </a:p>
          <a:p>
            <a:pPr marL="0" indent="0">
              <a:buNone/>
            </a:pPr>
            <a:r>
              <a:rPr lang="en-US" sz="1200" dirty="0"/>
              <a:t>while ((b = </a:t>
            </a:r>
            <a:r>
              <a:rPr lang="en-US" sz="1200" dirty="0" err="1"/>
              <a:t>bis.read</a:t>
            </a:r>
            <a:r>
              <a:rPr lang="en-US" sz="1200" dirty="0"/>
              <a:t>()) != -1) {</a:t>
            </a:r>
          </a:p>
          <a:p>
            <a:pPr marL="0" indent="0">
              <a:buNone/>
            </a:pPr>
            <a:r>
              <a:rPr lang="en-US" sz="1200" dirty="0"/>
              <a:t>    </a:t>
            </a:r>
            <a:r>
              <a:rPr lang="en-US" sz="1200" dirty="0" err="1"/>
              <a:t>bos.write</a:t>
            </a:r>
            <a:r>
              <a:rPr lang="en-US" sz="1200" dirty="0"/>
              <a:t>(b);</a:t>
            </a:r>
          </a:p>
          <a:p>
            <a:pPr marL="0" indent="0">
              <a:buNone/>
            </a:pPr>
            <a:r>
              <a:rPr lang="en-US" sz="1200" dirty="0"/>
              <a:t>}</a:t>
            </a:r>
          </a:p>
          <a:p>
            <a:pPr marL="0" indent="0">
              <a:buNone/>
            </a:pPr>
            <a:r>
              <a:rPr lang="en-US" sz="1200" dirty="0"/>
              <a:t> </a:t>
            </a:r>
          </a:p>
          <a:p>
            <a:pPr marL="0" indent="0">
              <a:buNone/>
            </a:pPr>
            <a:r>
              <a:rPr lang="en-US" sz="1200" b="1" dirty="0" err="1"/>
              <a:t>Bước</a:t>
            </a:r>
            <a:r>
              <a:rPr lang="en-US" sz="1200" b="1" dirty="0"/>
              <a:t> 5: </a:t>
            </a:r>
            <a:r>
              <a:rPr lang="en-US" sz="1200" dirty="0"/>
              <a:t> </a:t>
            </a:r>
            <a:r>
              <a:rPr lang="en-US" sz="1200" dirty="0" err="1"/>
              <a:t>Đo</a:t>
            </a:r>
            <a:r>
              <a:rPr lang="en-US" sz="1200" dirty="0"/>
              <a:t> </a:t>
            </a:r>
            <a:r>
              <a:rPr lang="en-US" sz="1200" dirty="0" err="1"/>
              <a:t>thời</a:t>
            </a:r>
            <a:r>
              <a:rPr lang="en-US" sz="1200" dirty="0"/>
              <a:t> </a:t>
            </a:r>
            <a:r>
              <a:rPr lang="en-US" sz="1200" dirty="0" err="1"/>
              <a:t>gian</a:t>
            </a:r>
            <a:r>
              <a:rPr lang="en-US" sz="1200" dirty="0"/>
              <a:t> </a:t>
            </a:r>
            <a:r>
              <a:rPr lang="en-US" sz="1200" dirty="0" err="1"/>
              <a:t>chạy</a:t>
            </a:r>
            <a:r>
              <a:rPr lang="en-US" sz="1200" dirty="0"/>
              <a:t> </a:t>
            </a:r>
            <a:r>
              <a:rPr lang="en-US" sz="1200" dirty="0" err="1"/>
              <a:t>chương</a:t>
            </a:r>
            <a:r>
              <a:rPr lang="en-US" sz="1200" dirty="0"/>
              <a:t> </a:t>
            </a:r>
            <a:r>
              <a:rPr lang="en-US" sz="1200" dirty="0" err="1"/>
              <a:t>trình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/>
              <a:t>Trước</a:t>
            </a:r>
            <a:r>
              <a:rPr lang="en-US" sz="1200" dirty="0"/>
              <a:t> </a:t>
            </a:r>
            <a:r>
              <a:rPr lang="en-US" sz="1200" dirty="0" err="1"/>
              <a:t>khi</a:t>
            </a:r>
            <a:r>
              <a:rPr lang="en-US" sz="1200" dirty="0"/>
              <a:t> </a:t>
            </a:r>
            <a:r>
              <a:rPr lang="en-US" sz="1200" dirty="0" err="1"/>
              <a:t>bắt</a:t>
            </a:r>
            <a:r>
              <a:rPr lang="en-US" sz="1200" dirty="0"/>
              <a:t> </a:t>
            </a:r>
            <a:r>
              <a:rPr lang="en-US" sz="1200" dirty="0" err="1"/>
              <a:t>đầu</a:t>
            </a:r>
            <a:r>
              <a:rPr lang="en-US" sz="1200" dirty="0"/>
              <a:t> copy ➔ </a:t>
            </a:r>
            <a:r>
              <a:rPr lang="en-US" sz="1200" dirty="0" err="1"/>
              <a:t>lưu</a:t>
            </a:r>
            <a:r>
              <a:rPr lang="en-US" sz="1200" dirty="0"/>
              <a:t> </a:t>
            </a:r>
            <a:r>
              <a:rPr lang="en-US" sz="1200" dirty="0" err="1"/>
              <a:t>thời</a:t>
            </a:r>
            <a:r>
              <a:rPr lang="en-US" sz="1200" dirty="0"/>
              <a:t> </a:t>
            </a:r>
            <a:r>
              <a:rPr lang="en-US" sz="1200" dirty="0" err="1"/>
              <a:t>gian</a:t>
            </a:r>
            <a:r>
              <a:rPr lang="en-US" sz="1200" dirty="0"/>
              <a:t> </a:t>
            </a:r>
            <a:r>
              <a:rPr lang="en-US" sz="1200" dirty="0" err="1"/>
              <a:t>bắt</a:t>
            </a:r>
            <a:r>
              <a:rPr lang="en-US" sz="1200" dirty="0"/>
              <a:t> </a:t>
            </a:r>
            <a:r>
              <a:rPr lang="en-US" sz="1200" dirty="0" err="1"/>
              <a:t>đầu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Sau </a:t>
            </a:r>
            <a:r>
              <a:rPr lang="en-US" sz="1200" dirty="0" err="1"/>
              <a:t>khi</a:t>
            </a:r>
            <a:r>
              <a:rPr lang="en-US" sz="1200" dirty="0"/>
              <a:t> copy </a:t>
            </a:r>
            <a:r>
              <a:rPr lang="en-US" sz="1200" dirty="0" err="1"/>
              <a:t>xong</a:t>
            </a:r>
            <a:r>
              <a:rPr lang="en-US" sz="1200" dirty="0"/>
              <a:t> ➔ </a:t>
            </a:r>
            <a:r>
              <a:rPr lang="en-US" sz="1200" dirty="0" err="1"/>
              <a:t>lưu</a:t>
            </a:r>
            <a:r>
              <a:rPr lang="en-US" sz="1200" dirty="0"/>
              <a:t> </a:t>
            </a:r>
            <a:r>
              <a:rPr lang="en-US" sz="1200" dirty="0" err="1"/>
              <a:t>thời</a:t>
            </a:r>
            <a:r>
              <a:rPr lang="en-US" sz="1200" dirty="0"/>
              <a:t> </a:t>
            </a:r>
            <a:r>
              <a:rPr lang="en-US" sz="1200" dirty="0" err="1"/>
              <a:t>gian</a:t>
            </a:r>
            <a:r>
              <a:rPr lang="en-US" sz="1200" dirty="0"/>
              <a:t> </a:t>
            </a:r>
            <a:r>
              <a:rPr lang="en-US" sz="1200" dirty="0" err="1"/>
              <a:t>kết</a:t>
            </a:r>
            <a:r>
              <a:rPr lang="en-US" sz="1200" dirty="0"/>
              <a:t> </a:t>
            </a:r>
            <a:r>
              <a:rPr lang="en-US" sz="1200" dirty="0" err="1"/>
              <a:t>thúc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/>
              <a:t>sử</a:t>
            </a:r>
            <a:r>
              <a:rPr lang="en-US" sz="1200" dirty="0"/>
              <a:t> </a:t>
            </a:r>
            <a:r>
              <a:rPr lang="en-US" sz="1200" dirty="0" err="1"/>
              <a:t>dụng</a:t>
            </a:r>
            <a:r>
              <a:rPr lang="en-US" sz="1200" dirty="0"/>
              <a:t>: </a:t>
            </a:r>
            <a:r>
              <a:rPr lang="en-US" sz="1200" b="1" dirty="0" err="1"/>
              <a:t>System.currentTimeMillis</a:t>
            </a:r>
            <a:r>
              <a:rPr lang="en-US" sz="1200" b="1" dirty="0"/>
              <a:t>()</a:t>
            </a:r>
            <a:r>
              <a:rPr lang="en-US" sz="1200" dirty="0"/>
              <a:t>;</a:t>
            </a:r>
          </a:p>
          <a:p>
            <a:pPr marL="0" indent="0">
              <a:buNone/>
            </a:pPr>
            <a:r>
              <a:rPr lang="en-US" sz="1200" dirty="0"/>
              <a:t>In </a:t>
            </a:r>
            <a:r>
              <a:rPr lang="en-US" sz="1200" dirty="0" err="1"/>
              <a:t>ra</a:t>
            </a:r>
            <a:r>
              <a:rPr lang="en-US" sz="1200" dirty="0"/>
              <a:t> </a:t>
            </a:r>
            <a:r>
              <a:rPr lang="en-US" sz="1200" dirty="0" err="1"/>
              <a:t>kết</a:t>
            </a:r>
            <a:r>
              <a:rPr lang="en-US" sz="1200" dirty="0"/>
              <a:t> </a:t>
            </a:r>
            <a:r>
              <a:rPr lang="en-US" sz="1200" dirty="0" err="1"/>
              <a:t>quả</a:t>
            </a:r>
            <a:r>
              <a:rPr lang="en-US" sz="1200" dirty="0"/>
              <a:t>: Copy completed in XXX </a:t>
            </a:r>
            <a:r>
              <a:rPr lang="en-US" sz="1200" dirty="0" err="1"/>
              <a:t>ms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BA16D-F8A1-24AD-38AA-02D3D5520F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733710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666AD-7C94-1086-2BB6-96834573F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Serialization &amp; Serializable Interface (Extra)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5252B-B6B2-D3E7-F620-8AFDF2DB8F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Serialization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  <a:p>
            <a:r>
              <a:rPr lang="en-US" b="1" dirty="0"/>
              <a:t>Serialization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b="1" dirty="0"/>
              <a:t>object </a:t>
            </a:r>
            <a:r>
              <a:rPr lang="en-US" b="1" dirty="0" err="1"/>
              <a:t>thành</a:t>
            </a:r>
            <a:r>
              <a:rPr lang="en-US" b="1" dirty="0"/>
              <a:t> byte stream</a:t>
            </a:r>
            <a:r>
              <a:rPr lang="en-US" dirty="0"/>
              <a:t> (</a:t>
            </a:r>
            <a:r>
              <a:rPr lang="en-US" dirty="0" err="1"/>
              <a:t>dãy</a:t>
            </a:r>
            <a:r>
              <a:rPr lang="en-US" dirty="0"/>
              <a:t> byte).</a:t>
            </a:r>
          </a:p>
          <a:p>
            <a:r>
              <a:rPr lang="en-US" b="1" dirty="0"/>
              <a:t>Deserialization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ngược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– </a:t>
            </a:r>
            <a:r>
              <a:rPr lang="en-US" dirty="0" err="1"/>
              <a:t>chuyển</a:t>
            </a:r>
            <a:r>
              <a:rPr lang="en-US" dirty="0"/>
              <a:t> byte stream </a:t>
            </a:r>
            <a:r>
              <a:rPr lang="en-US" dirty="0" err="1"/>
              <a:t>về</a:t>
            </a:r>
            <a:r>
              <a:rPr lang="en-US" dirty="0"/>
              <a:t> object </a:t>
            </a:r>
            <a:r>
              <a:rPr lang="en-US" dirty="0" err="1"/>
              <a:t>gốc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r>
              <a:rPr lang="en-US" b="1" dirty="0"/>
              <a:t>Serializable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bắt</a:t>
            </a:r>
            <a:r>
              <a:rPr lang="en-US" b="1" dirty="0"/>
              <a:t> </a:t>
            </a:r>
            <a:r>
              <a:rPr lang="en-US" b="1" dirty="0" err="1"/>
              <a:t>buộc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code Java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Viết</a:t>
            </a:r>
            <a:r>
              <a:rPr lang="en-US" dirty="0"/>
              <a:t> class, method,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logic ➔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tới</a:t>
            </a:r>
            <a:r>
              <a:rPr lang="en-US" dirty="0"/>
              <a:t> Serializable.</a:t>
            </a:r>
          </a:p>
          <a:p>
            <a:pPr lvl="1"/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,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,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RAM ➔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Khi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Serializable?</a:t>
            </a:r>
          </a:p>
          <a:p>
            <a:pPr lvl="2"/>
            <a:r>
              <a:rPr lang="en-US" dirty="0"/>
              <a:t>Khi </a:t>
            </a:r>
            <a:r>
              <a:rPr lang="en-US" dirty="0" err="1"/>
              <a:t>bạn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object </a:t>
            </a:r>
            <a:r>
              <a:rPr lang="en-US" dirty="0" err="1"/>
              <a:t>vào</a:t>
            </a:r>
            <a:r>
              <a:rPr lang="en-US" dirty="0"/>
              <a:t> file </a:t>
            </a:r>
            <a:r>
              <a:rPr lang="en-US" dirty="0" err="1"/>
              <a:t>hoặc</a:t>
            </a:r>
            <a:r>
              <a:rPr lang="en-US" dirty="0"/>
              <a:t> database</a:t>
            </a:r>
          </a:p>
          <a:p>
            <a:pPr lvl="2"/>
            <a:r>
              <a:rPr lang="en-US" dirty="0"/>
              <a:t>Khi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object qua network</a:t>
            </a:r>
          </a:p>
          <a:p>
            <a:pPr lvl="2"/>
            <a:r>
              <a:rPr lang="en-US" dirty="0"/>
              <a:t> Khi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framework Java (Spring Session / Redis cache…)	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33DD9-4781-19E5-D94C-2BB23582DF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19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16050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7589D-2ED8-76AC-B74C-6D49BCC37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Serializable Interface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21332-8661-6B95-DA3C-F74BB94DB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Serializable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marker interface </a:t>
            </a:r>
            <a:r>
              <a:rPr lang="en-US" dirty="0" err="1"/>
              <a:t>trong</a:t>
            </a:r>
            <a:r>
              <a:rPr lang="en-US" dirty="0"/>
              <a:t> Java:</a:t>
            </a:r>
          </a:p>
          <a:p>
            <a:pPr marL="457200" lvl="1" indent="0">
              <a:buNone/>
            </a:pPr>
            <a:r>
              <a:rPr lang="en-US" dirty="0"/>
              <a:t>public interface Serializable { }</a:t>
            </a:r>
          </a:p>
          <a:p>
            <a:pPr marL="457200" lvl="1" indent="0">
              <a:buNone/>
            </a:pPr>
            <a:r>
              <a:rPr lang="en-US" dirty="0"/>
              <a:t>(Marker interface: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method)</a:t>
            </a:r>
          </a:p>
          <a:p>
            <a:r>
              <a:rPr lang="en-US" b="1" dirty="0" err="1"/>
              <a:t>Tác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r>
              <a:rPr lang="en-US" b="1" dirty="0"/>
              <a:t>: </a:t>
            </a:r>
            <a:r>
              <a:rPr lang="en-US" dirty="0" err="1"/>
              <a:t>Nếu</a:t>
            </a:r>
            <a:r>
              <a:rPr lang="en-US" dirty="0"/>
              <a:t> class implements Serializable ➔ JVM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:</a:t>
            </a:r>
          </a:p>
          <a:p>
            <a:pPr lvl="0"/>
            <a:r>
              <a:rPr lang="en-US" dirty="0" err="1"/>
              <a:t>Biến</a:t>
            </a:r>
            <a:r>
              <a:rPr lang="en-US" dirty="0"/>
              <a:t> object </a:t>
            </a:r>
            <a:r>
              <a:rPr lang="en-US" dirty="0" err="1"/>
              <a:t>thành</a:t>
            </a:r>
            <a:r>
              <a:rPr lang="en-US" dirty="0"/>
              <a:t> byte stream (serialize).</a:t>
            </a:r>
          </a:p>
          <a:p>
            <a:pPr lvl="0"/>
            <a:r>
              <a:rPr lang="en-US" dirty="0" err="1"/>
              <a:t>Khôi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object </a:t>
            </a:r>
            <a:r>
              <a:rPr lang="en-US" dirty="0" err="1"/>
              <a:t>từ</a:t>
            </a:r>
            <a:r>
              <a:rPr lang="en-US" dirty="0"/>
              <a:t> byte stream (deserialize).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4D205-703C-FA4C-374C-F4760A1D86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Page:</a:t>
            </a:r>
            <a:r>
              <a:rPr lang="ja-JP" altLang="en-US"/>
              <a:t> </a:t>
            </a:r>
            <a:fld id="{DC07468E-517B-4E9D-8840-A4568A307980}" type="slidenum">
              <a:rPr lang="en-US" altLang="ja-JP" smtClean="0"/>
              <a:pPr>
                <a:defRPr/>
              </a:pPr>
              <a:t>20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36614817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Arial"/>
        <a:ea typeface="Arial"/>
        <a:cs typeface=""/>
      </a:majorFont>
      <a:minorFont>
        <a:latin typeface="Aptos Slab Black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66">
            <a:alpha val="80000"/>
          </a:srgbClr>
        </a:solidFill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sz="1400" b="0" i="0" u="none" strike="noStrike" cap="none" normalizeH="0" baseline="0" dirty="0">
            <a:ln>
              <a:noFill/>
            </a:ln>
            <a:solidFill>
              <a:srgbClr val="FF0000"/>
            </a:solidFill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spDef>
    <a:lnDef>
      <a:spPr bwMode="auto">
        <a:pattFill prst="dashHorz">
          <a:fgClr>
            <a:srgbClr val="808080"/>
          </a:fgClr>
          <a:bgClr>
            <a:srgbClr val="FFFF00"/>
          </a:bgClr>
        </a:patt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kumimoji="1" sz="1400" b="0" dirty="0" smtClean="0"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I_IoT_Assign_Plan_Optimization_GenAI_2025.pptx" id="{14E944DE-3199-4D98-A76C-EFBF91815B4E}" vid="{1A6114F4-44F2-4525-80F9-55402634BD3F}"/>
    </a:ext>
  </a:extLst>
</a:theme>
</file>

<file path=ppt/theme/theme2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IoT_Assign_Plan_Optimization_GenAI_2025.pptx" id="{14E944DE-3199-4D98-A76C-EFBF91815B4E}" vid="{8B1B50D9-B7E1-464E-B075-1B05D2128356}"/>
    </a:ext>
  </a:extLst>
</a:theme>
</file>

<file path=ppt/theme/theme3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UsolV-tmp</Template>
  <TotalTime>22309</TotalTime>
  <Words>1991</Words>
  <Application>Microsoft Office PowerPoint</Application>
  <PresentationFormat>A4 Paper (210x297 mm)</PresentationFormat>
  <Paragraphs>241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Andika</vt:lpstr>
      <vt:lpstr>HG丸ｺﾞｼｯｸM-PRO</vt:lpstr>
      <vt:lpstr>Meiryo UI</vt:lpstr>
      <vt:lpstr>ＭＳ Ｐゴシック</vt:lpstr>
      <vt:lpstr>ADLaM Display</vt:lpstr>
      <vt:lpstr>Arial</vt:lpstr>
      <vt:lpstr>Roboto</vt:lpstr>
      <vt:lpstr>Segoe Script</vt:lpstr>
      <vt:lpstr>Times New Roman</vt:lpstr>
      <vt:lpstr>Wingdings</vt:lpstr>
      <vt:lpstr>標準デザイン</vt:lpstr>
      <vt:lpstr>デザインの設定</vt:lpstr>
      <vt:lpstr>Xử lý Đọc/ghi file với Java</vt:lpstr>
      <vt:lpstr>Phân Loại Đọc/Ghi File </vt:lpstr>
      <vt:lpstr>Luồng Ký tự (Character Streams)</vt:lpstr>
      <vt:lpstr>Luồng nhị phân (Byte Streams)</vt:lpstr>
      <vt:lpstr>Đọc file với FileReader</vt:lpstr>
      <vt:lpstr>Ghi file với FileWriter</vt:lpstr>
      <vt:lpstr>PrintWriter – Ghi file văn bản dễ dàng hơn</vt:lpstr>
      <vt:lpstr>Đọc/Ghi file với BufferedReader/BufferedWriter</vt:lpstr>
      <vt:lpstr>Đọc/Ghi file với BufferedReader/BufferedWriter</vt:lpstr>
      <vt:lpstr>Đọc/Ghi file với BufferedReader/BufferedWriter</vt:lpstr>
      <vt:lpstr>Sử dụng java.nio.file.Files (Character Stream)</vt:lpstr>
      <vt:lpstr>Sử dụng java.nio.file.Files (Character Stream)</vt:lpstr>
      <vt:lpstr>Bài Tập Đọc/Ghi File (Character Streams)</vt:lpstr>
      <vt:lpstr>Viết chương trình</vt:lpstr>
      <vt:lpstr>Đọc/Ghi file với FileInputStream &amp; FileOutputStream</vt:lpstr>
      <vt:lpstr>Đọc/Ghi file với FileInputStream &amp; FileOutputStream</vt:lpstr>
      <vt:lpstr>Sử dụng java.nio.file.Files (Byte Stream)</vt:lpstr>
      <vt:lpstr>Bài Tập Đọc/Ghi File (Byte Stream)</vt:lpstr>
      <vt:lpstr>Serialization &amp; Serializable Interface (Extra)</vt:lpstr>
      <vt:lpstr>Serializable Interface là gì?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Cơ bản về AI và Data</dc:title>
  <dc:creator>Dang Minh Duc</dc:creator>
  <cp:lastModifiedBy>Mai Ngoc Khuong</cp:lastModifiedBy>
  <cp:revision>413</cp:revision>
  <cp:lastPrinted>2018-04-10T08:59:30Z</cp:lastPrinted>
  <dcterms:created xsi:type="dcterms:W3CDTF">2025-05-21T02:38:07Z</dcterms:created>
  <dcterms:modified xsi:type="dcterms:W3CDTF">2026-09-24T06:29:33Z</dcterms:modified>
</cp:coreProperties>
</file>