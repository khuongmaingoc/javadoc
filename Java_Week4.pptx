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17"/>
  </p:notesMasterIdLst>
  <p:handoutMasterIdLst>
    <p:handoutMasterId r:id="rId18"/>
  </p:handoutMasterIdLst>
  <p:sldIdLst>
    <p:sldId id="689" r:id="rId3"/>
    <p:sldId id="334" r:id="rId4"/>
    <p:sldId id="366" r:id="rId5"/>
    <p:sldId id="371" r:id="rId6"/>
    <p:sldId id="367" r:id="rId7"/>
    <p:sldId id="373" r:id="rId8"/>
    <p:sldId id="393" r:id="rId9"/>
    <p:sldId id="394" r:id="rId10"/>
    <p:sldId id="385" r:id="rId11"/>
    <p:sldId id="386" r:id="rId12"/>
    <p:sldId id="395" r:id="rId13"/>
    <p:sldId id="396" r:id="rId14"/>
    <p:sldId id="379" r:id="rId15"/>
    <p:sldId id="380" r:id="rId16"/>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6247" autoAdjust="0"/>
  </p:normalViewPr>
  <p:slideViewPr>
    <p:cSldViewPr>
      <p:cViewPr varScale="1">
        <p:scale>
          <a:sx n="106" d="100"/>
          <a:sy n="106" d="100"/>
        </p:scale>
        <p:origin x="1548" y="108"/>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handoutMaster" Target="handoutMasters/handoutMaster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E3EBE12F-79E6-B0F4-FEA2-B7467AE96218}"/>
              </a:ext>
            </a:extLst>
          </p:cNvPr>
          <p:cNvSpPr>
            <a:spLocks noRot="1" noChangeAspect="1" noChangeArrowheads="1" noTextEdit="1"/>
          </p:cNvSpPr>
          <p:nvPr>
            <p:ph type="sldImg"/>
          </p:nvPr>
        </p:nvSpPr>
        <p:spPr>
          <a:xfrm>
            <a:off x="784225" y="766763"/>
            <a:ext cx="5541963" cy="3836987"/>
          </a:xfrm>
          <a:ln/>
        </p:spPr>
      </p:sp>
      <p:sp>
        <p:nvSpPr>
          <p:cNvPr id="257029" name="Rectangle 5">
            <a:extLst>
              <a:ext uri="{FF2B5EF4-FFF2-40B4-BE49-F238E27FC236}">
                <a16:creationId xmlns:a16="http://schemas.microsoft.com/office/drawing/2014/main" id="{3C6738E5-39C3-B686-C938-737CB22CBCD3}"/>
              </a:ext>
            </a:extLst>
          </p:cNvPr>
          <p:cNvSpPr>
            <a:spLocks noGrp="1" noChangeArrowheads="1"/>
          </p:cNvSpPr>
          <p:nvPr>
            <p:ph type="body" idx="1"/>
          </p:nvPr>
        </p:nvSpPr>
        <p:spPr/>
        <p:txBody>
          <a:bodyPr/>
          <a:lstStyle/>
          <a:p>
            <a:r>
              <a:rPr lang="en-US" altLang="ja-JP">
                <a:latin typeface="Arial" panose="020B0604020202020204" pitchFamily="34" charset="0"/>
              </a:rPr>
              <a:t>Trong chương 1, sẽ vận dụng các nội dung sau:</a:t>
            </a:r>
          </a:p>
          <a:p>
            <a:r>
              <a:rPr lang="en-US" altLang="ja-JP">
                <a:latin typeface="Arial" panose="020B0604020202020204" pitchFamily="34" charset="0"/>
              </a:rPr>
              <a:t>1.1</a:t>
            </a:r>
            <a:r>
              <a:rPr lang="ja-JP" altLang="en-US">
                <a:latin typeface="Arial" panose="020B0604020202020204" pitchFamily="34" charset="0"/>
              </a:rPr>
              <a:t>　</a:t>
            </a:r>
            <a:r>
              <a:rPr lang="en-US" altLang="ja-JP">
                <a:latin typeface="Arial" panose="020B0604020202020204" pitchFamily="34" charset="0"/>
              </a:rPr>
              <a:t>Hướng đối tượng là gì?</a:t>
            </a:r>
          </a:p>
          <a:p>
            <a:r>
              <a:rPr lang="en-US" altLang="ja-JP">
                <a:latin typeface="Arial" panose="020B0604020202020204" pitchFamily="34" charset="0"/>
              </a:rPr>
              <a:t>1.2</a:t>
            </a:r>
            <a:r>
              <a:rPr lang="ja-JP" altLang="en-US">
                <a:latin typeface="Arial" panose="020B0604020202020204" pitchFamily="34" charset="0"/>
              </a:rPr>
              <a:t>　</a:t>
            </a:r>
            <a:r>
              <a:rPr lang="en-US" altLang="ja-JP">
                <a:latin typeface="Arial" panose="020B0604020202020204" pitchFamily="34" charset="0"/>
              </a:rPr>
              <a:t>Class và object</a:t>
            </a:r>
          </a:p>
          <a:p>
            <a:r>
              <a:rPr lang="en-US" altLang="ja-JP">
                <a:latin typeface="Arial" panose="020B0604020202020204" pitchFamily="34" charset="0"/>
              </a:rPr>
              <a:t>1.3</a:t>
            </a:r>
            <a:r>
              <a:rPr lang="ja-JP" altLang="en-US">
                <a:latin typeface="Arial" panose="020B0604020202020204" pitchFamily="34" charset="0"/>
              </a:rPr>
              <a:t>　</a:t>
            </a:r>
            <a:r>
              <a:rPr lang="en-US" altLang="ja-JP">
                <a:latin typeface="Arial" panose="020B0604020202020204" pitchFamily="34" charset="0"/>
              </a:rPr>
              <a:t>Đóng gói, giấu thông tin, gửi message</a:t>
            </a:r>
            <a:r>
              <a:rPr lang="ja-JP" altLang="en-US">
                <a:latin typeface="Arial" panose="020B0604020202020204" pitchFamily="34" charset="0"/>
              </a:rPr>
              <a:t>　</a:t>
            </a:r>
          </a:p>
          <a:p>
            <a:r>
              <a:rPr lang="en-US" altLang="ja-JP">
                <a:latin typeface="Arial" panose="020B0604020202020204" pitchFamily="34" charset="0"/>
              </a:rPr>
              <a:t>1.4</a:t>
            </a:r>
            <a:r>
              <a:rPr lang="ja-JP" altLang="en-US">
                <a:latin typeface="Arial" panose="020B0604020202020204" pitchFamily="34" charset="0"/>
              </a:rPr>
              <a:t>　</a:t>
            </a:r>
            <a:r>
              <a:rPr lang="en-US" altLang="ja-JP">
                <a:latin typeface="Arial" panose="020B0604020202020204" pitchFamily="34" charset="0"/>
              </a:rPr>
              <a:t>Quan hệ tương quan của class (object)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666" name="Rectangle 2">
            <a:extLst>
              <a:ext uri="{FF2B5EF4-FFF2-40B4-BE49-F238E27FC236}">
                <a16:creationId xmlns:a16="http://schemas.microsoft.com/office/drawing/2014/main" id="{3A30DDF9-D1F4-BBB0-1145-58644FC89DAB}"/>
              </a:ext>
            </a:extLst>
          </p:cNvPr>
          <p:cNvSpPr>
            <a:spLocks noRot="1" noChangeAspect="1" noChangeArrowheads="1" noTextEdit="1"/>
          </p:cNvSpPr>
          <p:nvPr>
            <p:ph type="sldImg"/>
          </p:nvPr>
        </p:nvSpPr>
        <p:spPr>
          <a:ln/>
        </p:spPr>
      </p:sp>
      <p:sp>
        <p:nvSpPr>
          <p:cNvPr id="369667" name="Rectangle 3">
            <a:extLst>
              <a:ext uri="{FF2B5EF4-FFF2-40B4-BE49-F238E27FC236}">
                <a16:creationId xmlns:a16="http://schemas.microsoft.com/office/drawing/2014/main" id="{C2823B37-600A-19A0-A1D6-3861E99DE7B1}"/>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Hướng đối tượng</a:t>
            </a:r>
          </a:p>
          <a:p>
            <a:pPr marL="0" indent="0"/>
            <a:r>
              <a:rPr lang="ja-JP" altLang="en-US">
                <a:latin typeface="Arial" panose="020B0604020202020204" pitchFamily="34" charset="0"/>
              </a:rPr>
              <a:t>　</a:t>
            </a:r>
            <a:r>
              <a:rPr lang="en-US" altLang="ja-JP">
                <a:latin typeface="Arial" panose="020B0604020202020204" pitchFamily="34" charset="0"/>
              </a:rPr>
              <a:t>Tương tự với thế giới hiện thực, thế giới của hệ thống thông tin có thể coi bằng khái niệm gọi là </a:t>
            </a:r>
            <a:r>
              <a:rPr lang="ja-JP" altLang="en-US">
                <a:latin typeface="Arial" panose="020B0604020202020204" pitchFamily="34" charset="0"/>
              </a:rPr>
              <a:t>「</a:t>
            </a:r>
            <a:r>
              <a:rPr lang="en-US" altLang="ja-JP">
                <a:latin typeface="Arial" panose="020B0604020202020204" pitchFamily="34" charset="0"/>
              </a:rPr>
              <a:t>Sự vật</a:t>
            </a:r>
            <a:r>
              <a:rPr lang="ja-JP" altLang="en-US">
                <a:latin typeface="Arial" panose="020B0604020202020204" pitchFamily="34" charset="0"/>
              </a:rPr>
              <a:t>」 </a:t>
            </a:r>
            <a:r>
              <a:rPr lang="en-US" altLang="ja-JP">
                <a:latin typeface="Arial" panose="020B0604020202020204" pitchFamily="34" charset="0"/>
              </a:rPr>
              <a:t>và </a:t>
            </a:r>
            <a:r>
              <a:rPr lang="ja-JP" altLang="en-US">
                <a:latin typeface="Arial" panose="020B0604020202020204" pitchFamily="34" charset="0"/>
              </a:rPr>
              <a:t>「</a:t>
            </a:r>
            <a:r>
              <a:rPr lang="en-US" altLang="ja-JP">
                <a:latin typeface="Arial" panose="020B0604020202020204" pitchFamily="34" charset="0"/>
              </a:rPr>
              <a:t>Hoạt động</a:t>
            </a:r>
            <a:r>
              <a:rPr lang="ja-JP" altLang="en-US">
                <a:latin typeface="Arial" panose="020B0604020202020204" pitchFamily="34" charset="0"/>
              </a:rPr>
              <a:t>」</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Tập trung vào cách thức tồn tại của sự vật (đối tượng) và coi thế giới thực như là tập hợp của các đối tượng để xây dựng hệ thống. </a:t>
            </a:r>
          </a:p>
          <a:p>
            <a:pPr marL="0" indent="0"/>
            <a:r>
              <a:rPr lang="ja-JP" altLang="en-US">
                <a:latin typeface="Arial" panose="020B0604020202020204" pitchFamily="34" charset="0"/>
              </a:rPr>
              <a:t>　</a:t>
            </a:r>
          </a:p>
          <a:p>
            <a:pPr marL="0" indent="0"/>
            <a:endParaRPr lang="ja-JP" altLang="en-US">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Đối tượng / object</a:t>
            </a:r>
          </a:p>
          <a:p>
            <a:pPr marL="0" indent="0"/>
            <a:r>
              <a:rPr lang="ja-JP" altLang="en-US">
                <a:latin typeface="Arial" panose="020B0604020202020204" pitchFamily="34" charset="0"/>
              </a:rPr>
              <a:t>　「</a:t>
            </a:r>
            <a:r>
              <a:rPr lang="en-US" altLang="ja-JP">
                <a:latin typeface="Arial" panose="020B0604020202020204" pitchFamily="34" charset="0"/>
              </a:rPr>
              <a:t>Sự vật</a:t>
            </a:r>
            <a:r>
              <a:rPr lang="ja-JP" altLang="en-US">
                <a:latin typeface="Arial" panose="020B0604020202020204" pitchFamily="34" charset="0"/>
              </a:rPr>
              <a:t>」 </a:t>
            </a:r>
            <a:r>
              <a:rPr lang="en-US" altLang="ja-JP">
                <a:latin typeface="Arial" panose="020B0604020202020204" pitchFamily="34" charset="0"/>
              </a:rPr>
              <a:t>hoặc</a:t>
            </a:r>
            <a:r>
              <a:rPr lang="ja-JP" altLang="en-US">
                <a:latin typeface="Arial" panose="020B0604020202020204" pitchFamily="34" charset="0"/>
              </a:rPr>
              <a:t>「</a:t>
            </a:r>
            <a:r>
              <a:rPr lang="en-US" altLang="ja-JP">
                <a:latin typeface="Arial" panose="020B0604020202020204" pitchFamily="34" charset="0"/>
              </a:rPr>
              <a:t>Hoạt động</a:t>
            </a:r>
            <a:r>
              <a:rPr lang="ja-JP" altLang="en-US">
                <a:latin typeface="Arial" panose="020B0604020202020204" pitchFamily="34" charset="0"/>
              </a:rPr>
              <a:t>」 </a:t>
            </a:r>
            <a:r>
              <a:rPr lang="en-US" altLang="ja-JP">
                <a:latin typeface="Arial" panose="020B0604020202020204" pitchFamily="34" charset="0"/>
              </a:rPr>
              <a:t>được gọi là đối tượng/object. </a:t>
            </a:r>
          </a:p>
          <a:p>
            <a:pPr marL="0" indent="0"/>
            <a:r>
              <a:rPr lang="ja-JP" altLang="en-US">
                <a:latin typeface="Arial" panose="020B0604020202020204" pitchFamily="34" charset="0"/>
              </a:rPr>
              <a:t>　</a:t>
            </a:r>
            <a:r>
              <a:rPr lang="en-US" altLang="ja-JP">
                <a:latin typeface="Arial" panose="020B0604020202020204" pitchFamily="34" charset="0"/>
              </a:rPr>
              <a:t>Trong đối tượng/object sẽ phải mang cả các data (thông tin) và process (xử lý) như một thể thống nhất.</a:t>
            </a:r>
          </a:p>
          <a:p>
            <a:pPr marL="0" indent="0"/>
            <a:r>
              <a:rPr lang="ja-JP" altLang="en-US">
                <a:latin typeface="Arial" panose="020B0604020202020204" pitchFamily="34" charset="0"/>
              </a:rPr>
              <a:t>　</a:t>
            </a:r>
            <a:r>
              <a:rPr lang="en-US" altLang="ja-JP">
                <a:latin typeface="Arial" panose="020B0604020202020204" pitchFamily="34" charset="0"/>
              </a:rPr>
              <a:t>Có rất nhiều đối tượng như những đối tượng có thể nhìn thấy bằng mắt như là máy bay, sách…, những đối tượng biểu hiện tổ chức và vai trò như khách hàng, nhân viên, những đối tượng biểu hiện hoạt động không thể nhìn thấy bằng mắt như mua hàng, đặt hàng.v.v…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9" name="AutoShape 5">
            <a:extLst>
              <a:ext uri="{FF2B5EF4-FFF2-40B4-BE49-F238E27FC236}">
                <a16:creationId xmlns:a16="http://schemas.microsoft.com/office/drawing/2014/main" id="{4B96C87F-011D-FFEB-78A9-9D3F267A7045}"/>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73" tIns="47736" rIns="95473" bIns="47736"/>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r>
              <a:rPr lang="en-US" altLang="ja-JP" sz="1400">
                <a:ea typeface="MS UI Gothic" panose="020B0600070205080204" pitchFamily="50" charset="-128"/>
              </a:rPr>
              <a:t>Hướng đối tượng v</a:t>
            </a:r>
            <a:r>
              <a:rPr lang="en-US" altLang="ja-JP" sz="1400">
                <a:latin typeface="MS UI Gothic" panose="020B0600070205080204" pitchFamily="50" charset="-128"/>
                <a:ea typeface="MS UI Gothic" panose="020B0600070205080204" pitchFamily="50" charset="-128"/>
              </a:rPr>
              <a:t>à</a:t>
            </a:r>
            <a:r>
              <a:rPr lang="en-US" altLang="ja-JP" sz="1400">
                <a:ea typeface="MS UI Gothic" panose="020B0600070205080204" pitchFamily="50" charset="-128"/>
              </a:rPr>
              <a:t> quy trình ph</a:t>
            </a:r>
            <a:r>
              <a:rPr lang="en-US" altLang="ja-JP" sz="1400">
                <a:latin typeface="MS UI Gothic" panose="020B0600070205080204" pitchFamily="50" charset="-128"/>
                <a:ea typeface="MS UI Gothic" panose="020B0600070205080204" pitchFamily="50" charset="-128"/>
              </a:rPr>
              <a:t>á</a:t>
            </a:r>
            <a:r>
              <a:rPr lang="en-US" altLang="ja-JP" sz="1400">
                <a:ea typeface="MS UI Gothic" panose="020B0600070205080204" pitchFamily="50" charset="-128"/>
              </a:rPr>
              <a:t>t triển hệ thống</a:t>
            </a: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Trong quy trình ph</a:t>
            </a:r>
            <a:r>
              <a:rPr lang="en-US" altLang="ja-JP" b="0">
                <a:latin typeface="MS UI Gothic" panose="020B0600070205080204" pitchFamily="50" charset="-128"/>
                <a:ea typeface="MS UI Gothic" panose="020B0600070205080204" pitchFamily="50" charset="-128"/>
              </a:rPr>
              <a:t>á</a:t>
            </a:r>
            <a:r>
              <a:rPr lang="en-US" altLang="ja-JP" b="0">
                <a:ea typeface="MS UI Gothic" panose="020B0600070205080204" pitchFamily="50" charset="-128"/>
              </a:rPr>
              <a:t>t triển hệ thống, c</a:t>
            </a:r>
            <a:r>
              <a:rPr lang="en-US" altLang="ja-JP" b="0">
                <a:latin typeface="MS UI Gothic" panose="020B0600070205080204" pitchFamily="50" charset="-128"/>
                <a:ea typeface="MS UI Gothic" panose="020B0600070205080204" pitchFamily="50" charset="-128"/>
              </a:rPr>
              <a:t>ó</a:t>
            </a:r>
            <a:r>
              <a:rPr lang="en-US" altLang="ja-JP" b="0">
                <a:ea typeface="MS UI Gothic" panose="020B0600070205080204" pitchFamily="50" charset="-128"/>
              </a:rPr>
              <a:t> c</a:t>
            </a:r>
            <a:r>
              <a:rPr lang="en-US" altLang="ja-JP" b="0">
                <a:latin typeface="MS UI Gothic" panose="020B0600070205080204" pitchFamily="50" charset="-128"/>
                <a:ea typeface="MS UI Gothic" panose="020B0600070205080204" pitchFamily="50" charset="-128"/>
              </a:rPr>
              <a:t>á</a:t>
            </a:r>
            <a:r>
              <a:rPr lang="en-US" altLang="ja-JP" b="0">
                <a:ea typeface="MS UI Gothic" panose="020B0600070205080204" pitchFamily="50" charset="-128"/>
              </a:rPr>
              <a:t>c quy trình l</a:t>
            </a:r>
            <a:r>
              <a:rPr lang="en-US" altLang="ja-JP" b="0">
                <a:latin typeface="MS UI Gothic" panose="020B0600070205080204" pitchFamily="50" charset="-128"/>
                <a:ea typeface="MS UI Gothic" panose="020B0600070205080204" pitchFamily="50" charset="-128"/>
              </a:rPr>
              <a:t>à</a:t>
            </a:r>
            <a:r>
              <a:rPr lang="en-US" altLang="ja-JP" b="0">
                <a:ea typeface="MS UI Gothic" panose="020B0600070205080204" pitchFamily="50" charset="-128"/>
              </a:rPr>
              <a:t>: kế hoạch xây dựng hệ thống, phân t</a:t>
            </a:r>
            <a:r>
              <a:rPr lang="en-US" altLang="ja-JP" b="0">
                <a:latin typeface="MS UI Gothic" panose="020B0600070205080204" pitchFamily="50" charset="-128"/>
                <a:ea typeface="MS UI Gothic" panose="020B0600070205080204" pitchFamily="50" charset="-128"/>
              </a:rPr>
              <a:t>í</a:t>
            </a:r>
            <a:r>
              <a:rPr lang="en-US" altLang="ja-JP" b="0">
                <a:ea typeface="MS UI Gothic" panose="020B0600070205080204" pitchFamily="50" charset="-128"/>
              </a:rPr>
              <a:t>ch, thiết kế, implement, test, ứng dụng, bảo tr</a:t>
            </a:r>
            <a:r>
              <a:rPr lang="en-US" altLang="ja-JP" b="0">
                <a:latin typeface="MS UI Gothic" panose="020B0600070205080204" pitchFamily="50" charset="-128"/>
                <a:ea typeface="MS UI Gothic" panose="020B0600070205080204" pitchFamily="50" charset="-128"/>
              </a:rPr>
              <a:t>ì</a:t>
            </a:r>
            <a:r>
              <a:rPr lang="en-US" altLang="ja-JP" b="0">
                <a:ea typeface="MS UI Gothic" panose="020B0600070205080204" pitchFamily="50" charset="-128"/>
              </a:rPr>
              <a:t>. </a:t>
            </a:r>
          </a:p>
          <a:p>
            <a:r>
              <a:rPr lang="ja-JP" altLang="en-US" b="0">
                <a:ea typeface="MS UI Gothic" panose="020B0600070205080204" pitchFamily="50" charset="-128"/>
              </a:rPr>
              <a:t>　</a:t>
            </a:r>
            <a:r>
              <a:rPr lang="en-US" altLang="ja-JP" b="0">
                <a:ea typeface="MS UI Gothic" panose="020B0600070205080204" pitchFamily="50" charset="-128"/>
              </a:rPr>
              <a:t>Java l</a:t>
            </a:r>
            <a:r>
              <a:rPr lang="en-US" altLang="ja-JP" b="0">
                <a:latin typeface="MS UI Gothic" panose="020B0600070205080204" pitchFamily="50" charset="-128"/>
                <a:ea typeface="MS UI Gothic" panose="020B0600070205080204" pitchFamily="50" charset="-128"/>
              </a:rPr>
              <a:t>à</a:t>
            </a:r>
            <a:r>
              <a:rPr lang="en-US" altLang="ja-JP" b="0">
                <a:ea typeface="MS UI Gothic" panose="020B0600070205080204" pitchFamily="50" charset="-128"/>
              </a:rPr>
              <a:t> ngôn ngữ lập tr</a:t>
            </a:r>
            <a:r>
              <a:rPr lang="en-US" altLang="ja-JP" b="0">
                <a:latin typeface="MS UI Gothic" panose="020B0600070205080204" pitchFamily="50" charset="-128"/>
                <a:ea typeface="MS UI Gothic" panose="020B0600070205080204" pitchFamily="50" charset="-128"/>
              </a:rPr>
              <a:t>ì</a:t>
            </a:r>
            <a:r>
              <a:rPr lang="en-US" altLang="ja-JP" b="0">
                <a:ea typeface="MS UI Gothic" panose="020B0600070205080204" pitchFamily="50" charset="-128"/>
              </a:rPr>
              <a:t>nh th</a:t>
            </a:r>
            <a:r>
              <a:rPr lang="en-US" altLang="ja-JP" b="0">
                <a:latin typeface="MS UI Gothic" panose="020B0600070205080204" pitchFamily="50" charset="-128"/>
                <a:ea typeface="MS UI Gothic" panose="020B0600070205080204" pitchFamily="50" charset="-128"/>
              </a:rPr>
              <a:t>í</a:t>
            </a:r>
            <a:r>
              <a:rPr lang="en-US" altLang="ja-JP" b="0">
                <a:ea typeface="MS UI Gothic" panose="020B0600070205080204" pitchFamily="50" charset="-128"/>
              </a:rPr>
              <a:t>ch hợp cho việc tiến h</a:t>
            </a:r>
            <a:r>
              <a:rPr lang="en-US" altLang="ja-JP" b="0">
                <a:latin typeface="MS UI Gothic" panose="020B0600070205080204" pitchFamily="50" charset="-128"/>
                <a:ea typeface="MS UI Gothic" panose="020B0600070205080204" pitchFamily="50" charset="-128"/>
              </a:rPr>
              <a:t>à</a:t>
            </a:r>
            <a:r>
              <a:rPr lang="en-US" altLang="ja-JP" b="0">
                <a:ea typeface="MS UI Gothic" panose="020B0600070205080204" pitchFamily="50" charset="-128"/>
              </a:rPr>
              <a:t>nh implement ph</a:t>
            </a:r>
            <a:r>
              <a:rPr lang="en-US" altLang="ja-JP" b="0">
                <a:latin typeface="MS UI Gothic" panose="020B0600070205080204" pitchFamily="50" charset="-128"/>
                <a:ea typeface="MS UI Gothic" panose="020B0600070205080204" pitchFamily="50" charset="-128"/>
              </a:rPr>
              <a:t>á</a:t>
            </a:r>
            <a:r>
              <a:rPr lang="en-US" altLang="ja-JP" b="0">
                <a:ea typeface="MS UI Gothic" panose="020B0600070205080204" pitchFamily="50" charset="-128"/>
              </a:rPr>
              <a:t>t triển hướng đối tượng. </a:t>
            </a:r>
          </a:p>
          <a:p>
            <a:r>
              <a:rPr lang="ja-JP" altLang="en-US" b="0">
                <a:ea typeface="MS UI Gothic" panose="020B0600070205080204" pitchFamily="50" charset="-128"/>
              </a:rPr>
              <a:t>　・　</a:t>
            </a:r>
            <a:r>
              <a:rPr lang="en-US" altLang="ja-JP" b="0">
                <a:ea typeface="MS UI Gothic" panose="020B0600070205080204" pitchFamily="50" charset="-128"/>
              </a:rPr>
              <a:t>Phân t</a:t>
            </a:r>
            <a:r>
              <a:rPr lang="en-US" altLang="ja-JP" b="0">
                <a:latin typeface="MS UI Gothic" panose="020B0600070205080204" pitchFamily="50" charset="-128"/>
                <a:ea typeface="MS UI Gothic" panose="020B0600070205080204" pitchFamily="50" charset="-128"/>
              </a:rPr>
              <a:t>í</a:t>
            </a:r>
            <a:r>
              <a:rPr lang="en-US" altLang="ja-JP" b="0">
                <a:ea typeface="MS UI Gothic" panose="020B0600070205080204" pitchFamily="50" charset="-128"/>
              </a:rPr>
              <a:t>ch hướng đối tượng (OOA : Object Oriented Analysis)</a:t>
            </a:r>
          </a:p>
          <a:p>
            <a:r>
              <a:rPr lang="ja-JP" altLang="en-US" b="0">
                <a:ea typeface="MS UI Gothic" panose="020B0600070205080204" pitchFamily="50" charset="-128"/>
              </a:rPr>
              <a:t>　・　</a:t>
            </a:r>
            <a:r>
              <a:rPr lang="en-US" altLang="ja-JP" b="0">
                <a:ea typeface="MS UI Gothic" panose="020B0600070205080204" pitchFamily="50" charset="-128"/>
              </a:rPr>
              <a:t>Thiết kế hướng đối tượng (OOD : Object Oriented Design)</a:t>
            </a:r>
          </a:p>
          <a:p>
            <a:r>
              <a:rPr lang="ja-JP" altLang="en-US" b="0">
                <a:ea typeface="MS UI Gothic" panose="020B0600070205080204" pitchFamily="50" charset="-128"/>
              </a:rPr>
              <a:t>　・　</a:t>
            </a:r>
            <a:r>
              <a:rPr lang="en-US" altLang="ja-JP" b="0">
                <a:ea typeface="MS UI Gothic" panose="020B0600070205080204" pitchFamily="50" charset="-128"/>
              </a:rPr>
              <a:t>Lập tr</a:t>
            </a:r>
            <a:r>
              <a:rPr lang="en-US" altLang="ja-JP" b="0">
                <a:latin typeface="MS UI Gothic" panose="020B0600070205080204" pitchFamily="50" charset="-128"/>
                <a:ea typeface="MS UI Gothic" panose="020B0600070205080204" pitchFamily="50" charset="-128"/>
              </a:rPr>
              <a:t>ì</a:t>
            </a:r>
            <a:r>
              <a:rPr lang="en-US" altLang="ja-JP" b="0">
                <a:ea typeface="MS UI Gothic" panose="020B0600070205080204" pitchFamily="50" charset="-128"/>
              </a:rPr>
              <a:t>nh hướng đối tượng (OOP : Object Oriented Programming)</a:t>
            </a:r>
          </a:p>
          <a:p>
            <a:endParaRPr lang="en-US" altLang="ja-JP" b="0">
              <a:ea typeface="MS UI Gothic" panose="020B0600070205080204" pitchFamily="50" charset="-128"/>
            </a:endParaRPr>
          </a:p>
        </p:txBody>
      </p:sp>
      <p:sp>
        <p:nvSpPr>
          <p:cNvPr id="379910" name="AutoShape 6">
            <a:extLst>
              <a:ext uri="{FF2B5EF4-FFF2-40B4-BE49-F238E27FC236}">
                <a16:creationId xmlns:a16="http://schemas.microsoft.com/office/drawing/2014/main" id="{86D1B9FD-65E5-4906-802D-0F557CED7D5F}"/>
              </a:ext>
            </a:extLst>
          </p:cNvPr>
          <p:cNvSpPr>
            <a:spLocks noChangeArrowheads="1"/>
          </p:cNvSpPr>
          <p:nvPr/>
        </p:nvSpPr>
        <p:spPr bwMode="auto">
          <a:xfrm>
            <a:off x="603250" y="442913"/>
            <a:ext cx="11176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73" tIns="47736" rIns="95473" bIns="47736"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COLUMN</a:t>
            </a:r>
          </a:p>
        </p:txBody>
      </p:sp>
      <p:sp>
        <p:nvSpPr>
          <p:cNvPr id="380021" name="Rectangle 117">
            <a:extLst>
              <a:ext uri="{FF2B5EF4-FFF2-40B4-BE49-F238E27FC236}">
                <a16:creationId xmlns:a16="http://schemas.microsoft.com/office/drawing/2014/main" id="{36A13ED3-25DF-01C6-D4F5-FCA448CFE382}"/>
              </a:ext>
            </a:extLst>
          </p:cNvPr>
          <p:cNvSpPr>
            <a:spLocks noChangeArrowheads="1"/>
          </p:cNvSpPr>
          <p:nvPr/>
        </p:nvSpPr>
        <p:spPr bwMode="auto">
          <a:xfrm>
            <a:off x="727075" y="2085975"/>
            <a:ext cx="5629275" cy="2452688"/>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80022" name="AutoShape 118">
            <a:extLst>
              <a:ext uri="{FF2B5EF4-FFF2-40B4-BE49-F238E27FC236}">
                <a16:creationId xmlns:a16="http://schemas.microsoft.com/office/drawing/2014/main" id="{21B3CEB1-EDA3-8533-B003-9F681C6CF2CF}"/>
              </a:ext>
            </a:extLst>
          </p:cNvPr>
          <p:cNvSpPr>
            <a:spLocks noChangeArrowheads="1"/>
          </p:cNvSpPr>
          <p:nvPr/>
        </p:nvSpPr>
        <p:spPr bwMode="auto">
          <a:xfrm>
            <a:off x="2579688" y="2887663"/>
            <a:ext cx="1616075" cy="1503362"/>
          </a:xfrm>
          <a:prstGeom prst="roundRect">
            <a:avLst>
              <a:gd name="adj" fmla="val 7227"/>
            </a:avLst>
          </a:prstGeom>
          <a:solidFill>
            <a:srgbClr val="CCFFFF"/>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80023" name="AutoShape 119">
            <a:extLst>
              <a:ext uri="{FF2B5EF4-FFF2-40B4-BE49-F238E27FC236}">
                <a16:creationId xmlns:a16="http://schemas.microsoft.com/office/drawing/2014/main" id="{1CBF6084-AF5C-7382-F0CE-65E76A813C0D}"/>
              </a:ext>
            </a:extLst>
          </p:cNvPr>
          <p:cNvSpPr>
            <a:spLocks noChangeArrowheads="1"/>
          </p:cNvSpPr>
          <p:nvPr/>
        </p:nvSpPr>
        <p:spPr bwMode="auto">
          <a:xfrm>
            <a:off x="4321175" y="2865438"/>
            <a:ext cx="1709738" cy="1530350"/>
          </a:xfrm>
          <a:prstGeom prst="roundRect">
            <a:avLst>
              <a:gd name="adj" fmla="val 7227"/>
            </a:avLst>
          </a:prstGeom>
          <a:solidFill>
            <a:srgbClr val="CCFFFF"/>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80024" name="AutoShape 120">
            <a:extLst>
              <a:ext uri="{FF2B5EF4-FFF2-40B4-BE49-F238E27FC236}">
                <a16:creationId xmlns:a16="http://schemas.microsoft.com/office/drawing/2014/main" id="{D65798B4-D272-AD12-A9D2-4167D8768849}"/>
              </a:ext>
            </a:extLst>
          </p:cNvPr>
          <p:cNvSpPr>
            <a:spLocks noChangeArrowheads="1"/>
          </p:cNvSpPr>
          <p:nvPr/>
        </p:nvSpPr>
        <p:spPr bwMode="auto">
          <a:xfrm>
            <a:off x="906463" y="2889250"/>
            <a:ext cx="1547812" cy="1504950"/>
          </a:xfrm>
          <a:prstGeom prst="roundRect">
            <a:avLst>
              <a:gd name="adj" fmla="val 7227"/>
            </a:avLst>
          </a:prstGeom>
          <a:solidFill>
            <a:srgbClr val="CCFFFF"/>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80025" name="Rectangle 121">
            <a:extLst>
              <a:ext uri="{FF2B5EF4-FFF2-40B4-BE49-F238E27FC236}">
                <a16:creationId xmlns:a16="http://schemas.microsoft.com/office/drawing/2014/main" id="{D1ABE629-A2E4-D43A-E5E3-13899038F480}"/>
              </a:ext>
            </a:extLst>
          </p:cNvPr>
          <p:cNvSpPr>
            <a:spLocks noChangeArrowheads="1"/>
          </p:cNvSpPr>
          <p:nvPr/>
        </p:nvSpPr>
        <p:spPr bwMode="auto">
          <a:xfrm>
            <a:off x="2720975" y="2981325"/>
            <a:ext cx="1290638" cy="588963"/>
          </a:xfrm>
          <a:prstGeom prst="rect">
            <a:avLst/>
          </a:prstGeom>
          <a:solidFill>
            <a:srgbClr val="FFFFCC"/>
          </a:solidFill>
          <a:ln w="15240">
            <a:solidFill>
              <a:srgbClr val="000000"/>
            </a:solidFill>
            <a:miter lim="800000"/>
            <a:headEnd/>
            <a:tailEnd/>
          </a:ln>
        </p:spPr>
        <p:txBody>
          <a:bodyPr/>
          <a:lstStyle/>
          <a:p>
            <a:pPr algn="ctr">
              <a:lnSpc>
                <a:spcPct val="96000"/>
              </a:lnSpc>
            </a:pPr>
            <a:r>
              <a:rPr lang="en-US" altLang="ja-JP" b="0"/>
              <a:t>Thiết kế hướng đối tượng</a:t>
            </a:r>
          </a:p>
          <a:p>
            <a:pPr algn="ctr">
              <a:lnSpc>
                <a:spcPct val="96000"/>
              </a:lnSpc>
            </a:pPr>
            <a:r>
              <a:rPr lang="ja-JP" altLang="en-US" b="0"/>
              <a:t>（</a:t>
            </a:r>
            <a:r>
              <a:rPr lang="en-US" altLang="ja-JP" b="0"/>
              <a:t>OOD)</a:t>
            </a:r>
          </a:p>
        </p:txBody>
      </p:sp>
      <p:sp>
        <p:nvSpPr>
          <p:cNvPr id="380026" name="Rectangle 122">
            <a:extLst>
              <a:ext uri="{FF2B5EF4-FFF2-40B4-BE49-F238E27FC236}">
                <a16:creationId xmlns:a16="http://schemas.microsoft.com/office/drawing/2014/main" id="{888AC875-E702-99AF-D541-5089658A39FE}"/>
              </a:ext>
            </a:extLst>
          </p:cNvPr>
          <p:cNvSpPr>
            <a:spLocks noChangeArrowheads="1"/>
          </p:cNvSpPr>
          <p:nvPr/>
        </p:nvSpPr>
        <p:spPr bwMode="auto">
          <a:xfrm>
            <a:off x="1027113" y="2971800"/>
            <a:ext cx="1300162" cy="571500"/>
          </a:xfrm>
          <a:prstGeom prst="rect">
            <a:avLst/>
          </a:prstGeom>
          <a:solidFill>
            <a:srgbClr val="FFFFCC"/>
          </a:solidFill>
          <a:ln w="15240">
            <a:solidFill>
              <a:srgbClr val="000000"/>
            </a:solidFill>
            <a:miter lim="800000"/>
            <a:headEnd/>
            <a:tailEnd/>
          </a:ln>
        </p:spPr>
        <p:txBody>
          <a:bodyPr/>
          <a:lstStyle/>
          <a:p>
            <a:pPr algn="ctr">
              <a:lnSpc>
                <a:spcPct val="96000"/>
              </a:lnSpc>
            </a:pPr>
            <a:r>
              <a:rPr lang="en-US" altLang="ja-JP" b="0"/>
              <a:t>Phân tích hướng đối tượng</a:t>
            </a:r>
          </a:p>
          <a:p>
            <a:pPr algn="ctr">
              <a:lnSpc>
                <a:spcPct val="96000"/>
              </a:lnSpc>
            </a:pPr>
            <a:r>
              <a:rPr lang="ja-JP" altLang="en-US" b="0"/>
              <a:t>（</a:t>
            </a:r>
            <a:r>
              <a:rPr lang="en-US" altLang="ja-JP" b="0"/>
              <a:t>OOA)</a:t>
            </a:r>
          </a:p>
        </p:txBody>
      </p:sp>
      <p:sp>
        <p:nvSpPr>
          <p:cNvPr id="380027" name="Rectangle 123">
            <a:extLst>
              <a:ext uri="{FF2B5EF4-FFF2-40B4-BE49-F238E27FC236}">
                <a16:creationId xmlns:a16="http://schemas.microsoft.com/office/drawing/2014/main" id="{EEC2639E-C181-2D55-3B3A-387F13DC5B3D}"/>
              </a:ext>
            </a:extLst>
          </p:cNvPr>
          <p:cNvSpPr>
            <a:spLocks noChangeArrowheads="1"/>
          </p:cNvSpPr>
          <p:nvPr/>
        </p:nvSpPr>
        <p:spPr bwMode="auto">
          <a:xfrm>
            <a:off x="4471988" y="2967038"/>
            <a:ext cx="1344612" cy="576262"/>
          </a:xfrm>
          <a:prstGeom prst="rect">
            <a:avLst/>
          </a:prstGeom>
          <a:solidFill>
            <a:srgbClr val="FFCC99"/>
          </a:solidFill>
          <a:ln w="15240">
            <a:solidFill>
              <a:srgbClr val="000000"/>
            </a:solidFill>
            <a:miter lim="800000"/>
            <a:headEnd/>
            <a:tailEnd/>
          </a:ln>
        </p:spPr>
        <p:txBody>
          <a:bodyPr/>
          <a:lstStyle/>
          <a:p>
            <a:pPr algn="ctr">
              <a:lnSpc>
                <a:spcPct val="96000"/>
              </a:lnSpc>
            </a:pPr>
            <a:r>
              <a:rPr lang="en-US" altLang="ja-JP" b="0"/>
              <a:t>Lập trình hướng đối tượng</a:t>
            </a:r>
          </a:p>
          <a:p>
            <a:pPr algn="ctr">
              <a:lnSpc>
                <a:spcPct val="96000"/>
              </a:lnSpc>
            </a:pPr>
            <a:r>
              <a:rPr lang="ja-JP" altLang="en-US" b="0"/>
              <a:t>（</a:t>
            </a:r>
            <a:r>
              <a:rPr lang="en-US" altLang="ja-JP" b="0"/>
              <a:t>OOP)</a:t>
            </a:r>
          </a:p>
        </p:txBody>
      </p:sp>
      <p:sp>
        <p:nvSpPr>
          <p:cNvPr id="380028" name="Rectangle 124">
            <a:extLst>
              <a:ext uri="{FF2B5EF4-FFF2-40B4-BE49-F238E27FC236}">
                <a16:creationId xmlns:a16="http://schemas.microsoft.com/office/drawing/2014/main" id="{F17A52E9-82B3-4930-1619-D8321D486F9D}"/>
              </a:ext>
            </a:extLst>
          </p:cNvPr>
          <p:cNvSpPr>
            <a:spLocks noChangeArrowheads="1"/>
          </p:cNvSpPr>
          <p:nvPr/>
        </p:nvSpPr>
        <p:spPr bwMode="auto">
          <a:xfrm>
            <a:off x="1068388" y="2349500"/>
            <a:ext cx="1235075" cy="400050"/>
          </a:xfrm>
          <a:prstGeom prst="rect">
            <a:avLst/>
          </a:prstGeom>
          <a:solidFill>
            <a:srgbClr val="FFFFCC"/>
          </a:solidFill>
          <a:ln w="15240">
            <a:solidFill>
              <a:srgbClr val="000000"/>
            </a:solidFill>
            <a:miter lim="800000"/>
            <a:headEnd/>
            <a:tailEnd/>
          </a:ln>
          <a:effectLst>
            <a:outerShdw dist="35921" dir="2700000" algn="ctr" rotWithShape="0">
              <a:srgbClr val="808080">
                <a:alpha val="50000"/>
              </a:srgbClr>
            </a:outerShdw>
          </a:effectLst>
        </p:spPr>
        <p:txBody>
          <a:bodyPr/>
          <a:lstStyle/>
          <a:p>
            <a:pPr algn="ctr"/>
            <a:r>
              <a:rPr lang="en-US" altLang="ja-JP" sz="1400">
                <a:solidFill>
                  <a:srgbClr val="000000"/>
                </a:solidFill>
              </a:rPr>
              <a:t>Phân tích</a:t>
            </a:r>
            <a:endParaRPr lang="en-US" altLang="ja-JP" sz="1400"/>
          </a:p>
          <a:p>
            <a:endParaRPr lang="en-US" altLang="ja-JP" sz="1400"/>
          </a:p>
        </p:txBody>
      </p:sp>
      <p:sp>
        <p:nvSpPr>
          <p:cNvPr id="380029" name="AutoShape 125">
            <a:extLst>
              <a:ext uri="{FF2B5EF4-FFF2-40B4-BE49-F238E27FC236}">
                <a16:creationId xmlns:a16="http://schemas.microsoft.com/office/drawing/2014/main" id="{D1F19A36-75A6-C0F4-5871-52A915AFF21E}"/>
              </a:ext>
            </a:extLst>
          </p:cNvPr>
          <p:cNvSpPr>
            <a:spLocks noChangeArrowheads="1"/>
          </p:cNvSpPr>
          <p:nvPr/>
        </p:nvSpPr>
        <p:spPr bwMode="auto">
          <a:xfrm>
            <a:off x="2420938" y="2346325"/>
            <a:ext cx="280987" cy="434975"/>
          </a:xfrm>
          <a:prstGeom prst="rightArrow">
            <a:avLst>
              <a:gd name="adj1" fmla="val 50000"/>
              <a:gd name="adj2" fmla="val 25000"/>
            </a:avLst>
          </a:prstGeom>
          <a:solidFill>
            <a:srgbClr val="0033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80030" name="Rectangle 126">
            <a:extLst>
              <a:ext uri="{FF2B5EF4-FFF2-40B4-BE49-F238E27FC236}">
                <a16:creationId xmlns:a16="http://schemas.microsoft.com/office/drawing/2014/main" id="{65879D20-C9E3-0D80-A7E6-9DF5CFE6C24A}"/>
              </a:ext>
            </a:extLst>
          </p:cNvPr>
          <p:cNvSpPr>
            <a:spLocks noChangeArrowheads="1"/>
          </p:cNvSpPr>
          <p:nvPr/>
        </p:nvSpPr>
        <p:spPr bwMode="auto">
          <a:xfrm>
            <a:off x="2835275" y="2349500"/>
            <a:ext cx="1111250" cy="414338"/>
          </a:xfrm>
          <a:prstGeom prst="rect">
            <a:avLst/>
          </a:prstGeom>
          <a:solidFill>
            <a:srgbClr val="FFFFCC"/>
          </a:solidFill>
          <a:ln w="15240">
            <a:solidFill>
              <a:srgbClr val="000000"/>
            </a:solidFill>
            <a:miter lim="800000"/>
            <a:headEnd/>
            <a:tailEnd/>
          </a:ln>
          <a:effectLst>
            <a:outerShdw dist="35921" dir="2700000" algn="ctr" rotWithShape="0">
              <a:srgbClr val="808080">
                <a:alpha val="50000"/>
              </a:srgbClr>
            </a:outerShdw>
          </a:effectLst>
        </p:spPr>
        <p:txBody>
          <a:bodyPr/>
          <a:lstStyle/>
          <a:p>
            <a:pPr algn="ctr"/>
            <a:r>
              <a:rPr lang="en-US" altLang="ja-JP" sz="1400">
                <a:solidFill>
                  <a:srgbClr val="000000"/>
                </a:solidFill>
              </a:rPr>
              <a:t>Thiết kế</a:t>
            </a:r>
            <a:endParaRPr lang="en-US" altLang="ja-JP" sz="1400"/>
          </a:p>
          <a:p>
            <a:endParaRPr lang="en-US" altLang="ja-JP" sz="1400"/>
          </a:p>
        </p:txBody>
      </p:sp>
      <p:sp>
        <p:nvSpPr>
          <p:cNvPr id="380031" name="Rectangle 127">
            <a:extLst>
              <a:ext uri="{FF2B5EF4-FFF2-40B4-BE49-F238E27FC236}">
                <a16:creationId xmlns:a16="http://schemas.microsoft.com/office/drawing/2014/main" id="{575DA2AC-C5CE-A3C9-6C48-A14B4E9BE721}"/>
              </a:ext>
            </a:extLst>
          </p:cNvPr>
          <p:cNvSpPr>
            <a:spLocks noChangeArrowheads="1"/>
          </p:cNvSpPr>
          <p:nvPr/>
        </p:nvSpPr>
        <p:spPr bwMode="auto">
          <a:xfrm>
            <a:off x="4510088" y="2357438"/>
            <a:ext cx="1201737" cy="415925"/>
          </a:xfrm>
          <a:prstGeom prst="rect">
            <a:avLst/>
          </a:prstGeom>
          <a:solidFill>
            <a:srgbClr val="FFCC99"/>
          </a:solidFill>
          <a:ln w="15240">
            <a:solidFill>
              <a:srgbClr val="000000"/>
            </a:solidFill>
            <a:miter lim="800000"/>
            <a:headEnd/>
            <a:tailEnd/>
          </a:ln>
          <a:effectLst>
            <a:outerShdw dist="35921" dir="2700000" algn="ctr" rotWithShape="0">
              <a:srgbClr val="808080">
                <a:alpha val="50000"/>
              </a:srgbClr>
            </a:outerShdw>
          </a:effectLst>
        </p:spPr>
        <p:txBody>
          <a:bodyPr/>
          <a:lstStyle/>
          <a:p>
            <a:pPr algn="ctr"/>
            <a:r>
              <a:rPr lang="en-US" altLang="ja-JP" sz="1400">
                <a:solidFill>
                  <a:srgbClr val="000000"/>
                </a:solidFill>
              </a:rPr>
              <a:t>Implement</a:t>
            </a:r>
            <a:endParaRPr lang="en-US" altLang="ja-JP" sz="1400"/>
          </a:p>
        </p:txBody>
      </p:sp>
      <p:sp>
        <p:nvSpPr>
          <p:cNvPr id="380033" name="AutoShape 129">
            <a:extLst>
              <a:ext uri="{FF2B5EF4-FFF2-40B4-BE49-F238E27FC236}">
                <a16:creationId xmlns:a16="http://schemas.microsoft.com/office/drawing/2014/main" id="{E51506F9-94F6-8BF0-ECAD-FD13A04F2465}"/>
              </a:ext>
            </a:extLst>
          </p:cNvPr>
          <p:cNvSpPr>
            <a:spLocks noChangeArrowheads="1"/>
          </p:cNvSpPr>
          <p:nvPr/>
        </p:nvSpPr>
        <p:spPr bwMode="auto">
          <a:xfrm>
            <a:off x="1016000" y="3606800"/>
            <a:ext cx="1320800" cy="715963"/>
          </a:xfrm>
          <a:prstGeom prst="roundRect">
            <a:avLst>
              <a:gd name="adj" fmla="val 5782"/>
            </a:avLst>
          </a:prstGeom>
          <a:solidFill>
            <a:srgbClr val="FFFFCC"/>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95250">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900" b="0">
                <a:ea typeface="MS UI Gothic" panose="020B0600070205080204" pitchFamily="50" charset="-128"/>
              </a:rPr>
              <a:t>Nắm bắt thế giới thực bằng đối tượng, tạo model phân tích trong thế giới của khái niệm.  </a:t>
            </a:r>
          </a:p>
        </p:txBody>
      </p:sp>
      <p:sp>
        <p:nvSpPr>
          <p:cNvPr id="380034" name="AutoShape 130">
            <a:extLst>
              <a:ext uri="{FF2B5EF4-FFF2-40B4-BE49-F238E27FC236}">
                <a16:creationId xmlns:a16="http://schemas.microsoft.com/office/drawing/2014/main" id="{E7B8AD6F-8C32-2CD3-2894-0135DC88F64B}"/>
              </a:ext>
            </a:extLst>
          </p:cNvPr>
          <p:cNvSpPr>
            <a:spLocks noChangeArrowheads="1"/>
          </p:cNvSpPr>
          <p:nvPr/>
        </p:nvSpPr>
        <p:spPr bwMode="auto">
          <a:xfrm>
            <a:off x="2743200" y="3646488"/>
            <a:ext cx="1252538" cy="665162"/>
          </a:xfrm>
          <a:prstGeom prst="roundRect">
            <a:avLst>
              <a:gd name="adj" fmla="val 5782"/>
            </a:avLst>
          </a:prstGeom>
          <a:solidFill>
            <a:srgbClr val="FFFFCC"/>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95250">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900" b="0">
                <a:ea typeface="MS UI Gothic" panose="020B0600070205080204" pitchFamily="50" charset="-128"/>
              </a:rPr>
              <a:t>Chuyển đổi thành model thiết kế coi hệ thống hóa là mục đích</a:t>
            </a:r>
          </a:p>
        </p:txBody>
      </p:sp>
      <p:sp>
        <p:nvSpPr>
          <p:cNvPr id="380035" name="AutoShape 131">
            <a:extLst>
              <a:ext uri="{FF2B5EF4-FFF2-40B4-BE49-F238E27FC236}">
                <a16:creationId xmlns:a16="http://schemas.microsoft.com/office/drawing/2014/main" id="{941B7989-082C-6631-3C06-5A5ECD3683A1}"/>
              </a:ext>
            </a:extLst>
          </p:cNvPr>
          <p:cNvSpPr>
            <a:spLocks noChangeArrowheads="1"/>
          </p:cNvSpPr>
          <p:nvPr/>
        </p:nvSpPr>
        <p:spPr bwMode="auto">
          <a:xfrm>
            <a:off x="4475163" y="3641725"/>
            <a:ext cx="1341437" cy="661988"/>
          </a:xfrm>
          <a:prstGeom prst="roundRect">
            <a:avLst>
              <a:gd name="adj" fmla="val 5782"/>
            </a:avLst>
          </a:prstGeom>
          <a:solidFill>
            <a:srgbClr val="FFCC99"/>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95250">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900" b="0">
                <a:ea typeface="MS UI Gothic" panose="020B0600070205080204" pitchFamily="50" charset="-128"/>
              </a:rPr>
              <a:t>Sử dụng môi trường thực hiện như ngôn ngữ…và tạo software.</a:t>
            </a:r>
          </a:p>
        </p:txBody>
      </p:sp>
      <p:sp>
        <p:nvSpPr>
          <p:cNvPr id="380036" name="AutoShape 132">
            <a:extLst>
              <a:ext uri="{FF2B5EF4-FFF2-40B4-BE49-F238E27FC236}">
                <a16:creationId xmlns:a16="http://schemas.microsoft.com/office/drawing/2014/main" id="{6CA2802D-0996-89CF-326B-A89856C3C6C1}"/>
              </a:ext>
            </a:extLst>
          </p:cNvPr>
          <p:cNvSpPr>
            <a:spLocks noChangeArrowheads="1"/>
          </p:cNvSpPr>
          <p:nvPr/>
        </p:nvSpPr>
        <p:spPr bwMode="auto">
          <a:xfrm>
            <a:off x="4084638" y="2339975"/>
            <a:ext cx="280987" cy="434975"/>
          </a:xfrm>
          <a:prstGeom prst="rightArrow">
            <a:avLst>
              <a:gd name="adj1" fmla="val 50000"/>
              <a:gd name="adj2" fmla="val 25000"/>
            </a:avLst>
          </a:prstGeom>
          <a:solidFill>
            <a:srgbClr val="0033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714" name="Rectangle 2">
            <a:extLst>
              <a:ext uri="{FF2B5EF4-FFF2-40B4-BE49-F238E27FC236}">
                <a16:creationId xmlns:a16="http://schemas.microsoft.com/office/drawing/2014/main" id="{0E939369-A0E4-D524-9760-9664981EB381}"/>
              </a:ext>
            </a:extLst>
          </p:cNvPr>
          <p:cNvSpPr>
            <a:spLocks noRot="1" noChangeAspect="1" noChangeArrowheads="1" noTextEdit="1"/>
          </p:cNvSpPr>
          <p:nvPr>
            <p:ph type="sldImg"/>
          </p:nvPr>
        </p:nvSpPr>
        <p:spPr>
          <a:ln/>
        </p:spPr>
      </p:sp>
      <p:sp>
        <p:nvSpPr>
          <p:cNvPr id="371715" name="Rectangle 3">
            <a:extLst>
              <a:ext uri="{FF2B5EF4-FFF2-40B4-BE49-F238E27FC236}">
                <a16:creationId xmlns:a16="http://schemas.microsoft.com/office/drawing/2014/main" id="{C1D0CAAA-FA9A-B677-4C53-A3925B8FFF99}"/>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Lập trình hướng đối tượng</a:t>
            </a:r>
          </a:p>
          <a:p>
            <a:pPr marL="0" indent="0"/>
            <a:r>
              <a:rPr lang="ja-JP" altLang="en-US">
                <a:latin typeface="Arial" panose="020B0604020202020204" pitchFamily="34" charset="0"/>
              </a:rPr>
              <a:t>　</a:t>
            </a:r>
            <a:r>
              <a:rPr lang="en-US" altLang="ja-JP">
                <a:latin typeface="Arial" panose="020B0604020202020204" pitchFamily="34" charset="0"/>
              </a:rPr>
              <a:t>Trong hướng đối tượng, cần suy nghĩ tập trung vào</a:t>
            </a:r>
            <a:r>
              <a:rPr lang="ja-JP" altLang="en-US">
                <a:latin typeface="Arial" panose="020B0604020202020204" pitchFamily="34" charset="0"/>
              </a:rPr>
              <a:t>「</a:t>
            </a:r>
            <a:r>
              <a:rPr lang="en-US" altLang="ja-JP">
                <a:latin typeface="Arial" panose="020B0604020202020204" pitchFamily="34" charset="0"/>
              </a:rPr>
              <a:t>object</a:t>
            </a:r>
            <a:r>
              <a:rPr lang="ja-JP" altLang="en-US">
                <a:latin typeface="Arial" panose="020B0604020202020204" pitchFamily="34" charset="0"/>
              </a:rPr>
              <a:t>」</a:t>
            </a:r>
            <a:r>
              <a:rPr lang="en-US" altLang="ja-JP">
                <a:latin typeface="Arial" panose="020B0604020202020204" pitchFamily="34" charset="0"/>
              </a:rPr>
              <a:t>đã coi data (thông tin) và process (xử lý) như một thể thống nhất. </a:t>
            </a:r>
          </a:p>
          <a:p>
            <a:pPr marL="0" indent="0"/>
            <a:r>
              <a:rPr lang="ja-JP" altLang="en-US">
                <a:latin typeface="Arial" panose="020B0604020202020204" pitchFamily="34" charset="0"/>
              </a:rPr>
              <a:t>　</a:t>
            </a:r>
            <a:r>
              <a:rPr lang="en-US" altLang="ja-JP">
                <a:latin typeface="Arial" panose="020B0604020202020204" pitchFamily="34" charset="0"/>
              </a:rPr>
              <a:t>Trong lập trình hướng đối tượng, định nghĩa</a:t>
            </a:r>
            <a:r>
              <a:rPr lang="ja-JP" altLang="en-US">
                <a:latin typeface="Arial" panose="020B0604020202020204" pitchFamily="34" charset="0"/>
              </a:rPr>
              <a:t>「</a:t>
            </a:r>
            <a:r>
              <a:rPr lang="en-US" altLang="ja-JP">
                <a:latin typeface="Arial" panose="020B0604020202020204" pitchFamily="34" charset="0"/>
              </a:rPr>
              <a:t>Class</a:t>
            </a:r>
            <a:r>
              <a:rPr lang="ja-JP" altLang="en-US">
                <a:latin typeface="Arial" panose="020B0604020202020204" pitchFamily="34" charset="0"/>
              </a:rPr>
              <a:t>」</a:t>
            </a:r>
            <a:r>
              <a:rPr lang="en-US" altLang="ja-JP">
                <a:latin typeface="Arial" panose="020B0604020202020204" pitchFamily="34" charset="0"/>
              </a:rPr>
              <a:t>, model của</a:t>
            </a:r>
            <a:r>
              <a:rPr lang="ja-JP" altLang="en-US">
                <a:latin typeface="Arial" panose="020B0604020202020204" pitchFamily="34" charset="0"/>
              </a:rPr>
              <a:t>「</a:t>
            </a:r>
            <a:r>
              <a:rPr lang="en-US" altLang="ja-JP">
                <a:latin typeface="Arial" panose="020B0604020202020204" pitchFamily="34" charset="0"/>
              </a:rPr>
              <a:t>object</a:t>
            </a:r>
            <a:r>
              <a:rPr lang="ja-JP" altLang="en-US">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Trong định nghĩa class, định nghĩa data (thông tin) và process (xử lý) như một thể thống nhất muốn đối tượng (thực thể) phải có. </a:t>
            </a:r>
          </a:p>
          <a:p>
            <a:pPr marL="0" indent="0"/>
            <a:r>
              <a:rPr lang="ja-JP" altLang="en-US">
                <a:latin typeface="Arial" panose="020B0604020202020204" pitchFamily="34" charset="0"/>
              </a:rPr>
              <a:t>　</a:t>
            </a:r>
            <a:r>
              <a:rPr lang="en-US" altLang="ja-JP">
                <a:latin typeface="Arial" panose="020B0604020202020204" pitchFamily="34" charset="0"/>
              </a:rPr>
              <a:t>Từ model</a:t>
            </a:r>
            <a:r>
              <a:rPr lang="ja-JP" altLang="en-US">
                <a:latin typeface="Arial" panose="020B0604020202020204" pitchFamily="34" charset="0"/>
              </a:rPr>
              <a:t>「</a:t>
            </a:r>
            <a:r>
              <a:rPr lang="en-US" altLang="ja-JP">
                <a:latin typeface="Arial" panose="020B0604020202020204" pitchFamily="34" charset="0"/>
              </a:rPr>
              <a:t>Class</a:t>
            </a:r>
            <a:r>
              <a:rPr lang="ja-JP" altLang="en-US">
                <a:latin typeface="Arial" panose="020B0604020202020204" pitchFamily="34" charset="0"/>
              </a:rPr>
              <a:t>」</a:t>
            </a:r>
            <a:r>
              <a:rPr lang="en-US" altLang="ja-JP">
                <a:latin typeface="Arial" panose="020B0604020202020204" pitchFamily="34" charset="0"/>
              </a:rPr>
              <a:t>này, tạo </a:t>
            </a:r>
            <a:r>
              <a:rPr lang="ja-JP" altLang="en-US">
                <a:latin typeface="Arial" panose="020B0604020202020204" pitchFamily="34" charset="0"/>
              </a:rPr>
              <a:t>「</a:t>
            </a:r>
            <a:r>
              <a:rPr lang="en-US" altLang="ja-JP">
                <a:latin typeface="Arial" panose="020B0604020202020204" pitchFamily="34" charset="0"/>
              </a:rPr>
              <a:t>Object</a:t>
            </a:r>
            <a:r>
              <a:rPr lang="ja-JP" altLang="en-US">
                <a:latin typeface="Arial" panose="020B0604020202020204" pitchFamily="34" charset="0"/>
              </a:rPr>
              <a:t>」</a:t>
            </a:r>
            <a:r>
              <a:rPr lang="en-US" altLang="ja-JP">
                <a:latin typeface="Arial" panose="020B0604020202020204" pitchFamily="34" charset="0"/>
              </a:rPr>
              <a:t>(Thực thể) đã có giá trị thực tế và tiến hành xử lý.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Program của hướng đối tượng sẽ được tạo như là tập hợp của các class (object). </a:t>
            </a:r>
          </a:p>
          <a:p>
            <a:pPr marL="0" indent="0"/>
            <a:r>
              <a:rPr lang="ja-JP" altLang="en-US">
                <a:latin typeface="Arial" panose="020B0604020202020204" pitchFamily="34" charset="0"/>
              </a:rPr>
              <a:t>　</a:t>
            </a:r>
          </a:p>
          <a:p>
            <a:pPr marL="0" indent="0"/>
            <a:endParaRPr lang="en-US" altLang="ja-JP">
              <a:latin typeface="Arial" panose="020B0604020202020204" pitchFamily="34"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002" name="Rectangle 2">
            <a:extLst>
              <a:ext uri="{FF2B5EF4-FFF2-40B4-BE49-F238E27FC236}">
                <a16:creationId xmlns:a16="http://schemas.microsoft.com/office/drawing/2014/main" id="{F1A247BD-D19D-2169-50E7-4B9C876F654D}"/>
              </a:ext>
            </a:extLst>
          </p:cNvPr>
          <p:cNvSpPr>
            <a:spLocks noRot="1" noChangeAspect="1" noChangeArrowheads="1" noTextEdit="1"/>
          </p:cNvSpPr>
          <p:nvPr>
            <p:ph type="sldImg"/>
          </p:nvPr>
        </p:nvSpPr>
        <p:spPr>
          <a:ln/>
        </p:spPr>
      </p:sp>
      <p:sp>
        <p:nvSpPr>
          <p:cNvPr id="384003" name="Rectangle 3">
            <a:extLst>
              <a:ext uri="{FF2B5EF4-FFF2-40B4-BE49-F238E27FC236}">
                <a16:creationId xmlns:a16="http://schemas.microsoft.com/office/drawing/2014/main" id="{14857EED-2CA5-CBDA-1D22-0EC6D058B1FF}"/>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Class</a:t>
            </a:r>
          </a:p>
          <a:p>
            <a:pPr marL="0" indent="0"/>
            <a:r>
              <a:rPr lang="ja-JP" altLang="en-US">
                <a:latin typeface="Arial" panose="020B0604020202020204" pitchFamily="34" charset="0"/>
              </a:rPr>
              <a:t>　</a:t>
            </a:r>
            <a:r>
              <a:rPr lang="en-US" altLang="ja-JP">
                <a:latin typeface="Arial" panose="020B0604020202020204" pitchFamily="34" charset="0"/>
              </a:rPr>
              <a:t>Tạo thành model biểu hiện tập hợp tất cả các đối tượng có các tính chất chung được gọi là class. </a:t>
            </a:r>
          </a:p>
          <a:p>
            <a:pPr marL="0" indent="0"/>
            <a:r>
              <a:rPr lang="ja-JP" altLang="en-US">
                <a:latin typeface="Arial" panose="020B0604020202020204" pitchFamily="34" charset="0"/>
              </a:rPr>
              <a:t>　</a:t>
            </a:r>
            <a:r>
              <a:rPr lang="en-US" altLang="ja-JP">
                <a:latin typeface="Arial" panose="020B0604020202020204" pitchFamily="34" charset="0"/>
              </a:rPr>
              <a:t>Tính chất của class được biểu hiện bằng thuộc tính (data) và ứng xử (thao tác)</a:t>
            </a:r>
          </a:p>
          <a:p>
            <a:pPr marL="0" indent="0"/>
            <a:r>
              <a:rPr lang="ja-JP" altLang="en-US">
                <a:latin typeface="Arial" panose="020B0604020202020204" pitchFamily="34" charset="0"/>
              </a:rPr>
              <a:t>　</a:t>
            </a:r>
          </a:p>
          <a:p>
            <a:pPr marL="0" indent="0"/>
            <a:endParaRPr lang="ja-JP" altLang="en-US">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Object (Instance)</a:t>
            </a:r>
          </a:p>
          <a:p>
            <a:pPr marL="0" indent="0"/>
            <a:r>
              <a:rPr lang="ja-JP" altLang="en-US">
                <a:latin typeface="Arial" panose="020B0604020202020204" pitchFamily="34" charset="0"/>
              </a:rPr>
              <a:t>　</a:t>
            </a:r>
            <a:r>
              <a:rPr lang="en-US" altLang="ja-JP">
                <a:latin typeface="Arial" panose="020B0604020202020204" pitchFamily="34" charset="0"/>
              </a:rPr>
              <a:t>Những thứ truyền từng giá trị trong các thuộc tính để thực thể hóa dựa vào định nghĩa của class được gọi là instance hoặc object. </a:t>
            </a:r>
          </a:p>
          <a:p>
            <a:pPr marL="0" indent="0"/>
            <a:endParaRPr lang="en-US" altLang="ja-JP">
              <a:latin typeface="Arial" panose="020B0604020202020204" pitchFamily="34" charset="0"/>
            </a:endParaRPr>
          </a:p>
        </p:txBody>
      </p:sp>
      <p:sp>
        <p:nvSpPr>
          <p:cNvPr id="384004" name="Text Box 4">
            <a:extLst>
              <a:ext uri="{FF2B5EF4-FFF2-40B4-BE49-F238E27FC236}">
                <a16:creationId xmlns:a16="http://schemas.microsoft.com/office/drawing/2014/main" id="{5C2314ED-644C-C24E-0066-824A054E562B}"/>
              </a:ext>
            </a:extLst>
          </p:cNvPr>
          <p:cNvSpPr txBox="1">
            <a:spLocks noChangeArrowheads="1"/>
          </p:cNvSpPr>
          <p:nvPr/>
        </p:nvSpPr>
        <p:spPr bwMode="auto">
          <a:xfrm>
            <a:off x="731838" y="7515225"/>
            <a:ext cx="5618162" cy="8509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68358" tIns="116522" rIns="368358" bIns="116522">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t>Về ngôn ngữ gọi là </a:t>
            </a:r>
            <a:r>
              <a:rPr lang="ja-JP" altLang="en-US"/>
              <a:t>「</a:t>
            </a:r>
            <a:r>
              <a:rPr lang="en-US" altLang="ja-JP"/>
              <a:t>object</a:t>
            </a:r>
            <a:r>
              <a:rPr lang="ja-JP" altLang="en-US"/>
              <a:t>」</a:t>
            </a:r>
            <a:endParaRPr lang="ja-JP" altLang="en-US" b="0"/>
          </a:p>
          <a:p>
            <a:r>
              <a:rPr lang="ja-JP" altLang="en-US" b="0"/>
              <a:t>　</a:t>
            </a:r>
            <a:r>
              <a:rPr lang="en-US" altLang="ja-JP" b="0"/>
              <a:t>Hãy chú ý rằng </a:t>
            </a:r>
            <a:r>
              <a:rPr lang="ja-JP" altLang="en-US" b="0">
                <a:ea typeface="MS UI Gothic" panose="020B0600070205080204" pitchFamily="50" charset="-128"/>
              </a:rPr>
              <a:t>「</a:t>
            </a:r>
            <a:r>
              <a:rPr lang="en-US" altLang="ja-JP" b="0">
                <a:ea typeface="MS UI Gothic" panose="020B0600070205080204" pitchFamily="50" charset="-128"/>
              </a:rPr>
              <a:t>object</a:t>
            </a:r>
            <a:r>
              <a:rPr lang="ja-JP" altLang="en-US" b="0">
                <a:ea typeface="MS UI Gothic" panose="020B0600070205080204" pitchFamily="50" charset="-128"/>
              </a:rPr>
              <a:t>」 </a:t>
            </a:r>
            <a:r>
              <a:rPr lang="en-US" altLang="ja-JP" b="0">
                <a:ea typeface="MS UI Gothic" panose="020B0600070205080204" pitchFamily="50" charset="-128"/>
              </a:rPr>
              <a:t>có khi </a:t>
            </a:r>
            <a:r>
              <a:rPr lang="en-US" altLang="ja-JP" b="0"/>
              <a:t>dùng để chỉ </a:t>
            </a:r>
            <a:r>
              <a:rPr lang="ja-JP" altLang="en-US" b="0">
                <a:ea typeface="MS UI Gothic" panose="020B0600070205080204" pitchFamily="50" charset="-128"/>
              </a:rPr>
              <a:t>「</a:t>
            </a:r>
            <a:r>
              <a:rPr lang="en-US" altLang="ja-JP" b="0">
                <a:ea typeface="MS UI Gothic" panose="020B0600070205080204" pitchFamily="50" charset="-128"/>
              </a:rPr>
              <a:t>Sự vật</a:t>
            </a:r>
            <a:r>
              <a:rPr lang="ja-JP" altLang="en-US" b="0">
                <a:ea typeface="MS UI Gothic" panose="020B0600070205080204" pitchFamily="50" charset="-128"/>
              </a:rPr>
              <a:t>」</a:t>
            </a:r>
            <a:r>
              <a:rPr lang="en-US" altLang="ja-JP" b="0">
                <a:ea typeface="MS UI Gothic" panose="020B0600070205080204" pitchFamily="50" charset="-128"/>
              </a:rPr>
              <a:t>và </a:t>
            </a:r>
            <a:r>
              <a:rPr lang="ja-JP" altLang="en-US" b="0">
                <a:ea typeface="MS UI Gothic" panose="020B0600070205080204" pitchFamily="50" charset="-128"/>
              </a:rPr>
              <a:t>「</a:t>
            </a:r>
            <a:r>
              <a:rPr lang="en-US" altLang="ja-JP" b="0">
                <a:ea typeface="MS UI Gothic" panose="020B0600070205080204" pitchFamily="50" charset="-128"/>
              </a:rPr>
              <a:t>Hoạt động</a:t>
            </a:r>
            <a:r>
              <a:rPr lang="ja-JP" altLang="en-US" b="0">
                <a:ea typeface="MS UI Gothic" panose="020B0600070205080204" pitchFamily="50" charset="-128"/>
              </a:rPr>
              <a:t>」 </a:t>
            </a:r>
            <a:r>
              <a:rPr lang="en-US" altLang="ja-JP" b="0">
                <a:ea typeface="MS UI Gothic" panose="020B0600070205080204" pitchFamily="50" charset="-128"/>
              </a:rPr>
              <a:t>tồn tại trong thế giới hiện thực, có khi dùng để chỉ </a:t>
            </a:r>
            <a:r>
              <a:rPr lang="ja-JP" altLang="en-US" b="0">
                <a:ea typeface="MS UI Gothic" panose="020B0600070205080204" pitchFamily="50" charset="-128"/>
              </a:rPr>
              <a:t>「</a:t>
            </a:r>
            <a:r>
              <a:rPr lang="en-US" altLang="ja-JP" b="0">
                <a:ea typeface="MS UI Gothic" panose="020B0600070205080204" pitchFamily="50" charset="-128"/>
              </a:rPr>
              <a:t>Instance</a:t>
            </a:r>
            <a:r>
              <a:rPr lang="ja-JP" altLang="en-US" b="0">
                <a:ea typeface="MS UI Gothic" panose="020B0600070205080204" pitchFamily="50" charset="-128"/>
              </a:rPr>
              <a:t>」</a:t>
            </a:r>
            <a:r>
              <a:rPr lang="en-US" altLang="ja-JP" b="0">
                <a:ea typeface="MS UI Gothic" panose="020B0600070205080204" pitchFamily="50" charset="-128"/>
              </a:rPr>
              <a:t>- đã thực thể hóa dựa trên định nghĩa class.</a:t>
            </a:r>
          </a:p>
        </p:txBody>
      </p:sp>
      <p:grpSp>
        <p:nvGrpSpPr>
          <p:cNvPr id="384005" name="Group 5">
            <a:extLst>
              <a:ext uri="{FF2B5EF4-FFF2-40B4-BE49-F238E27FC236}">
                <a16:creationId xmlns:a16="http://schemas.microsoft.com/office/drawing/2014/main" id="{4313C930-EBC7-006C-D4D5-B02E6F7EAE43}"/>
              </a:ext>
            </a:extLst>
          </p:cNvPr>
          <p:cNvGrpSpPr>
            <a:grpSpLocks/>
          </p:cNvGrpSpPr>
          <p:nvPr/>
        </p:nvGrpSpPr>
        <p:grpSpPr bwMode="auto">
          <a:xfrm>
            <a:off x="728663" y="7259638"/>
            <a:ext cx="5622925" cy="306387"/>
            <a:chOff x="351" y="1572"/>
            <a:chExt cx="4968" cy="208"/>
          </a:xfrm>
        </p:grpSpPr>
        <p:pic>
          <p:nvPicPr>
            <p:cNvPr id="384006" name="Picture 6">
              <a:extLst>
                <a:ext uri="{FF2B5EF4-FFF2-40B4-BE49-F238E27FC236}">
                  <a16:creationId xmlns:a16="http://schemas.microsoft.com/office/drawing/2014/main" id="{C3E69688-C3A6-749D-BCE4-69EDECD2A7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384007" name="Text Box 7">
              <a:extLst>
                <a:ext uri="{FF2B5EF4-FFF2-40B4-BE49-F238E27FC236}">
                  <a16:creationId xmlns:a16="http://schemas.microsoft.com/office/drawing/2014/main" id="{20080611-15E9-E2B2-FD1F-21B70CA37151}"/>
                </a:ext>
              </a:extLst>
            </p:cNvPr>
            <p:cNvSpPr txBox="1">
              <a:spLocks noChangeArrowheads="1"/>
            </p:cNvSpPr>
            <p:nvPr/>
          </p:nvSpPr>
          <p:spPr bwMode="auto">
            <a:xfrm>
              <a:off x="517" y="1591"/>
              <a:ext cx="499" cy="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73" tIns="47736" rIns="95473" bIns="47736">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200">
                  <a:solidFill>
                    <a:schemeClr val="bg1"/>
                  </a:solidFill>
                  <a:latin typeface="ＭＳ Ｐゴシック" panose="020B0600070205080204" pitchFamily="50" charset="-128"/>
                </a:rPr>
                <a:t>Chú ý</a:t>
              </a:r>
            </a:p>
          </p:txBody>
        </p:sp>
      </p:gr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154" name="Rectangle 2">
            <a:extLst>
              <a:ext uri="{FF2B5EF4-FFF2-40B4-BE49-F238E27FC236}">
                <a16:creationId xmlns:a16="http://schemas.microsoft.com/office/drawing/2014/main" id="{64689037-DA88-1063-9113-9EDF86868876}"/>
              </a:ext>
            </a:extLst>
          </p:cNvPr>
          <p:cNvSpPr>
            <a:spLocks noRot="1" noChangeAspect="1" noChangeArrowheads="1" noTextEdit="1"/>
          </p:cNvSpPr>
          <p:nvPr>
            <p:ph type="sldImg"/>
          </p:nvPr>
        </p:nvSpPr>
        <p:spPr>
          <a:ln/>
        </p:spPr>
      </p:sp>
      <p:sp>
        <p:nvSpPr>
          <p:cNvPr id="433155" name="Rectangle 3">
            <a:extLst>
              <a:ext uri="{FF2B5EF4-FFF2-40B4-BE49-F238E27FC236}">
                <a16:creationId xmlns:a16="http://schemas.microsoft.com/office/drawing/2014/main" id="{B39C26BD-1D0B-0A44-7BEF-0A2E98B3FBFA}"/>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Thuộc tính</a:t>
            </a:r>
          </a:p>
          <a:p>
            <a:pPr marL="0" indent="0"/>
            <a:r>
              <a:rPr lang="ja-JP" altLang="en-US">
                <a:latin typeface="Arial" panose="020B0604020202020204" pitchFamily="34" charset="0"/>
              </a:rPr>
              <a:t>　</a:t>
            </a:r>
            <a:r>
              <a:rPr lang="en-US" altLang="ja-JP">
                <a:latin typeface="Arial" panose="020B0604020202020204" pitchFamily="34" charset="0"/>
              </a:rPr>
              <a:t>Thuộc tính biểu hiện tính chất và trạng thái của object. </a:t>
            </a:r>
          </a:p>
          <a:p>
            <a:pPr marL="0" indent="0"/>
            <a:r>
              <a:rPr lang="ja-JP" altLang="en-US">
                <a:latin typeface="Arial" panose="020B0604020202020204" pitchFamily="34" charset="0"/>
              </a:rPr>
              <a:t>　</a:t>
            </a:r>
            <a:r>
              <a:rPr lang="en-US" altLang="ja-JP">
                <a:latin typeface="Arial" panose="020B0604020202020204" pitchFamily="34" charset="0"/>
              </a:rPr>
              <a:t>Mỗi đối tượng, trong thuộc tính sẽ có một giá trị riêng</a:t>
            </a:r>
            <a:r>
              <a:rPr lang="en-US" altLang="ja-JP" b="1">
                <a:latin typeface="Arial" panose="020B0604020202020204" pitchFamily="34" charset="0"/>
              </a:rPr>
              <a:t>.</a:t>
            </a:r>
            <a:r>
              <a:rPr lang="en-US" altLang="ja-JP" sz="1200" b="1">
                <a:solidFill>
                  <a:srgbClr val="0033CC"/>
                </a:solidFill>
                <a:latin typeface="Arial" panose="020B0604020202020204" pitchFamily="34" charset="0"/>
              </a:rPr>
              <a:t> </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Giá trị của thuộc tính biểu hiện trạng thái của object có thể thay đổi.  (Chuyển trạng thái)</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5202" name="Rectangle 2">
            <a:extLst>
              <a:ext uri="{FF2B5EF4-FFF2-40B4-BE49-F238E27FC236}">
                <a16:creationId xmlns:a16="http://schemas.microsoft.com/office/drawing/2014/main" id="{146D62CD-0157-7FA4-D40E-2EEAEEAA96E6}"/>
              </a:ext>
            </a:extLst>
          </p:cNvPr>
          <p:cNvSpPr>
            <a:spLocks noRot="1" noChangeAspect="1" noChangeArrowheads="1" noTextEdit="1"/>
          </p:cNvSpPr>
          <p:nvPr>
            <p:ph type="sldImg"/>
          </p:nvPr>
        </p:nvSpPr>
        <p:spPr>
          <a:ln/>
        </p:spPr>
      </p:sp>
      <p:sp>
        <p:nvSpPr>
          <p:cNvPr id="435203" name="Rectangle 3">
            <a:extLst>
              <a:ext uri="{FF2B5EF4-FFF2-40B4-BE49-F238E27FC236}">
                <a16:creationId xmlns:a16="http://schemas.microsoft.com/office/drawing/2014/main" id="{1396303F-E0A6-146E-D6B2-8279178C105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Thao tác</a:t>
            </a:r>
          </a:p>
          <a:p>
            <a:pPr marL="0" indent="0"/>
            <a:r>
              <a:rPr lang="ja-JP" altLang="en-US">
                <a:latin typeface="Arial" panose="020B0604020202020204" pitchFamily="34" charset="0"/>
              </a:rPr>
              <a:t>　</a:t>
            </a:r>
            <a:r>
              <a:rPr lang="en-US" altLang="ja-JP">
                <a:latin typeface="Arial" panose="020B0604020202020204" pitchFamily="34" charset="0"/>
              </a:rPr>
              <a:t>Thao tác là những chức năng mà đối tượng đang có. </a:t>
            </a:r>
          </a:p>
          <a:p>
            <a:pPr marL="0" indent="0"/>
            <a:r>
              <a:rPr lang="ja-JP" altLang="en-US">
                <a:latin typeface="Arial" panose="020B0604020202020204" pitchFamily="34" charset="0"/>
              </a:rPr>
              <a:t>　</a:t>
            </a:r>
            <a:r>
              <a:rPr lang="en-US" altLang="ja-JP">
                <a:latin typeface="Arial" panose="020B0604020202020204" pitchFamily="34" charset="0"/>
              </a:rPr>
              <a:t>Tiến hành các thao tác của giá trị của thuộc tính biểu hiện trạng thái, gửi message (yêu cầu thực hiện thao tác đối với object khác), v.v..  </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Trong Java, thao tác biểu hiện là method. </a:t>
            </a:r>
          </a:p>
          <a:p>
            <a:pPr marL="0" indent="0"/>
            <a:r>
              <a:rPr lang="ja-JP" altLang="en-US">
                <a:latin typeface="Arial" panose="020B0604020202020204" pitchFamily="34" charset="0"/>
              </a:rPr>
              <a:t>　</a:t>
            </a:r>
            <a:r>
              <a:rPr lang="en-US" altLang="ja-JP">
                <a:latin typeface="Arial" panose="020B0604020202020204" pitchFamily="34" charset="0"/>
              </a:rPr>
              <a:t>Khi có yêu cầu để thực hiện một thao tác nào đó (tức là gửi message) thì object sẽ thực hiện các xử lý đã được ghi trong method.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02" name="Rectangle 2">
            <a:extLst>
              <a:ext uri="{FF2B5EF4-FFF2-40B4-BE49-F238E27FC236}">
                <a16:creationId xmlns:a16="http://schemas.microsoft.com/office/drawing/2014/main" id="{37C41A0B-9EBE-2345-5508-346F6DF42A71}"/>
              </a:ext>
            </a:extLst>
          </p:cNvPr>
          <p:cNvSpPr>
            <a:spLocks noRot="1" noChangeAspect="1" noChangeArrowheads="1" noTextEdit="1"/>
          </p:cNvSpPr>
          <p:nvPr>
            <p:ph type="sldImg"/>
          </p:nvPr>
        </p:nvSpPr>
        <p:spPr>
          <a:ln/>
        </p:spPr>
      </p:sp>
      <p:sp>
        <p:nvSpPr>
          <p:cNvPr id="409603" name="Rectangle 3">
            <a:extLst>
              <a:ext uri="{FF2B5EF4-FFF2-40B4-BE49-F238E27FC236}">
                <a16:creationId xmlns:a16="http://schemas.microsoft.com/office/drawing/2014/main" id="{35FBA9EF-EB94-99FD-E27B-32D2772A501E}"/>
              </a:ext>
            </a:extLst>
          </p:cNvPr>
          <p:cNvSpPr>
            <a:spLocks noGrp="1" noChangeArrowheads="1"/>
          </p:cNvSpPr>
          <p:nvPr>
            <p:ph type="body" idx="1"/>
          </p:nvPr>
        </p:nvSpPr>
        <p:spPr>
          <a:xfrm>
            <a:off x="706438" y="5240338"/>
            <a:ext cx="5653087" cy="4748212"/>
          </a:xfrm>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Đóng gói</a:t>
            </a:r>
          </a:p>
          <a:p>
            <a:pPr marL="0" indent="0"/>
            <a:r>
              <a:rPr lang="ja-JP" altLang="en-US">
                <a:latin typeface="Arial" panose="020B0604020202020204" pitchFamily="34" charset="0"/>
              </a:rPr>
              <a:t>　</a:t>
            </a:r>
            <a:r>
              <a:rPr lang="en-US" altLang="ja-JP">
                <a:latin typeface="Arial" panose="020B0604020202020204" pitchFamily="34" charset="0"/>
              </a:rPr>
              <a:t>Việc định nghĩa trọn gói các data (thuộc tính) và thủ tục của nó (thao tác) trong đơn vị</a:t>
            </a:r>
            <a:r>
              <a:rPr lang="ja-JP" altLang="en-US">
                <a:latin typeface="Arial" panose="020B0604020202020204" pitchFamily="34" charset="0"/>
              </a:rPr>
              <a:t>「</a:t>
            </a:r>
            <a:r>
              <a:rPr lang="en-US" altLang="ja-JP">
                <a:latin typeface="Arial" panose="020B0604020202020204" pitchFamily="34" charset="0"/>
              </a:rPr>
              <a:t>object</a:t>
            </a:r>
            <a:r>
              <a:rPr lang="ja-JP" altLang="en-US">
                <a:latin typeface="Arial" panose="020B0604020202020204" pitchFamily="34" charset="0"/>
              </a:rPr>
              <a:t>」</a:t>
            </a:r>
            <a:r>
              <a:rPr lang="en-US" altLang="ja-JP">
                <a:latin typeface="Arial" panose="020B0604020202020204" pitchFamily="34" charset="0"/>
              </a:rPr>
              <a:t>(class) gọi là đóng gói.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650" name="Rectangle 2">
            <a:extLst>
              <a:ext uri="{FF2B5EF4-FFF2-40B4-BE49-F238E27FC236}">
                <a16:creationId xmlns:a16="http://schemas.microsoft.com/office/drawing/2014/main" id="{A90FAC36-FDE9-8977-B678-CCD0F95736EC}"/>
              </a:ext>
            </a:extLst>
          </p:cNvPr>
          <p:cNvSpPr>
            <a:spLocks noRot="1" noChangeAspect="1" noChangeArrowheads="1" noTextEdit="1"/>
          </p:cNvSpPr>
          <p:nvPr>
            <p:ph type="sldImg"/>
          </p:nvPr>
        </p:nvSpPr>
        <p:spPr>
          <a:ln/>
        </p:spPr>
      </p:sp>
      <p:sp>
        <p:nvSpPr>
          <p:cNvPr id="411651" name="Rectangle 3">
            <a:extLst>
              <a:ext uri="{FF2B5EF4-FFF2-40B4-BE49-F238E27FC236}">
                <a16:creationId xmlns:a16="http://schemas.microsoft.com/office/drawing/2014/main" id="{0CB857F9-F800-F68C-53C6-9406D07CA468}"/>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Giấu thông tin</a:t>
            </a:r>
          </a:p>
          <a:p>
            <a:pPr marL="0" indent="0"/>
            <a:r>
              <a:rPr lang="ja-JP" altLang="en-US">
                <a:latin typeface="Arial" panose="020B0604020202020204" pitchFamily="34" charset="0"/>
              </a:rPr>
              <a:t>　</a:t>
            </a:r>
            <a:r>
              <a:rPr lang="en-US" altLang="ja-JP">
                <a:latin typeface="Arial" panose="020B0604020202020204" pitchFamily="34" charset="0"/>
              </a:rPr>
              <a:t>Giấu thông tin là việc giấu bên ngoài những thông tin chi tiết của object (cấu trúc và trạng thái bên trong).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Nếu giá trị thuộc tính của các đối tượng được công khai trực tiếp ra bên ngoài thì có nguy cơ bị set giá trị không chính xác. (Ví dụ: set giá trị âm vào tuổi của con người). </a:t>
            </a:r>
          </a:p>
          <a:p>
            <a:pPr marL="0" indent="0"/>
            <a:r>
              <a:rPr lang="ja-JP" altLang="en-US">
                <a:latin typeface="Arial" panose="020B0604020202020204" pitchFamily="34" charset="0"/>
              </a:rPr>
              <a:t>　</a:t>
            </a:r>
            <a:r>
              <a:rPr lang="en-US" altLang="ja-JP">
                <a:latin typeface="Arial" panose="020B0604020202020204" pitchFamily="34" charset="0"/>
              </a:rPr>
              <a:t>Khi định nghĩa class, nếu thuộc tính được định nghĩa là không công khai thì có thể tránh được việc</a:t>
            </a:r>
            <a:r>
              <a:rPr lang="en-US" altLang="ja-JP">
                <a:solidFill>
                  <a:srgbClr val="FF0000"/>
                </a:solidFill>
                <a:latin typeface="Arial" panose="020B0604020202020204" pitchFamily="34" charset="0"/>
              </a:rPr>
              <a:t> bị </a:t>
            </a:r>
            <a:r>
              <a:rPr lang="en-US" altLang="ja-JP">
                <a:latin typeface="Arial" panose="020B0604020202020204" pitchFamily="34" charset="0"/>
              </a:rPr>
              <a:t>thao tác trực tiếp từ bên ngoài. </a:t>
            </a:r>
          </a:p>
          <a:p>
            <a:pPr marL="0" indent="0"/>
            <a:r>
              <a:rPr lang="ja-JP" altLang="en-US">
                <a:latin typeface="Arial" panose="020B0604020202020204" pitchFamily="34" charset="0"/>
              </a:rPr>
              <a:t>　</a:t>
            </a:r>
            <a:r>
              <a:rPr lang="en-US" altLang="ja-JP">
                <a:latin typeface="Arial" panose="020B0604020202020204" pitchFamily="34" charset="0"/>
              </a:rPr>
              <a:t>Ví dụ, trong trường hợp cần phải set giá trị cho thuộc tính từ bên ngoài, sẽ phải tạo thao tác để set giá trị cho thuộc tính và công khai ra bên ngoài. </a:t>
            </a:r>
          </a:p>
          <a:p>
            <a:pPr marL="0" indent="0"/>
            <a:r>
              <a:rPr lang="ja-JP" altLang="en-US">
                <a:latin typeface="Arial" panose="020B0604020202020204" pitchFamily="34" charset="0"/>
              </a:rPr>
              <a:t>　</a:t>
            </a:r>
            <a:r>
              <a:rPr lang="en-US" altLang="ja-JP">
                <a:latin typeface="Arial" panose="020B0604020202020204" pitchFamily="34" charset="0"/>
              </a:rPr>
              <a:t>Nếu trong quá trình thao tác có thể tiến hành kiểm tra xem giá trị vừa set đã chính xác chưa thì có thể tránh được việc gán giá trị sai.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Không cần phải công khai tất cả các thao tác. Trong trường hợp những thao tác bên trong được sử dụng từ thao tác khác của class đó thì không cần phải công khai cho người sử dụng bên ngoài. </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7250" name="Rectangle 2">
            <a:extLst>
              <a:ext uri="{FF2B5EF4-FFF2-40B4-BE49-F238E27FC236}">
                <a16:creationId xmlns:a16="http://schemas.microsoft.com/office/drawing/2014/main" id="{682B5FCE-2573-F9DB-AF93-E29BCA9D8904}"/>
              </a:ext>
            </a:extLst>
          </p:cNvPr>
          <p:cNvSpPr>
            <a:spLocks noRot="1" noChangeAspect="1" noChangeArrowheads="1" noTextEdit="1"/>
          </p:cNvSpPr>
          <p:nvPr>
            <p:ph type="sldImg"/>
          </p:nvPr>
        </p:nvSpPr>
        <p:spPr>
          <a:ln/>
        </p:spPr>
      </p:sp>
      <p:sp>
        <p:nvSpPr>
          <p:cNvPr id="437251" name="Rectangle 3">
            <a:extLst>
              <a:ext uri="{FF2B5EF4-FFF2-40B4-BE49-F238E27FC236}">
                <a16:creationId xmlns:a16="http://schemas.microsoft.com/office/drawing/2014/main" id="{9B46649F-4B1D-BE3D-5671-EC588E3A2C44}"/>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Gửi message</a:t>
            </a:r>
          </a:p>
          <a:p>
            <a:pPr marL="0" indent="0"/>
            <a:r>
              <a:rPr lang="ja-JP" altLang="en-US">
                <a:latin typeface="Arial" panose="020B0604020202020204" pitchFamily="34" charset="0"/>
              </a:rPr>
              <a:t>　</a:t>
            </a:r>
            <a:r>
              <a:rPr lang="en-US" altLang="ja-JP">
                <a:latin typeface="Arial" panose="020B0604020202020204" pitchFamily="34" charset="0"/>
              </a:rPr>
              <a:t>Process của object (xử lý, thao tác) sẽ được thực hiện theo yêu cầu xử lý (message) từ object khác. </a:t>
            </a:r>
          </a:p>
          <a:p>
            <a:pPr marL="0" indent="0"/>
            <a:r>
              <a:rPr lang="ja-JP" altLang="en-US">
                <a:latin typeface="Arial" panose="020B0604020202020204" pitchFamily="34" charset="0"/>
              </a:rPr>
              <a:t>　</a:t>
            </a:r>
            <a:r>
              <a:rPr lang="en-US" altLang="ja-JP">
                <a:latin typeface="Arial" panose="020B0604020202020204" pitchFamily="34" charset="0"/>
              </a:rPr>
              <a:t>Việc này gọi là message passing (gửi message).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Chỉ có thể gửi message trong trường hợp có quan hệ với object của đối phương. </a:t>
            </a:r>
          </a:p>
          <a:p>
            <a:pPr marL="0" indent="0"/>
            <a:r>
              <a:rPr lang="ja-JP" altLang="en-US">
                <a:latin typeface="Arial" panose="020B0604020202020204" pitchFamily="34" charset="0"/>
              </a:rPr>
              <a:t>　</a:t>
            </a:r>
            <a:r>
              <a:rPr lang="en-US" altLang="ja-JP">
                <a:latin typeface="Arial" panose="020B0604020202020204" pitchFamily="34" charset="0"/>
              </a:rPr>
              <a:t>Để thực hiện trao đổi message, có trường hợp giữa object và object đang có quan hệ nào đó.</a:t>
            </a:r>
          </a:p>
          <a:p>
            <a:pPr marL="0" indent="0"/>
            <a:r>
              <a:rPr lang="ja-JP" altLang="en-US">
                <a:latin typeface="Arial" panose="020B0604020202020204" pitchFamily="34" charset="0"/>
              </a:rPr>
              <a:t>　</a:t>
            </a:r>
            <a:r>
              <a:rPr lang="en-US" altLang="ja-JP">
                <a:latin typeface="Arial" panose="020B0604020202020204" pitchFamily="34" charset="0"/>
              </a:rPr>
              <a:t>Khi có yêu cầu thực hiện một thao tác nào đó, sẽ thực hiện thao tác như thế.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Ví dụ, giá sử đã có class người. </a:t>
            </a:r>
          </a:p>
          <a:p>
            <a:pPr marL="0" indent="0"/>
            <a:r>
              <a:rPr lang="ja-JP" altLang="en-US">
                <a:latin typeface="Arial" panose="020B0604020202020204" pitchFamily="34" charset="0"/>
              </a:rPr>
              <a:t>　</a:t>
            </a:r>
            <a:r>
              <a:rPr lang="en-US" altLang="ja-JP">
                <a:latin typeface="Arial" panose="020B0604020202020204" pitchFamily="34" charset="0"/>
              </a:rPr>
              <a:t>Người yêu cầu sẽ gửi message </a:t>
            </a:r>
            <a:r>
              <a:rPr lang="ja-JP" altLang="en-US">
                <a:latin typeface="Arial" panose="020B0604020202020204" pitchFamily="34" charset="0"/>
              </a:rPr>
              <a:t>「</a:t>
            </a:r>
            <a:r>
              <a:rPr lang="en-US" altLang="ja-JP">
                <a:latin typeface="Arial" panose="020B0604020202020204" pitchFamily="34" charset="0"/>
              </a:rPr>
              <a:t>Hãy cho biết tên</a:t>
            </a:r>
            <a:r>
              <a:rPr lang="ja-JP" altLang="en-US">
                <a:latin typeface="Arial" panose="020B0604020202020204" pitchFamily="34" charset="0"/>
              </a:rPr>
              <a:t>」</a:t>
            </a:r>
            <a:r>
              <a:rPr lang="en-US" altLang="ja-JP">
                <a:latin typeface="Arial" panose="020B0604020202020204" pitchFamily="34" charset="0"/>
              </a:rPr>
              <a:t>,</a:t>
            </a:r>
            <a:r>
              <a:rPr lang="ja-JP" altLang="en-US">
                <a:latin typeface="Arial" panose="020B0604020202020204" pitchFamily="34" charset="0"/>
              </a:rPr>
              <a:t>「</a:t>
            </a:r>
            <a:r>
              <a:rPr lang="en-US" altLang="ja-JP">
                <a:latin typeface="Arial" panose="020B0604020202020204" pitchFamily="34" charset="0"/>
              </a:rPr>
              <a:t>Hãy cho biết tuổi</a:t>
            </a:r>
            <a:r>
              <a:rPr lang="ja-JP" altLang="en-US">
                <a:latin typeface="Arial" panose="020B0604020202020204" pitchFamily="34" charset="0"/>
              </a:rPr>
              <a:t>」 </a:t>
            </a:r>
            <a:r>
              <a:rPr lang="en-US" altLang="ja-JP">
                <a:latin typeface="Arial" panose="020B0604020202020204" pitchFamily="34" charset="0"/>
              </a:rPr>
              <a:t>cho Yamada (object của class người).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298" name="Rectangle 2">
            <a:extLst>
              <a:ext uri="{FF2B5EF4-FFF2-40B4-BE49-F238E27FC236}">
                <a16:creationId xmlns:a16="http://schemas.microsoft.com/office/drawing/2014/main" id="{6A0B8ADF-EC57-504D-9645-F72B40371897}"/>
              </a:ext>
            </a:extLst>
          </p:cNvPr>
          <p:cNvSpPr>
            <a:spLocks noRot="1" noChangeAspect="1" noChangeArrowheads="1" noTextEdit="1"/>
          </p:cNvSpPr>
          <p:nvPr>
            <p:ph type="sldImg"/>
          </p:nvPr>
        </p:nvSpPr>
        <p:spPr>
          <a:ln/>
        </p:spPr>
      </p:sp>
      <p:sp>
        <p:nvSpPr>
          <p:cNvPr id="439299" name="Rectangle 3">
            <a:extLst>
              <a:ext uri="{FF2B5EF4-FFF2-40B4-BE49-F238E27FC236}">
                <a16:creationId xmlns:a16="http://schemas.microsoft.com/office/drawing/2014/main" id="{DD61AB77-6A84-D057-FEA7-F7C03BACCA26}"/>
              </a:ext>
            </a:extLst>
          </p:cNvPr>
          <p:cNvSpPr>
            <a:spLocks noGrp="1" noChangeArrowheads="1"/>
          </p:cNvSpPr>
          <p:nvPr>
            <p:ph type="body" idx="1"/>
          </p:nvPr>
        </p:nvSpPr>
        <p:spPr>
          <a:xfrm>
            <a:off x="733425" y="5203825"/>
            <a:ext cx="5635625" cy="4749800"/>
          </a:xfrm>
        </p:spPr>
        <p:txBody>
          <a:bodyPr/>
          <a:lstStyle/>
          <a:p>
            <a:pPr marL="0" indent="0" defTabSz="733425"/>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Quan hệ tương tác của class (object) </a:t>
            </a:r>
          </a:p>
          <a:p>
            <a:pPr marL="0" indent="0" defTabSz="733425"/>
            <a:r>
              <a:rPr lang="ja-JP" altLang="en-US">
                <a:latin typeface="Arial" panose="020B0604020202020204" pitchFamily="34" charset="0"/>
              </a:rPr>
              <a:t>　</a:t>
            </a:r>
            <a:r>
              <a:rPr lang="en-US" altLang="ja-JP">
                <a:latin typeface="Arial" panose="020B0604020202020204" pitchFamily="34" charset="0"/>
              </a:rPr>
              <a:t>Trong hướng đối tượng, có thể nắm bắt thế giới thực như một tập hợp của những object. </a:t>
            </a:r>
          </a:p>
          <a:p>
            <a:pPr marL="0" indent="0" defTabSz="733425"/>
            <a:r>
              <a:rPr lang="ja-JP" altLang="en-US">
                <a:latin typeface="Arial" panose="020B0604020202020204" pitchFamily="34" charset="0"/>
              </a:rPr>
              <a:t>　</a:t>
            </a:r>
            <a:r>
              <a:rPr lang="en-US" altLang="ja-JP">
                <a:latin typeface="Arial" panose="020B0604020202020204" pitchFamily="34" charset="0"/>
              </a:rPr>
              <a:t>Có trường hợp giữa những object này có mối quan hệ có nghĩa nào đó(ví dụ: mối quan hệ thư viện giữ sách)</a:t>
            </a:r>
          </a:p>
          <a:p>
            <a:pPr marL="0" indent="0" defTabSz="733425"/>
            <a:r>
              <a:rPr lang="ja-JP" altLang="en-US">
                <a:latin typeface="Arial" panose="020B0604020202020204" pitchFamily="34" charset="0"/>
              </a:rPr>
              <a:t>　</a:t>
            </a:r>
            <a:r>
              <a:rPr lang="en-US" altLang="ja-JP">
                <a:latin typeface="Arial" panose="020B0604020202020204" pitchFamily="34" charset="0"/>
              </a:rPr>
              <a:t>Có trường hợp giữa những class định nghĩa ở hướng đối tượng có mối quan hệ nào đó, những quan hệ tiêu biểu là liên quan, tập hợp, tổng quát.v.v…</a:t>
            </a:r>
          </a:p>
          <a:p>
            <a:pPr marL="0" indent="0" defTabSz="733425"/>
            <a:endParaRPr lang="en-US" altLang="ja-JP">
              <a:latin typeface="Arial" panose="020B0604020202020204" pitchFamily="34" charset="0"/>
            </a:endParaRPr>
          </a:p>
          <a:p>
            <a:pPr marL="0" indent="0" defTabSz="733425"/>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Liên quan</a:t>
            </a:r>
            <a:r>
              <a:rPr lang="ja-JP" altLang="en-US">
                <a:latin typeface="Arial" panose="020B0604020202020204" pitchFamily="34" charset="0"/>
              </a:rPr>
              <a:t>　</a:t>
            </a:r>
          </a:p>
          <a:p>
            <a:pPr marL="0" indent="0" defTabSz="733425"/>
            <a:r>
              <a:rPr lang="ja-JP" altLang="en-US">
                <a:latin typeface="Arial" panose="020B0604020202020204" pitchFamily="34" charset="0"/>
              </a:rPr>
              <a:t>　</a:t>
            </a:r>
            <a:r>
              <a:rPr lang="en-US" altLang="ja-JP">
                <a:latin typeface="Arial" panose="020B0604020202020204" pitchFamily="34" charset="0"/>
              </a:rPr>
              <a:t>Liên quan biểu hiện việc giữa các class có mối quan hệ có nghĩa nào đó. </a:t>
            </a:r>
          </a:p>
          <a:p>
            <a:pPr marL="0" indent="0" defTabSz="733425"/>
            <a:r>
              <a:rPr lang="ja-JP" altLang="en-US">
                <a:latin typeface="Arial" panose="020B0604020202020204" pitchFamily="34" charset="0"/>
              </a:rPr>
              <a:t>　</a:t>
            </a:r>
            <a:r>
              <a:rPr lang="en-US" altLang="ja-JP">
                <a:latin typeface="Arial" panose="020B0604020202020204" pitchFamily="34" charset="0"/>
              </a:rPr>
              <a:t>Chỉ có thể gửi message trong trường hợp có mối quan hệ với object đối tác. </a:t>
            </a:r>
          </a:p>
          <a:p>
            <a:pPr marL="0" indent="0" defTabSz="733425"/>
            <a:r>
              <a:rPr lang="ja-JP" altLang="en-US">
                <a:latin typeface="Arial" panose="020B0604020202020204" pitchFamily="34" charset="0"/>
              </a:rPr>
              <a:t>　</a:t>
            </a:r>
            <a:r>
              <a:rPr lang="en-US" altLang="ja-JP">
                <a:latin typeface="Arial" panose="020B0604020202020204" pitchFamily="34" charset="0"/>
              </a:rPr>
              <a:t>Tồn tại mối quan hê(liên quan)̣ có nghĩa giữa object và object thực hiện trao đổi message. </a:t>
            </a: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290" name="Rectangle 2">
            <a:extLst>
              <a:ext uri="{FF2B5EF4-FFF2-40B4-BE49-F238E27FC236}">
                <a16:creationId xmlns:a16="http://schemas.microsoft.com/office/drawing/2014/main" id="{73EE3F92-B38E-5B6C-BBFD-D78E314641A6}"/>
              </a:ext>
            </a:extLst>
          </p:cNvPr>
          <p:cNvSpPr>
            <a:spLocks noRot="1" noChangeAspect="1" noChangeArrowheads="1" noTextEdit="1"/>
          </p:cNvSpPr>
          <p:nvPr>
            <p:ph type="sldImg"/>
          </p:nvPr>
        </p:nvSpPr>
        <p:spPr>
          <a:ln/>
        </p:spPr>
      </p:sp>
      <p:sp>
        <p:nvSpPr>
          <p:cNvPr id="396291" name="Rectangle 3">
            <a:extLst>
              <a:ext uri="{FF2B5EF4-FFF2-40B4-BE49-F238E27FC236}">
                <a16:creationId xmlns:a16="http://schemas.microsoft.com/office/drawing/2014/main" id="{9EE76F2B-BD09-87BE-AB0F-438B0A7C455D}"/>
              </a:ext>
            </a:extLst>
          </p:cNvPr>
          <p:cNvSpPr>
            <a:spLocks noGrp="1" noChangeArrowheads="1"/>
          </p:cNvSpPr>
          <p:nvPr>
            <p:ph type="body" idx="1"/>
          </p:nvPr>
        </p:nvSpPr>
        <p:spPr>
          <a:xfrm>
            <a:off x="733425" y="5203825"/>
            <a:ext cx="5635625" cy="4749800"/>
          </a:xfrm>
        </p:spPr>
        <p:txBody>
          <a:bodyPr/>
          <a:lstStyle/>
          <a:p>
            <a:pPr marL="0" indent="0" defTabSz="733425"/>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Tập hợp</a:t>
            </a:r>
          </a:p>
          <a:p>
            <a:pPr marL="0" indent="0" defTabSz="733425"/>
            <a:r>
              <a:rPr lang="ja-JP" altLang="en-US">
                <a:latin typeface="Arial" panose="020B0604020202020204" pitchFamily="34" charset="0"/>
              </a:rPr>
              <a:t>　</a:t>
            </a:r>
            <a:r>
              <a:rPr lang="en-US" altLang="ja-JP">
                <a:latin typeface="Arial" panose="020B0604020202020204" pitchFamily="34" charset="0"/>
              </a:rPr>
              <a:t>Tập hợp là mối quan hệ giữa class toàn thể và class bộ phận cấu thành nên sự toàn thể đó. </a:t>
            </a:r>
          </a:p>
          <a:p>
            <a:pPr marL="0" indent="0" defTabSz="733425"/>
            <a:r>
              <a:rPr lang="ja-JP" altLang="en-US">
                <a:latin typeface="Arial" panose="020B0604020202020204" pitchFamily="34" charset="0"/>
              </a:rPr>
              <a:t>　</a:t>
            </a:r>
            <a:r>
              <a:rPr lang="en-US" altLang="ja-JP">
                <a:latin typeface="Arial" panose="020B0604020202020204" pitchFamily="34" charset="0"/>
              </a:rPr>
              <a:t>Quan hệ của tập hợp và phân giải còn được gọi là quan hệ Has-A , quan hệ Part-Of. </a:t>
            </a: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8338" name="Rectangle 2">
            <a:extLst>
              <a:ext uri="{FF2B5EF4-FFF2-40B4-BE49-F238E27FC236}">
                <a16:creationId xmlns:a16="http://schemas.microsoft.com/office/drawing/2014/main" id="{74D0D49D-FE5E-46BB-AB9E-F2CFAB6EF492}"/>
              </a:ext>
            </a:extLst>
          </p:cNvPr>
          <p:cNvSpPr>
            <a:spLocks noRot="1" noChangeAspect="1" noChangeArrowheads="1" noTextEdit="1"/>
          </p:cNvSpPr>
          <p:nvPr>
            <p:ph type="sldImg"/>
          </p:nvPr>
        </p:nvSpPr>
        <p:spPr>
          <a:ln/>
        </p:spPr>
      </p:sp>
      <p:sp>
        <p:nvSpPr>
          <p:cNvPr id="398339" name="Rectangle 3">
            <a:extLst>
              <a:ext uri="{FF2B5EF4-FFF2-40B4-BE49-F238E27FC236}">
                <a16:creationId xmlns:a16="http://schemas.microsoft.com/office/drawing/2014/main" id="{688BF023-2813-987A-6743-636DCDFB68E2}"/>
              </a:ext>
            </a:extLst>
          </p:cNvPr>
          <p:cNvSpPr>
            <a:spLocks noGrp="1" noChangeArrowheads="1"/>
          </p:cNvSpPr>
          <p:nvPr>
            <p:ph type="body" idx="1"/>
          </p:nvPr>
        </p:nvSpPr>
        <p:spPr>
          <a:xfrm>
            <a:off x="733425" y="5203825"/>
            <a:ext cx="5635625" cy="4749800"/>
          </a:xfrm>
        </p:spPr>
        <p:txBody>
          <a:bodyPr/>
          <a:lstStyle/>
          <a:p>
            <a:pPr marL="0" indent="0" defTabSz="733425"/>
            <a:r>
              <a:rPr lang="en-US" altLang="ja-JP">
                <a:latin typeface="Arial" panose="020B0604020202020204" pitchFamily="34" charset="0"/>
              </a:rPr>
              <a:t>Trong thế giới của hệ thống thông tin, ngoài mối quan hệ có ý nghĩa ra còn có các mối quan hệ khác nữa.</a:t>
            </a:r>
          </a:p>
          <a:p>
            <a:pPr marL="0" indent="0" defTabSz="733425"/>
            <a:endParaRPr lang="en-US" altLang="ja-JP">
              <a:latin typeface="Arial" panose="020B0604020202020204" pitchFamily="34" charset="0"/>
            </a:endParaRPr>
          </a:p>
          <a:p>
            <a:pPr marL="0" indent="0" defTabSz="733425"/>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Tổng quát (cụ thể)</a:t>
            </a:r>
          </a:p>
          <a:p>
            <a:pPr marL="0" indent="0" defTabSz="733425"/>
            <a:r>
              <a:rPr lang="ja-JP" altLang="en-US">
                <a:latin typeface="Arial" panose="020B0604020202020204" pitchFamily="34" charset="0"/>
              </a:rPr>
              <a:t>　</a:t>
            </a:r>
            <a:r>
              <a:rPr lang="en-US" altLang="ja-JP">
                <a:latin typeface="Arial" panose="020B0604020202020204" pitchFamily="34" charset="0"/>
              </a:rPr>
              <a:t>Tổng quát chỉ mối quan hệ giữa một class nào đó với class đã trừu tượng class đó. </a:t>
            </a:r>
          </a:p>
          <a:p>
            <a:pPr marL="0" indent="0" defTabSz="733425"/>
            <a:r>
              <a:rPr lang="ja-JP" altLang="en-US">
                <a:latin typeface="Arial" panose="020B0604020202020204" pitchFamily="34" charset="0"/>
              </a:rPr>
              <a:t>　</a:t>
            </a:r>
            <a:r>
              <a:rPr lang="en-US" altLang="ja-JP">
                <a:latin typeface="Arial" panose="020B0604020202020204" pitchFamily="34" charset="0"/>
              </a:rPr>
              <a:t>Quan hệ của tổng quát và cụ thể còn được gọi là  quan hệ Is-A. quan hệ Kind-Of.</a:t>
            </a:r>
          </a:p>
          <a:p>
            <a:pPr marL="0" indent="0" defTabSz="733425"/>
            <a:endParaRPr lang="en-US" altLang="ja-JP">
              <a:latin typeface="Arial" panose="020B0604020202020204" pitchFamily="34" charset="0"/>
            </a:endParaRPr>
          </a:p>
          <a:p>
            <a:pPr marL="0" indent="0" defTabSz="733425"/>
            <a:r>
              <a:rPr lang="ja-JP" altLang="en-US">
                <a:latin typeface="Arial" panose="020B0604020202020204" pitchFamily="34" charset="0"/>
              </a:rPr>
              <a:t>　●　</a:t>
            </a:r>
            <a:r>
              <a:rPr lang="en-US" altLang="ja-JP">
                <a:latin typeface="Arial" panose="020B0604020202020204" pitchFamily="34" charset="0"/>
              </a:rPr>
              <a:t>Tổng quát</a:t>
            </a:r>
          </a:p>
          <a:p>
            <a:pPr marL="0" indent="0" defTabSz="733425"/>
            <a:r>
              <a:rPr lang="ja-JP" altLang="en-US">
                <a:latin typeface="Arial" panose="020B0604020202020204" pitchFamily="34" charset="0"/>
              </a:rPr>
              <a:t>　　</a:t>
            </a:r>
            <a:r>
              <a:rPr lang="en-US" altLang="ja-JP">
                <a:latin typeface="Arial" panose="020B0604020202020204" pitchFamily="34" charset="0"/>
              </a:rPr>
              <a:t>Trong trường hợp tồn tại tính chất chung (thuộc tính, thao tác) mà nhiều class cùng có, có thể định nghĩa class (super class) chỉ extract những tính chất chung. </a:t>
            </a:r>
          </a:p>
          <a:p>
            <a:pPr marL="0" indent="0" defTabSz="733425"/>
            <a:endParaRPr lang="en-US" altLang="ja-JP">
              <a:latin typeface="Arial" panose="020B0604020202020204" pitchFamily="34" charset="0"/>
            </a:endParaRPr>
          </a:p>
          <a:p>
            <a:pPr marL="0" indent="0" defTabSz="733425"/>
            <a:r>
              <a:rPr lang="ja-JP" altLang="en-US">
                <a:latin typeface="Arial" panose="020B0604020202020204" pitchFamily="34" charset="0"/>
              </a:rPr>
              <a:t>　●　</a:t>
            </a:r>
            <a:r>
              <a:rPr lang="en-US" altLang="ja-JP">
                <a:latin typeface="Arial" panose="020B0604020202020204" pitchFamily="34" charset="0"/>
              </a:rPr>
              <a:t>Cụ thể</a:t>
            </a:r>
          </a:p>
          <a:p>
            <a:pPr marL="0" indent="0" defTabSz="733425"/>
            <a:r>
              <a:rPr lang="ja-JP" altLang="en-US">
                <a:latin typeface="Arial" panose="020B0604020202020204" pitchFamily="34" charset="0"/>
              </a:rPr>
              <a:t>　　</a:t>
            </a:r>
            <a:r>
              <a:rPr lang="en-US" altLang="ja-JP">
                <a:latin typeface="Arial" panose="020B0604020202020204" pitchFamily="34" charset="0"/>
              </a:rPr>
              <a:t>Dựa vào class đã có, có thể định nghĩa class (sub class) khác có thêm vào chức năng mới. </a:t>
            </a:r>
          </a:p>
          <a:p>
            <a:pPr marL="0" indent="0" defTabSz="733425"/>
            <a:endParaRPr lang="en-US" altLang="ja-JP">
              <a:latin typeface="Arial" panose="020B0604020202020204" pitchFamily="34" charset="0"/>
            </a:endParaRPr>
          </a:p>
          <a:p>
            <a:pPr marL="0" indent="0" defTabSz="733425"/>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Super class, sub class</a:t>
            </a:r>
          </a:p>
          <a:p>
            <a:pPr marL="0" indent="0" defTabSz="733425"/>
            <a:r>
              <a:rPr lang="ja-JP" altLang="en-US">
                <a:latin typeface="Arial" panose="020B0604020202020204" pitchFamily="34" charset="0"/>
              </a:rPr>
              <a:t>　</a:t>
            </a:r>
            <a:r>
              <a:rPr lang="en-US" altLang="ja-JP">
                <a:latin typeface="Arial" panose="020B0604020202020204" pitchFamily="34" charset="0"/>
              </a:rPr>
              <a:t>Class có phần tử thông thường dùng chung gọi là super class, class có phần tử đặc thù gọi là sub class. </a:t>
            </a:r>
          </a:p>
          <a:p>
            <a:pPr marL="0" indent="0" defTabSz="733425"/>
            <a:r>
              <a:rPr lang="ja-JP" altLang="en-US">
                <a:latin typeface="Arial" panose="020B0604020202020204" pitchFamily="34" charset="0"/>
              </a:rPr>
              <a:t>　</a:t>
            </a:r>
            <a:r>
              <a:rPr lang="en-US" altLang="ja-JP">
                <a:latin typeface="Arial" panose="020B0604020202020204" pitchFamily="34" charset="0"/>
              </a:rPr>
              <a:t>Super class còn được gọi là class tầng trên, class cha, class cơ bản, class nền tảng, v.v…</a:t>
            </a:r>
          </a:p>
          <a:p>
            <a:pPr marL="0" indent="0" defTabSz="733425"/>
            <a:r>
              <a:rPr lang="ja-JP" altLang="en-US">
                <a:latin typeface="Arial" panose="020B0604020202020204" pitchFamily="34" charset="0"/>
              </a:rPr>
              <a:t>　</a:t>
            </a:r>
            <a:r>
              <a:rPr lang="en-US" altLang="ja-JP">
                <a:latin typeface="Arial" panose="020B0604020202020204" pitchFamily="34" charset="0"/>
              </a:rPr>
              <a:t>Sub class còn được gọi là class tầng dưới, class con, class phát sinh. </a:t>
            </a:r>
          </a:p>
          <a:p>
            <a:pPr marL="0" indent="0" defTabSz="733425"/>
            <a:endParaRPr lang="en-US" altLang="ja-JP">
              <a:latin typeface="Arial" panose="020B0604020202020204" pitchFamily="34" charset="0"/>
            </a:endParaRPr>
          </a:p>
          <a:p>
            <a:pPr marL="0" indent="0" defTabSz="733425"/>
            <a:r>
              <a:rPr lang="ja-JP" altLang="en-US">
                <a:latin typeface="Arial" panose="020B0604020202020204" pitchFamily="34" charset="0"/>
              </a:rPr>
              <a:t>　</a:t>
            </a:r>
            <a:r>
              <a:rPr lang="en-US" altLang="ja-JP">
                <a:latin typeface="Arial" panose="020B0604020202020204" pitchFamily="34" charset="0"/>
              </a:rPr>
              <a:t>Vì các thuộc tinh và thao tác của super class sẽ được sub class kế thừa nên còn được gọi là quan hệ kế thừa. </a:t>
            </a:r>
          </a:p>
          <a:p>
            <a:pPr marL="0" indent="0" defTabSz="733425"/>
            <a:endParaRPr lang="en-US" altLang="ja-JP">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79836-275D-3BEA-007D-6301AA19C36E}"/>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ext Placeholder 2">
            <a:extLst>
              <a:ext uri="{FF2B5EF4-FFF2-40B4-BE49-F238E27FC236}">
                <a16:creationId xmlns:a16="http://schemas.microsoft.com/office/drawing/2014/main" id="{0138D041-FBF3-C9A9-6582-1AF7DE2906E6}"/>
              </a:ext>
            </a:extLst>
          </p:cNvPr>
          <p:cNvSpPr>
            <a:spLocks noGrp="1"/>
          </p:cNvSpPr>
          <p:nvPr>
            <p:ph type="body" sz="half" idx="1"/>
          </p:nvPr>
        </p:nvSpPr>
        <p:spPr>
          <a:xfrm>
            <a:off x="344488" y="796925"/>
            <a:ext cx="4532312"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4" name="Content Placeholder 3">
            <a:extLst>
              <a:ext uri="{FF2B5EF4-FFF2-40B4-BE49-F238E27FC236}">
                <a16:creationId xmlns:a16="http://schemas.microsoft.com/office/drawing/2014/main" id="{6493B623-C8FB-70A0-30F0-039097C02A15}"/>
              </a:ext>
            </a:extLst>
          </p:cNvPr>
          <p:cNvSpPr>
            <a:spLocks noGrp="1"/>
          </p:cNvSpPr>
          <p:nvPr>
            <p:ph sz="half" idx="2"/>
          </p:nvPr>
        </p:nvSpPr>
        <p:spPr>
          <a:xfrm>
            <a:off x="5029200" y="796925"/>
            <a:ext cx="4532313"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5" name="Slide Number Placeholder 4">
            <a:extLst>
              <a:ext uri="{FF2B5EF4-FFF2-40B4-BE49-F238E27FC236}">
                <a16:creationId xmlns:a16="http://schemas.microsoft.com/office/drawing/2014/main" id="{ABF882D9-8EA9-74E0-EE45-A855F40BE563}"/>
              </a:ext>
            </a:extLst>
          </p:cNvPr>
          <p:cNvSpPr>
            <a:spLocks noGrp="1"/>
          </p:cNvSpPr>
          <p:nvPr>
            <p:ph type="sldNum" sz="quarter" idx="10"/>
          </p:nvPr>
        </p:nvSpPr>
        <p:spPr>
          <a:xfrm>
            <a:off x="7616825" y="6381750"/>
            <a:ext cx="2133600" cy="476250"/>
          </a:xfrm>
        </p:spPr>
        <p:txBody>
          <a:bodyPr/>
          <a:lstStyle>
            <a:lvl1pPr>
              <a:defRPr/>
            </a:lvl1pPr>
          </a:lstStyle>
          <a:p>
            <a:fld id="{2C8F4004-1711-427D-BC2C-14BE5B82E734}" type="slidenum">
              <a:rPr lang="en-US" altLang="ja-JP"/>
              <a:pPr/>
              <a:t>‹#›</a:t>
            </a:fld>
            <a:endParaRPr lang="en-US" altLang="ja-JP"/>
          </a:p>
        </p:txBody>
      </p:sp>
    </p:spTree>
    <p:extLst>
      <p:ext uri="{BB962C8B-B14F-4D97-AF65-F5344CB8AC3E}">
        <p14:creationId xmlns:p14="http://schemas.microsoft.com/office/powerpoint/2010/main" val="3968016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2026/8/7</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sv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0"/>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 id="2147483804" r:id="rId7"/>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2026/8/7</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4.wm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C61E3-7210-D801-C73E-18DF39FE6C40}"/>
              </a:ext>
            </a:extLst>
          </p:cNvPr>
          <p:cNvSpPr>
            <a:spLocks noGrp="1"/>
          </p:cNvSpPr>
          <p:nvPr>
            <p:ph type="ctrTitle"/>
          </p:nvPr>
        </p:nvSpPr>
        <p:spPr>
          <a:xfrm>
            <a:off x="742950" y="2130425"/>
            <a:ext cx="7486650" cy="1470025"/>
          </a:xfrm>
        </p:spPr>
        <p:txBody>
          <a:bodyPr>
            <a:noAutofit/>
          </a:bodyPr>
          <a:lstStyle/>
          <a:p>
            <a:pPr algn="ctr" eaLnBrk="0" hangingPunct="0"/>
            <a:r>
              <a:rPr lang="en-US" altLang="ja-JP" dirty="0">
                <a:latin typeface="+mj-lt"/>
              </a:rPr>
              <a:t>Java Programming</a:t>
            </a:r>
            <a:br>
              <a:rPr lang="en-US" altLang="ja-JP" dirty="0">
                <a:latin typeface="+mj-lt"/>
              </a:rPr>
            </a:br>
            <a:br>
              <a:rPr lang="vi-VN" altLang="ja-JP" kern="1200" dirty="0">
                <a:latin typeface="+mj-lt"/>
              </a:rPr>
            </a:br>
            <a:endParaRPr kumimoji="1" lang="ja-JP" altLang="en-US" dirty="0">
              <a:latin typeface="+mj-lt"/>
              <a:cs typeface="Times New Roman" panose="02020603050405020304" pitchFamily="18" charset="0"/>
            </a:endParaRPr>
          </a:p>
        </p:txBody>
      </p:sp>
      <p:sp>
        <p:nvSpPr>
          <p:cNvPr id="3" name="Subtitle 2">
            <a:extLst>
              <a:ext uri="{FF2B5EF4-FFF2-40B4-BE49-F238E27FC236}">
                <a16:creationId xmlns:a16="http://schemas.microsoft.com/office/drawing/2014/main" id="{708F8EF2-D090-2D87-3C30-91D44315D1EC}"/>
              </a:ext>
            </a:extLst>
          </p:cNvPr>
          <p:cNvSpPr>
            <a:spLocks noGrp="1"/>
          </p:cNvSpPr>
          <p:nvPr>
            <p:ph type="subTitle" idx="1"/>
          </p:nvPr>
        </p:nvSpPr>
        <p:spPr>
          <a:xfrm>
            <a:off x="2231027" y="4419600"/>
            <a:ext cx="6934200" cy="1752600"/>
          </a:xfrm>
        </p:spPr>
        <p:txBody>
          <a:bodyPr>
            <a:normAutofit/>
          </a:bodyPr>
          <a:lstStyle/>
          <a:p>
            <a:pPr algn="r"/>
            <a:endParaRPr kumimoji="1" lang="en-US" altLang="ja-JP" sz="2800" dirty="0">
              <a:latin typeface="+mj-lt"/>
            </a:endParaRPr>
          </a:p>
          <a:p>
            <a:pPr algn="r"/>
            <a:r>
              <a:rPr lang="en-US" altLang="ja-JP" sz="2800" dirty="0">
                <a:latin typeface="+mj-lt"/>
              </a:rPr>
              <a:t>Mai Ngọc </a:t>
            </a:r>
            <a:r>
              <a:rPr lang="en-US" altLang="ja-JP" sz="2800" dirty="0" err="1">
                <a:latin typeface="+mj-lt"/>
              </a:rPr>
              <a:t>Khương</a:t>
            </a:r>
            <a:endParaRPr lang="en-US" altLang="ja-JP" sz="2800" dirty="0">
              <a:latin typeface="+mj-lt"/>
            </a:endParaRPr>
          </a:p>
          <a:p>
            <a:pPr algn="r"/>
            <a:r>
              <a:rPr kumimoji="1" lang="en-US" altLang="ja-JP" sz="2800" dirty="0">
                <a:latin typeface="+mj-lt"/>
              </a:rPr>
              <a:t>H</a:t>
            </a:r>
            <a:r>
              <a:rPr lang="en-US" altLang="ja-JP" sz="2800" dirty="0">
                <a:latin typeface="+mj-lt"/>
              </a:rPr>
              <a:t>à </a:t>
            </a:r>
            <a:r>
              <a:rPr lang="en-US" altLang="ja-JP" sz="2800" dirty="0" err="1">
                <a:latin typeface="+mj-lt"/>
              </a:rPr>
              <a:t>nội</a:t>
            </a:r>
            <a:r>
              <a:rPr lang="en-US" altLang="ja-JP" sz="2800" dirty="0">
                <a:latin typeface="+mj-lt"/>
              </a:rPr>
              <a:t>, </a:t>
            </a:r>
            <a:r>
              <a:rPr lang="en-US" altLang="ja-JP" sz="2800" dirty="0" err="1">
                <a:latin typeface="+mj-lt"/>
              </a:rPr>
              <a:t>tháng</a:t>
            </a:r>
            <a:r>
              <a:rPr lang="en-US" altLang="ja-JP" sz="2800" dirty="0">
                <a:latin typeface="+mj-lt"/>
              </a:rPr>
              <a:t> 8 </a:t>
            </a:r>
            <a:r>
              <a:rPr lang="en-US" altLang="ja-JP" sz="2800" dirty="0" err="1">
                <a:latin typeface="+mj-lt"/>
              </a:rPr>
              <a:t>năm</a:t>
            </a:r>
            <a:r>
              <a:rPr lang="en-US" altLang="ja-JP" sz="2800" dirty="0">
                <a:latin typeface="+mj-lt"/>
              </a:rPr>
              <a:t> 2026</a:t>
            </a:r>
            <a:endParaRPr kumimoji="1" lang="ja-JP" altLang="en-US" sz="2800" dirty="0">
              <a:latin typeface="+mj-lt"/>
            </a:endParaRPr>
          </a:p>
        </p:txBody>
      </p:sp>
    </p:spTree>
    <p:extLst>
      <p:ext uri="{BB962C8B-B14F-4D97-AF65-F5344CB8AC3E}">
        <p14:creationId xmlns:p14="http://schemas.microsoft.com/office/powerpoint/2010/main" val="42329306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4DDB92D-1849-2485-3BE9-2219BAA8C89C}"/>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684E9161-E0E9-488C-B6B9-5BDC7F1BCDEC}" type="slidenum">
              <a:rPr lang="en-US" altLang="ja-JP" smtClean="0"/>
              <a:pPr/>
              <a:t>2</a:t>
            </a:fld>
            <a:endParaRPr lang="en-US" altLang="ja-JP"/>
          </a:p>
        </p:txBody>
      </p:sp>
      <p:sp>
        <p:nvSpPr>
          <p:cNvPr id="256003" name="Text Box 3">
            <a:extLst>
              <a:ext uri="{FF2B5EF4-FFF2-40B4-BE49-F238E27FC236}">
                <a16:creationId xmlns:a16="http://schemas.microsoft.com/office/drawing/2014/main" id="{CC2A8A9C-E656-031F-58F5-5F6CB8C6BE7E}"/>
              </a:ext>
            </a:extLst>
          </p:cNvPr>
          <p:cNvSpPr txBox="1">
            <a:spLocks noChangeArrowheads="1"/>
          </p:cNvSpPr>
          <p:nvPr/>
        </p:nvSpPr>
        <p:spPr bwMode="auto">
          <a:xfrm>
            <a:off x="228600" y="2209800"/>
            <a:ext cx="9758941" cy="7908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4400" b="0" dirty="0" err="1">
                <a:ea typeface="ヒラギノ明朝 Pro W6" pitchFamily="18" charset="-128"/>
              </a:rPr>
              <a:t>Kiến</a:t>
            </a:r>
            <a:r>
              <a:rPr lang="en-US" altLang="ja-JP" sz="4400" b="0" dirty="0">
                <a:ea typeface="ヒラギノ明朝 Pro W6" pitchFamily="18" charset="-128"/>
              </a:rPr>
              <a:t> </a:t>
            </a:r>
            <a:r>
              <a:rPr lang="en-US" altLang="ja-JP" sz="4400" b="0" dirty="0" err="1">
                <a:ea typeface="ヒラギノ明朝 Pro W6" pitchFamily="18" charset="-128"/>
              </a:rPr>
              <a:t>thức</a:t>
            </a:r>
            <a:r>
              <a:rPr lang="en-US" altLang="ja-JP" sz="4400" b="0" dirty="0">
                <a:ea typeface="ヒラギノ明朝 Pro W6" pitchFamily="18" charset="-128"/>
              </a:rPr>
              <a:t> </a:t>
            </a:r>
            <a:r>
              <a:rPr lang="en-US" altLang="ja-JP" sz="4400" b="0" dirty="0" err="1">
                <a:ea typeface="ヒラギノ明朝 Pro W6" pitchFamily="18" charset="-128"/>
              </a:rPr>
              <a:t>cơ</a:t>
            </a:r>
            <a:r>
              <a:rPr lang="en-US" altLang="ja-JP" sz="4400" b="0" dirty="0">
                <a:ea typeface="ヒラギノ明朝 Pro W6" pitchFamily="18" charset="-128"/>
              </a:rPr>
              <a:t> </a:t>
            </a:r>
            <a:r>
              <a:rPr lang="en-US" altLang="ja-JP" sz="4400" b="0" dirty="0" err="1">
                <a:ea typeface="ヒラギノ明朝 Pro W6" pitchFamily="18" charset="-128"/>
              </a:rPr>
              <a:t>bản</a:t>
            </a:r>
            <a:r>
              <a:rPr lang="en-US" altLang="ja-JP" sz="4400" b="0" dirty="0">
                <a:ea typeface="ヒラギノ明朝 Pro W6" pitchFamily="18" charset="-128"/>
              </a:rPr>
              <a:t> </a:t>
            </a:r>
            <a:r>
              <a:rPr lang="en-US" altLang="ja-JP" sz="4400" b="0" dirty="0" err="1">
                <a:ea typeface="ヒラギノ明朝 Pro W6" pitchFamily="18" charset="-128"/>
              </a:rPr>
              <a:t>vê</a:t>
            </a:r>
            <a:r>
              <a:rPr lang="en-US" altLang="ja-JP" sz="4400" b="0" dirty="0">
                <a:ea typeface="ヒラギノ明朝 Pro W6" pitchFamily="18" charset="-128"/>
              </a:rPr>
              <a:t>̀ </a:t>
            </a:r>
            <a:r>
              <a:rPr lang="en-US" altLang="ja-JP" sz="4400" b="0" dirty="0" err="1">
                <a:ea typeface="ヒラギノ明朝 Pro W6" pitchFamily="18" charset="-128"/>
              </a:rPr>
              <a:t>hướng</a:t>
            </a:r>
            <a:r>
              <a:rPr lang="en-US" altLang="ja-JP" sz="4400" b="0" dirty="0">
                <a:ea typeface="ヒラギノ明朝 Pro W6" pitchFamily="18" charset="-128"/>
              </a:rPr>
              <a:t> </a:t>
            </a:r>
            <a:r>
              <a:rPr lang="en-US" altLang="ja-JP" sz="4400" b="0" dirty="0" err="1">
                <a:ea typeface="ヒラギノ明朝 Pro W6" pitchFamily="18" charset="-128"/>
              </a:rPr>
              <a:t>đối</a:t>
            </a:r>
            <a:r>
              <a:rPr lang="en-US" altLang="ja-JP" sz="4400" b="0" dirty="0">
                <a:ea typeface="ヒラギノ明朝 Pro W6" pitchFamily="18" charset="-128"/>
              </a:rPr>
              <a:t> </a:t>
            </a:r>
            <a:r>
              <a:rPr lang="en-US" altLang="ja-JP" sz="4400" b="0" dirty="0" err="1">
                <a:ea typeface="ヒラギノ明朝 Pro W6" pitchFamily="18" charset="-128"/>
              </a:rPr>
              <a:t>tượng</a:t>
            </a:r>
            <a:endParaRPr lang="en-US" altLang="ja-JP" sz="4400" b="0" dirty="0">
              <a:ea typeface="ヒラギノ明朝 Pro W6" pitchFamily="18" charset="-128"/>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08FD1BEB-FC44-2813-AF8F-CBFBFC1A8850}"/>
              </a:ext>
            </a:extLst>
          </p:cNvPr>
          <p:cNvSpPr>
            <a:spLocks noGrp="1"/>
          </p:cNvSpPr>
          <p:nvPr>
            <p:ph type="sldNum" sz="quarter" idx="10"/>
          </p:nvPr>
        </p:nvSpPr>
        <p:spPr/>
        <p:txBody>
          <a:bodyPr/>
          <a:lstStyle/>
          <a:p>
            <a:fld id="{72D246DB-9C58-46D2-A468-4E071B91F820}" type="slidenum">
              <a:rPr lang="en-US" altLang="ja-JP"/>
              <a:pPr/>
              <a:t>3</a:t>
            </a:fld>
            <a:endParaRPr lang="en-US" altLang="ja-JP"/>
          </a:p>
        </p:txBody>
      </p:sp>
      <p:sp>
        <p:nvSpPr>
          <p:cNvPr id="368772" name="Rectangle 132">
            <a:extLst>
              <a:ext uri="{FF2B5EF4-FFF2-40B4-BE49-F238E27FC236}">
                <a16:creationId xmlns:a16="http://schemas.microsoft.com/office/drawing/2014/main" id="{3870F545-0222-DA3C-E729-CC3AF2C7BA34}"/>
              </a:ext>
            </a:extLst>
          </p:cNvPr>
          <p:cNvSpPr>
            <a:spLocks noChangeArrowheads="1"/>
          </p:cNvSpPr>
          <p:nvPr/>
        </p:nvSpPr>
        <p:spPr bwMode="auto">
          <a:xfrm>
            <a:off x="344488" y="1246188"/>
            <a:ext cx="9091612" cy="507841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771" name="Rectangle 131">
            <a:extLst>
              <a:ext uri="{FF2B5EF4-FFF2-40B4-BE49-F238E27FC236}">
                <a16:creationId xmlns:a16="http://schemas.microsoft.com/office/drawing/2014/main" id="{2CD05D43-FF64-5DA7-906D-969793F775A3}"/>
              </a:ext>
            </a:extLst>
          </p:cNvPr>
          <p:cNvSpPr>
            <a:spLocks noChangeArrowheads="1"/>
          </p:cNvSpPr>
          <p:nvPr/>
        </p:nvSpPr>
        <p:spPr bwMode="auto">
          <a:xfrm>
            <a:off x="617538" y="2162175"/>
            <a:ext cx="3590925" cy="3078163"/>
          </a:xfrm>
          <a:prstGeom prst="rect">
            <a:avLst/>
          </a:prstGeom>
          <a:solidFill>
            <a:srgbClr val="FFFFCC">
              <a:alpha val="50000"/>
            </a:srgbClr>
          </a:solidFill>
          <a:ln w="12700" algn="ctr">
            <a:solidFill>
              <a:schemeClr val="bg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642" name="Rectangle 2">
            <a:extLst>
              <a:ext uri="{FF2B5EF4-FFF2-40B4-BE49-F238E27FC236}">
                <a16:creationId xmlns:a16="http://schemas.microsoft.com/office/drawing/2014/main" id="{1857D5CE-6A90-480C-967A-34CB063E2CD0}"/>
              </a:ext>
            </a:extLst>
          </p:cNvPr>
          <p:cNvSpPr>
            <a:spLocks noGrp="1" noChangeArrowheads="1"/>
          </p:cNvSpPr>
          <p:nvPr>
            <p:ph type="title"/>
          </p:nvPr>
        </p:nvSpPr>
        <p:spPr>
          <a:xfrm>
            <a:off x="344488" y="36572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Hướng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đối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tượng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r>
              <a:rPr lang="en-US" altLang="ja-JP" dirty="0">
                <a:latin typeface="Arial" panose="020B0604020202020204" pitchFamily="34" charset="0"/>
                <a:ea typeface="MS UI Gothic" panose="020B0600070205080204" pitchFamily="50" charset="-128"/>
              </a:rPr>
              <a:t>? (1)</a:t>
            </a:r>
          </a:p>
        </p:txBody>
      </p:sp>
      <p:sp>
        <p:nvSpPr>
          <p:cNvPr id="368643" name="Rectangle 3">
            <a:extLst>
              <a:ext uri="{FF2B5EF4-FFF2-40B4-BE49-F238E27FC236}">
                <a16:creationId xmlns:a16="http://schemas.microsoft.com/office/drawing/2014/main" id="{D93ED00F-B084-7561-05A2-A5DEDA514E4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68644" name="Rectangle 4">
            <a:extLst>
              <a:ext uri="{FF2B5EF4-FFF2-40B4-BE49-F238E27FC236}">
                <a16:creationId xmlns:a16="http://schemas.microsoft.com/office/drawing/2014/main" id="{AA1BDD96-699C-52D6-4E0F-1B3BD5EC38A7}"/>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Hướng đối tượng</a:t>
            </a: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368719" name="Rectangle 79">
            <a:extLst>
              <a:ext uri="{FF2B5EF4-FFF2-40B4-BE49-F238E27FC236}">
                <a16:creationId xmlns:a16="http://schemas.microsoft.com/office/drawing/2014/main" id="{B57E28DD-8963-C89A-40B1-55436D852AEF}"/>
              </a:ext>
            </a:extLst>
          </p:cNvPr>
          <p:cNvSpPr>
            <a:spLocks noChangeArrowheads="1"/>
          </p:cNvSpPr>
          <p:nvPr/>
        </p:nvSpPr>
        <p:spPr bwMode="auto">
          <a:xfrm>
            <a:off x="6099175" y="1703388"/>
            <a:ext cx="183991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2000">
                <a:latin typeface="Times New Roman" panose="02020603050405020304" pitchFamily="18" charset="0"/>
                <a:ea typeface="ＭＳ Ｐゴシック" panose="020B0600070205080204" pitchFamily="50" charset="-128"/>
              </a:rPr>
              <a:t>Computer</a:t>
            </a:r>
          </a:p>
        </p:txBody>
      </p:sp>
      <p:sp>
        <p:nvSpPr>
          <p:cNvPr id="368720" name="Rectangle 80">
            <a:extLst>
              <a:ext uri="{FF2B5EF4-FFF2-40B4-BE49-F238E27FC236}">
                <a16:creationId xmlns:a16="http://schemas.microsoft.com/office/drawing/2014/main" id="{0B1B478C-A324-806C-7D02-0C8D95971358}"/>
              </a:ext>
            </a:extLst>
          </p:cNvPr>
          <p:cNvSpPr>
            <a:spLocks noChangeArrowheads="1"/>
          </p:cNvSpPr>
          <p:nvPr/>
        </p:nvSpPr>
        <p:spPr bwMode="auto">
          <a:xfrm>
            <a:off x="5475288" y="2135188"/>
            <a:ext cx="2938462" cy="1362075"/>
          </a:xfrm>
          <a:prstGeom prst="rect">
            <a:avLst/>
          </a:prstGeom>
          <a:solidFill>
            <a:srgbClr val="CCEC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721" name="AutoShape 81">
            <a:extLst>
              <a:ext uri="{FF2B5EF4-FFF2-40B4-BE49-F238E27FC236}">
                <a16:creationId xmlns:a16="http://schemas.microsoft.com/office/drawing/2014/main" id="{43D9D705-9F63-9A83-2154-E272C178351D}"/>
              </a:ext>
            </a:extLst>
          </p:cNvPr>
          <p:cNvSpPr>
            <a:spLocks noChangeArrowheads="1"/>
          </p:cNvSpPr>
          <p:nvPr/>
        </p:nvSpPr>
        <p:spPr bwMode="auto">
          <a:xfrm>
            <a:off x="5613400" y="2274888"/>
            <a:ext cx="2646363" cy="1109662"/>
          </a:xfrm>
          <a:prstGeom prst="roundRect">
            <a:avLst>
              <a:gd name="adj" fmla="val 12495"/>
            </a:avLst>
          </a:prstGeom>
          <a:solidFill>
            <a:srgbClr val="FFFFCC">
              <a:alpha val="50000"/>
            </a:srgbClr>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722" name="Freeform 82">
            <a:extLst>
              <a:ext uri="{FF2B5EF4-FFF2-40B4-BE49-F238E27FC236}">
                <a16:creationId xmlns:a16="http://schemas.microsoft.com/office/drawing/2014/main" id="{D3EE8E46-81A2-9FA9-E1B7-A5C49AFC42FA}"/>
              </a:ext>
            </a:extLst>
          </p:cNvPr>
          <p:cNvSpPr>
            <a:spLocks/>
          </p:cNvSpPr>
          <p:nvPr/>
        </p:nvSpPr>
        <p:spPr bwMode="auto">
          <a:xfrm>
            <a:off x="5530850" y="3498850"/>
            <a:ext cx="2862263" cy="1555750"/>
          </a:xfrm>
          <a:custGeom>
            <a:avLst/>
            <a:gdLst>
              <a:gd name="T0" fmla="*/ 575 w 1719"/>
              <a:gd name="T1" fmla="*/ 0 h 1504"/>
              <a:gd name="T2" fmla="*/ 572 w 1719"/>
              <a:gd name="T3" fmla="*/ 111 h 1504"/>
              <a:gd name="T4" fmla="*/ 0 w 1719"/>
              <a:gd name="T5" fmla="*/ 111 h 1504"/>
              <a:gd name="T6" fmla="*/ 0 w 1719"/>
              <a:gd name="T7" fmla="*/ 1503 h 1504"/>
              <a:gd name="T8" fmla="*/ 1718 w 1719"/>
              <a:gd name="T9" fmla="*/ 1503 h 1504"/>
              <a:gd name="T10" fmla="*/ 1718 w 1719"/>
              <a:gd name="T11" fmla="*/ 125 h 1504"/>
              <a:gd name="T12" fmla="*/ 1215 w 1719"/>
              <a:gd name="T13" fmla="*/ 125 h 1504"/>
              <a:gd name="T14" fmla="*/ 1215 w 1719"/>
              <a:gd name="T15" fmla="*/ 2 h 1504"/>
              <a:gd name="T16" fmla="*/ 575 w 1719"/>
              <a:gd name="T17" fmla="*/ 0 h 15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19" h="1504">
                <a:moveTo>
                  <a:pt x="575" y="0"/>
                </a:moveTo>
                <a:lnTo>
                  <a:pt x="572" y="111"/>
                </a:lnTo>
                <a:lnTo>
                  <a:pt x="0" y="111"/>
                </a:lnTo>
                <a:lnTo>
                  <a:pt x="0" y="1503"/>
                </a:lnTo>
                <a:lnTo>
                  <a:pt x="1718" y="1503"/>
                </a:lnTo>
                <a:lnTo>
                  <a:pt x="1718" y="125"/>
                </a:lnTo>
                <a:lnTo>
                  <a:pt x="1215" y="125"/>
                </a:lnTo>
                <a:lnTo>
                  <a:pt x="1215" y="2"/>
                </a:lnTo>
                <a:lnTo>
                  <a:pt x="575" y="0"/>
                </a:lnTo>
              </a:path>
            </a:pathLst>
          </a:custGeom>
          <a:solidFill>
            <a:srgbClr val="CCECFF"/>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68723" name="Rectangle 83">
            <a:extLst>
              <a:ext uri="{FF2B5EF4-FFF2-40B4-BE49-F238E27FC236}">
                <a16:creationId xmlns:a16="http://schemas.microsoft.com/office/drawing/2014/main" id="{BEFB2581-48FD-288E-CEC0-A10589202455}"/>
              </a:ext>
            </a:extLst>
          </p:cNvPr>
          <p:cNvSpPr>
            <a:spLocks noChangeArrowheads="1"/>
          </p:cNvSpPr>
          <p:nvPr/>
        </p:nvSpPr>
        <p:spPr bwMode="auto">
          <a:xfrm>
            <a:off x="5627688" y="3759200"/>
            <a:ext cx="812800" cy="11207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000">
                <a:latin typeface="Times New Roman" panose="02020603050405020304" pitchFamily="18" charset="0"/>
                <a:ea typeface="ＭＳ Ｐゴシック" panose="020B0600070205080204" pitchFamily="50" charset="-128"/>
              </a:rPr>
              <a:t>Khách </a:t>
            </a:r>
          </a:p>
          <a:p>
            <a:pPr algn="ctr" eaLnBrk="0" hangingPunct="0"/>
            <a:r>
              <a:rPr lang="en-US" altLang="ja-JP" sz="2000">
                <a:latin typeface="Times New Roman" panose="02020603050405020304" pitchFamily="18" charset="0"/>
                <a:ea typeface="ＭＳ Ｐゴシック" panose="020B0600070205080204" pitchFamily="50" charset="-128"/>
              </a:rPr>
              <a:t>hàng</a:t>
            </a:r>
          </a:p>
        </p:txBody>
      </p:sp>
      <p:sp>
        <p:nvSpPr>
          <p:cNvPr id="368724" name="Rectangle 84">
            <a:extLst>
              <a:ext uri="{FF2B5EF4-FFF2-40B4-BE49-F238E27FC236}">
                <a16:creationId xmlns:a16="http://schemas.microsoft.com/office/drawing/2014/main" id="{D9F13C6C-67C4-4ECC-5004-90869D5B22FA}"/>
              </a:ext>
            </a:extLst>
          </p:cNvPr>
          <p:cNvSpPr>
            <a:spLocks noChangeArrowheads="1"/>
          </p:cNvSpPr>
          <p:nvPr/>
        </p:nvSpPr>
        <p:spPr bwMode="auto">
          <a:xfrm>
            <a:off x="6523038" y="3759200"/>
            <a:ext cx="839787" cy="11207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000">
                <a:latin typeface="Times New Roman" panose="02020603050405020304" pitchFamily="18" charset="0"/>
                <a:ea typeface="ＭＳ Ｐゴシック" panose="020B0600070205080204" pitchFamily="50" charset="-128"/>
              </a:rPr>
              <a:t>Mua</a:t>
            </a:r>
          </a:p>
        </p:txBody>
      </p:sp>
      <p:sp>
        <p:nvSpPr>
          <p:cNvPr id="368725" name="Rectangle 85">
            <a:extLst>
              <a:ext uri="{FF2B5EF4-FFF2-40B4-BE49-F238E27FC236}">
                <a16:creationId xmlns:a16="http://schemas.microsoft.com/office/drawing/2014/main" id="{4F00FCE4-B411-C2E5-E97C-D98A91221AC1}"/>
              </a:ext>
            </a:extLst>
          </p:cNvPr>
          <p:cNvSpPr>
            <a:spLocks noChangeArrowheads="1"/>
          </p:cNvSpPr>
          <p:nvPr/>
        </p:nvSpPr>
        <p:spPr bwMode="auto">
          <a:xfrm>
            <a:off x="7443788" y="3760788"/>
            <a:ext cx="828675" cy="11207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000">
                <a:latin typeface="Times New Roman" panose="02020603050405020304" pitchFamily="18" charset="0"/>
                <a:ea typeface="ＭＳ Ｐゴシック" panose="020B0600070205080204" pitchFamily="50" charset="-128"/>
              </a:rPr>
              <a:t>Hàng </a:t>
            </a:r>
          </a:p>
          <a:p>
            <a:pPr algn="ctr" eaLnBrk="0" hangingPunct="0"/>
            <a:r>
              <a:rPr lang="en-US" altLang="ja-JP" sz="2000">
                <a:latin typeface="Times New Roman" panose="02020603050405020304" pitchFamily="18" charset="0"/>
                <a:ea typeface="ＭＳ Ｐゴシック" panose="020B0600070205080204" pitchFamily="50" charset="-128"/>
              </a:rPr>
              <a:t>hóa</a:t>
            </a:r>
          </a:p>
        </p:txBody>
      </p:sp>
      <p:sp>
        <p:nvSpPr>
          <p:cNvPr id="368729" name="Rectangle 89">
            <a:extLst>
              <a:ext uri="{FF2B5EF4-FFF2-40B4-BE49-F238E27FC236}">
                <a16:creationId xmlns:a16="http://schemas.microsoft.com/office/drawing/2014/main" id="{3D677E44-7A9D-FA76-C109-1A487F327D1C}"/>
              </a:ext>
            </a:extLst>
          </p:cNvPr>
          <p:cNvSpPr>
            <a:spLocks noChangeArrowheads="1"/>
          </p:cNvSpPr>
          <p:nvPr/>
        </p:nvSpPr>
        <p:spPr bwMode="auto">
          <a:xfrm>
            <a:off x="914400" y="1627188"/>
            <a:ext cx="23256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2000">
                <a:latin typeface="Times New Roman" panose="02020603050405020304" pitchFamily="18" charset="0"/>
                <a:ea typeface="ＭＳ Ｐゴシック" panose="020B0600070205080204" pitchFamily="50" charset="-128"/>
              </a:rPr>
              <a:t>Thế giới thực</a:t>
            </a:r>
          </a:p>
        </p:txBody>
      </p:sp>
      <p:sp>
        <p:nvSpPr>
          <p:cNvPr id="368769" name="AutoShape 129">
            <a:extLst>
              <a:ext uri="{FF2B5EF4-FFF2-40B4-BE49-F238E27FC236}">
                <a16:creationId xmlns:a16="http://schemas.microsoft.com/office/drawing/2014/main" id="{E6BDBE08-4EB6-EFFD-70A4-FB1898EA3829}"/>
              </a:ext>
            </a:extLst>
          </p:cNvPr>
          <p:cNvSpPr>
            <a:spLocks noChangeArrowheads="1"/>
          </p:cNvSpPr>
          <p:nvPr/>
        </p:nvSpPr>
        <p:spPr bwMode="auto">
          <a:xfrm>
            <a:off x="4452938" y="3233738"/>
            <a:ext cx="801687" cy="849312"/>
          </a:xfrm>
          <a:prstGeom prst="rightArrow">
            <a:avLst>
              <a:gd name="adj1" fmla="val 50000"/>
              <a:gd name="adj2" fmla="val 25000"/>
            </a:avLst>
          </a:prstGeom>
          <a:solidFill>
            <a:srgbClr val="0033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774" name="AutoShape 134">
            <a:extLst>
              <a:ext uri="{FF2B5EF4-FFF2-40B4-BE49-F238E27FC236}">
                <a16:creationId xmlns:a16="http://schemas.microsoft.com/office/drawing/2014/main" id="{058E9176-1B2F-01F3-A568-67FA4D30491D}"/>
              </a:ext>
            </a:extLst>
          </p:cNvPr>
          <p:cNvSpPr>
            <a:spLocks noChangeArrowheads="1"/>
          </p:cNvSpPr>
          <p:nvPr/>
        </p:nvSpPr>
        <p:spPr bwMode="auto">
          <a:xfrm>
            <a:off x="684213" y="5395913"/>
            <a:ext cx="4699000" cy="804862"/>
          </a:xfrm>
          <a:prstGeom prst="wedgeRoundRectCallout">
            <a:avLst>
              <a:gd name="adj1" fmla="val 31958"/>
              <a:gd name="adj2" fmla="val -116667"/>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b="0" dirty="0" err="1">
                <a:latin typeface="+mj-lt"/>
                <a:cs typeface="Times New Roman" panose="02020603050405020304" pitchFamily="18" charset="0"/>
              </a:rPr>
              <a:t>Nhìn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nhận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thế</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giới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của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hệ</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thống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thông</a:t>
            </a:r>
            <a:r>
              <a:rPr lang="en-US" altLang="ja-JP" sz="1600" b="0" dirty="0">
                <a:latin typeface="+mj-lt"/>
                <a:cs typeface="Times New Roman" panose="02020603050405020304" pitchFamily="18" charset="0"/>
              </a:rPr>
              <a:t> tin </a:t>
            </a:r>
            <a:r>
              <a:rPr lang="en-US" altLang="ja-JP" sz="1600" b="0" dirty="0" err="1">
                <a:latin typeface="+mj-lt"/>
                <a:cs typeface="Times New Roman" panose="02020603050405020304" pitchFamily="18" charset="0"/>
              </a:rPr>
              <a:t>cũng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giống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như</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thế</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giới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hiện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thực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với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khái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niệm</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là</a:t>
            </a:r>
            <a:r>
              <a:rPr lang="en-US" altLang="ja-JP" sz="1600" b="0" dirty="0">
                <a:latin typeface="+mj-lt"/>
                <a:cs typeface="Times New Roman" panose="02020603050405020304" pitchFamily="18" charset="0"/>
              </a:rPr>
              <a:t> </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Sự</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vật</a:t>
            </a:r>
            <a:r>
              <a:rPr lang="ja-JP" altLang="en-US"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và</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Hoạt</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động</a:t>
            </a:r>
            <a:r>
              <a:rPr lang="ja-JP" altLang="en-US" sz="1600" b="0" dirty="0">
                <a:latin typeface="+mj-lt"/>
                <a:cs typeface="Times New Roman" panose="02020603050405020304" pitchFamily="18" charset="0"/>
              </a:rPr>
              <a:t>」</a:t>
            </a:r>
            <a:r>
              <a:rPr lang="en-US" altLang="ja-JP" sz="1600" b="0" dirty="0">
                <a:latin typeface="+mj-lt"/>
                <a:cs typeface="Times New Roman" panose="02020603050405020304" pitchFamily="18" charset="0"/>
              </a:rPr>
              <a:t>.</a:t>
            </a:r>
          </a:p>
        </p:txBody>
      </p:sp>
      <p:sp>
        <p:nvSpPr>
          <p:cNvPr id="368776" name="AutoShape 136">
            <a:extLst>
              <a:ext uri="{FF2B5EF4-FFF2-40B4-BE49-F238E27FC236}">
                <a16:creationId xmlns:a16="http://schemas.microsoft.com/office/drawing/2014/main" id="{96F805A4-AFDA-6891-BB13-0BEA993F97C6}"/>
              </a:ext>
            </a:extLst>
          </p:cNvPr>
          <p:cNvSpPr>
            <a:spLocks noChangeArrowheads="1"/>
          </p:cNvSpPr>
          <p:nvPr/>
        </p:nvSpPr>
        <p:spPr bwMode="auto">
          <a:xfrm>
            <a:off x="4319588" y="994372"/>
            <a:ext cx="4862512" cy="607416"/>
          </a:xfrm>
          <a:prstGeom prst="wedgeRoundRectCallout">
            <a:avLst>
              <a:gd name="adj1" fmla="val 20486"/>
              <a:gd name="adj2" fmla="val 76625"/>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b="0" dirty="0" err="1">
                <a:latin typeface="+mj-lt"/>
                <a:cs typeface="Times New Roman" panose="02020603050405020304" pitchFamily="18" charset="0"/>
              </a:rPr>
              <a:t>Xây</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dựng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hệ</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thống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thông</a:t>
            </a:r>
            <a:r>
              <a:rPr lang="en-US" altLang="ja-JP" sz="1600" b="0" dirty="0">
                <a:latin typeface="+mj-lt"/>
                <a:cs typeface="Times New Roman" panose="02020603050405020304" pitchFamily="18" charset="0"/>
              </a:rPr>
              <a:t> tin </a:t>
            </a:r>
            <a:r>
              <a:rPr lang="en-US" altLang="ja-JP" sz="1600" b="0" dirty="0" err="1">
                <a:latin typeface="+mj-lt"/>
                <a:cs typeface="Times New Roman" panose="02020603050405020304" pitchFamily="18" charset="0"/>
              </a:rPr>
              <a:t>bằng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tập</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hợp</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của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các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đối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tượng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và</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thực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hiện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như</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một</a:t>
            </a:r>
            <a:r>
              <a:rPr lang="en-US" altLang="ja-JP" sz="1600" b="0" dirty="0">
                <a:latin typeface="+mj-lt"/>
                <a:cs typeface="Times New Roman" panose="02020603050405020304" pitchFamily="18" charset="0"/>
              </a:rPr>
              <a:t> software. </a:t>
            </a:r>
          </a:p>
        </p:txBody>
      </p:sp>
      <p:sp>
        <p:nvSpPr>
          <p:cNvPr id="368777" name="AutoShape 137">
            <a:extLst>
              <a:ext uri="{FF2B5EF4-FFF2-40B4-BE49-F238E27FC236}">
                <a16:creationId xmlns:a16="http://schemas.microsoft.com/office/drawing/2014/main" id="{9D20D4D9-7674-E998-48B5-D3213241C9C8}"/>
              </a:ext>
            </a:extLst>
          </p:cNvPr>
          <p:cNvSpPr>
            <a:spLocks noChangeArrowheads="1"/>
          </p:cNvSpPr>
          <p:nvPr/>
        </p:nvSpPr>
        <p:spPr bwMode="auto">
          <a:xfrm>
            <a:off x="5627688" y="5367338"/>
            <a:ext cx="3579812" cy="804862"/>
          </a:xfrm>
          <a:prstGeom prst="wedgeRoundRectCallout">
            <a:avLst>
              <a:gd name="adj1" fmla="val -20157"/>
              <a:gd name="adj2" fmla="val -80968"/>
              <a:gd name="adj3" fmla="val 16667"/>
            </a:avLst>
          </a:prstGeom>
          <a:solidFill>
            <a:srgbClr val="FFCC99">
              <a:alpha val="53999"/>
            </a:srgbClr>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b="0" dirty="0" err="1">
                <a:latin typeface="+mj-lt"/>
                <a:cs typeface="Times New Roman" panose="02020603050405020304" pitchFamily="18" charset="0"/>
              </a:rPr>
              <a:t>Gọi</a:t>
            </a:r>
            <a:r>
              <a:rPr lang="en-US" altLang="ja-JP" sz="1600" b="0" dirty="0">
                <a:latin typeface="+mj-lt"/>
                <a:cs typeface="Times New Roman" panose="02020603050405020304" pitchFamily="18" charset="0"/>
              </a:rPr>
              <a:t> </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Sự</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vật</a:t>
            </a:r>
            <a:r>
              <a:rPr lang="ja-JP" altLang="en-US"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và</a:t>
            </a:r>
            <a:r>
              <a:rPr lang="en-US" altLang="ja-JP" sz="1600" b="0" dirty="0">
                <a:latin typeface="+mj-lt"/>
                <a:cs typeface="Times New Roman" panose="02020603050405020304" pitchFamily="18" charset="0"/>
              </a:rPr>
              <a:t> </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Hoạt</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động</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của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thế</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giới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hệ</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thống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thông</a:t>
            </a:r>
            <a:r>
              <a:rPr lang="en-US" altLang="ja-JP" sz="1600" b="0" dirty="0">
                <a:latin typeface="+mj-lt"/>
                <a:cs typeface="Times New Roman" panose="02020603050405020304" pitchFamily="18" charset="0"/>
              </a:rPr>
              <a:t> tin </a:t>
            </a:r>
            <a:r>
              <a:rPr lang="en-US" altLang="ja-JP" sz="1600" b="0" dirty="0" err="1">
                <a:latin typeface="+mj-lt"/>
                <a:cs typeface="Times New Roman" panose="02020603050405020304" pitchFamily="18" charset="0"/>
              </a:rPr>
              <a:t>là</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đối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tượng</a:t>
            </a:r>
            <a:r>
              <a:rPr lang="en-US" altLang="ja-JP" sz="1600" b="0" dirty="0">
                <a:latin typeface="+mj-lt"/>
                <a:cs typeface="Times New Roman" panose="02020603050405020304" pitchFamily="18" charset="0"/>
              </a:rPr>
              <a:t>. </a:t>
            </a:r>
          </a:p>
        </p:txBody>
      </p:sp>
      <p:pic>
        <p:nvPicPr>
          <p:cNvPr id="368778" name="Picture 138">
            <a:extLst>
              <a:ext uri="{FF2B5EF4-FFF2-40B4-BE49-F238E27FC236}">
                <a16:creationId xmlns:a16="http://schemas.microsoft.com/office/drawing/2014/main" id="{467E2B80-BD60-A88F-9661-2D14F27B0E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63875" y="2794000"/>
            <a:ext cx="771525" cy="673100"/>
          </a:xfrm>
          <a:prstGeom prst="rect">
            <a:avLst/>
          </a:prstGeom>
          <a:noFill/>
          <a:extLst>
            <a:ext uri="{909E8E84-426E-40DD-AFC4-6F175D3DCCD1}">
              <a14:hiddenFill xmlns:a14="http://schemas.microsoft.com/office/drawing/2010/main">
                <a:solidFill>
                  <a:srgbClr val="FFFFFF"/>
                </a:solidFill>
              </a14:hiddenFill>
            </a:ext>
          </a:extLst>
        </p:spPr>
      </p:pic>
      <p:sp>
        <p:nvSpPr>
          <p:cNvPr id="368791" name="Freeform 151">
            <a:extLst>
              <a:ext uri="{FF2B5EF4-FFF2-40B4-BE49-F238E27FC236}">
                <a16:creationId xmlns:a16="http://schemas.microsoft.com/office/drawing/2014/main" id="{DA982AC3-22E1-AB6F-B64A-2E86C8989957}"/>
              </a:ext>
            </a:extLst>
          </p:cNvPr>
          <p:cNvSpPr>
            <a:spLocks/>
          </p:cNvSpPr>
          <p:nvPr/>
        </p:nvSpPr>
        <p:spPr bwMode="auto">
          <a:xfrm>
            <a:off x="1139825" y="3905250"/>
            <a:ext cx="395288" cy="990600"/>
          </a:xfrm>
          <a:custGeom>
            <a:avLst/>
            <a:gdLst>
              <a:gd name="T0" fmla="*/ 236 w 481"/>
              <a:gd name="T1" fmla="*/ 56 h 1165"/>
              <a:gd name="T2" fmla="*/ 196 w 481"/>
              <a:gd name="T3" fmla="*/ 140 h 1165"/>
              <a:gd name="T4" fmla="*/ 208 w 481"/>
              <a:gd name="T5" fmla="*/ 200 h 1165"/>
              <a:gd name="T6" fmla="*/ 244 w 481"/>
              <a:gd name="T7" fmla="*/ 224 h 1165"/>
              <a:gd name="T8" fmla="*/ 184 w 481"/>
              <a:gd name="T9" fmla="*/ 260 h 1165"/>
              <a:gd name="T10" fmla="*/ 112 w 481"/>
              <a:gd name="T11" fmla="*/ 320 h 1165"/>
              <a:gd name="T12" fmla="*/ 104 w 481"/>
              <a:gd name="T13" fmla="*/ 428 h 1165"/>
              <a:gd name="T14" fmla="*/ 84 w 481"/>
              <a:gd name="T15" fmla="*/ 528 h 1165"/>
              <a:gd name="T16" fmla="*/ 92 w 481"/>
              <a:gd name="T17" fmla="*/ 612 h 1165"/>
              <a:gd name="T18" fmla="*/ 144 w 481"/>
              <a:gd name="T19" fmla="*/ 659 h 1165"/>
              <a:gd name="T20" fmla="*/ 124 w 481"/>
              <a:gd name="T21" fmla="*/ 564 h 1165"/>
              <a:gd name="T22" fmla="*/ 144 w 481"/>
              <a:gd name="T23" fmla="*/ 472 h 1165"/>
              <a:gd name="T24" fmla="*/ 164 w 481"/>
              <a:gd name="T25" fmla="*/ 368 h 1165"/>
              <a:gd name="T26" fmla="*/ 196 w 481"/>
              <a:gd name="T27" fmla="*/ 448 h 1165"/>
              <a:gd name="T28" fmla="*/ 180 w 481"/>
              <a:gd name="T29" fmla="*/ 512 h 1165"/>
              <a:gd name="T30" fmla="*/ 160 w 481"/>
              <a:gd name="T31" fmla="*/ 612 h 1165"/>
              <a:gd name="T32" fmla="*/ 152 w 481"/>
              <a:gd name="T33" fmla="*/ 688 h 1165"/>
              <a:gd name="T34" fmla="*/ 136 w 481"/>
              <a:gd name="T35" fmla="*/ 748 h 1165"/>
              <a:gd name="T36" fmla="*/ 116 w 481"/>
              <a:gd name="T37" fmla="*/ 848 h 1165"/>
              <a:gd name="T38" fmla="*/ 104 w 481"/>
              <a:gd name="T39" fmla="*/ 935 h 1165"/>
              <a:gd name="T40" fmla="*/ 76 w 481"/>
              <a:gd name="T41" fmla="*/ 1064 h 1165"/>
              <a:gd name="T42" fmla="*/ 0 w 481"/>
              <a:gd name="T43" fmla="*/ 1144 h 1165"/>
              <a:gd name="T44" fmla="*/ 80 w 481"/>
              <a:gd name="T45" fmla="*/ 1107 h 1165"/>
              <a:gd name="T46" fmla="*/ 120 w 481"/>
              <a:gd name="T47" fmla="*/ 1044 h 1165"/>
              <a:gd name="T48" fmla="*/ 156 w 481"/>
              <a:gd name="T49" fmla="*/ 960 h 1165"/>
              <a:gd name="T50" fmla="*/ 180 w 481"/>
              <a:gd name="T51" fmla="*/ 904 h 1165"/>
              <a:gd name="T52" fmla="*/ 212 w 481"/>
              <a:gd name="T53" fmla="*/ 856 h 1165"/>
              <a:gd name="T54" fmla="*/ 308 w 481"/>
              <a:gd name="T55" fmla="*/ 864 h 1165"/>
              <a:gd name="T56" fmla="*/ 340 w 481"/>
              <a:gd name="T57" fmla="*/ 900 h 1165"/>
              <a:gd name="T58" fmla="*/ 348 w 481"/>
              <a:gd name="T59" fmla="*/ 1008 h 1165"/>
              <a:gd name="T60" fmla="*/ 360 w 481"/>
              <a:gd name="T61" fmla="*/ 1084 h 1165"/>
              <a:gd name="T62" fmla="*/ 424 w 481"/>
              <a:gd name="T63" fmla="*/ 1164 h 1165"/>
              <a:gd name="T64" fmla="*/ 392 w 481"/>
              <a:gd name="T65" fmla="*/ 1084 h 1165"/>
              <a:gd name="T66" fmla="*/ 400 w 481"/>
              <a:gd name="T67" fmla="*/ 980 h 1165"/>
              <a:gd name="T68" fmla="*/ 388 w 481"/>
              <a:gd name="T69" fmla="*/ 880 h 1165"/>
              <a:gd name="T70" fmla="*/ 408 w 481"/>
              <a:gd name="T71" fmla="*/ 815 h 1165"/>
              <a:gd name="T72" fmla="*/ 416 w 481"/>
              <a:gd name="T73" fmla="*/ 680 h 1165"/>
              <a:gd name="T74" fmla="*/ 424 w 481"/>
              <a:gd name="T75" fmla="*/ 577 h 1165"/>
              <a:gd name="T76" fmla="*/ 404 w 481"/>
              <a:gd name="T77" fmla="*/ 496 h 1165"/>
              <a:gd name="T78" fmla="*/ 360 w 481"/>
              <a:gd name="T79" fmla="*/ 456 h 1165"/>
              <a:gd name="T80" fmla="*/ 364 w 481"/>
              <a:gd name="T81" fmla="*/ 371 h 1165"/>
              <a:gd name="T82" fmla="*/ 404 w 481"/>
              <a:gd name="T83" fmla="*/ 376 h 1165"/>
              <a:gd name="T84" fmla="*/ 424 w 481"/>
              <a:gd name="T85" fmla="*/ 456 h 1165"/>
              <a:gd name="T86" fmla="*/ 440 w 481"/>
              <a:gd name="T87" fmla="*/ 532 h 1165"/>
              <a:gd name="T88" fmla="*/ 436 w 481"/>
              <a:gd name="T89" fmla="*/ 616 h 1165"/>
              <a:gd name="T90" fmla="*/ 472 w 481"/>
              <a:gd name="T91" fmla="*/ 588 h 1165"/>
              <a:gd name="T92" fmla="*/ 476 w 481"/>
              <a:gd name="T93" fmla="*/ 488 h 1165"/>
              <a:gd name="T94" fmla="*/ 460 w 481"/>
              <a:gd name="T95" fmla="*/ 392 h 1165"/>
              <a:gd name="T96" fmla="*/ 436 w 481"/>
              <a:gd name="T97" fmla="*/ 336 h 1165"/>
              <a:gd name="T98" fmla="*/ 408 w 481"/>
              <a:gd name="T99" fmla="*/ 260 h 1165"/>
              <a:gd name="T100" fmla="*/ 300 w 481"/>
              <a:gd name="T101" fmla="*/ 248 h 1165"/>
              <a:gd name="T102" fmla="*/ 296 w 481"/>
              <a:gd name="T103" fmla="*/ 200 h 1165"/>
              <a:gd name="T104" fmla="*/ 360 w 481"/>
              <a:gd name="T105" fmla="*/ 195 h 1165"/>
              <a:gd name="T106" fmla="*/ 368 w 481"/>
              <a:gd name="T107" fmla="*/ 116 h 1165"/>
              <a:gd name="T108" fmla="*/ 336 w 481"/>
              <a:gd name="T109" fmla="*/ 32 h 1165"/>
              <a:gd name="T110" fmla="*/ 272 w 481"/>
              <a:gd name="T111" fmla="*/ 8 h 1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81" h="1165">
                <a:moveTo>
                  <a:pt x="248" y="19"/>
                </a:moveTo>
                <a:lnTo>
                  <a:pt x="236" y="56"/>
                </a:lnTo>
                <a:lnTo>
                  <a:pt x="216" y="104"/>
                </a:lnTo>
                <a:lnTo>
                  <a:pt x="196" y="140"/>
                </a:lnTo>
                <a:lnTo>
                  <a:pt x="188" y="180"/>
                </a:lnTo>
                <a:lnTo>
                  <a:pt x="208" y="200"/>
                </a:lnTo>
                <a:lnTo>
                  <a:pt x="244" y="195"/>
                </a:lnTo>
                <a:lnTo>
                  <a:pt x="244" y="224"/>
                </a:lnTo>
                <a:lnTo>
                  <a:pt x="244" y="244"/>
                </a:lnTo>
                <a:lnTo>
                  <a:pt x="184" y="260"/>
                </a:lnTo>
                <a:lnTo>
                  <a:pt x="124" y="281"/>
                </a:lnTo>
                <a:lnTo>
                  <a:pt x="112" y="320"/>
                </a:lnTo>
                <a:lnTo>
                  <a:pt x="104" y="376"/>
                </a:lnTo>
                <a:lnTo>
                  <a:pt x="104" y="428"/>
                </a:lnTo>
                <a:lnTo>
                  <a:pt x="88" y="476"/>
                </a:lnTo>
                <a:lnTo>
                  <a:pt x="84" y="528"/>
                </a:lnTo>
                <a:lnTo>
                  <a:pt x="92" y="571"/>
                </a:lnTo>
                <a:lnTo>
                  <a:pt x="92" y="612"/>
                </a:lnTo>
                <a:lnTo>
                  <a:pt x="112" y="643"/>
                </a:lnTo>
                <a:lnTo>
                  <a:pt x="144" y="659"/>
                </a:lnTo>
                <a:lnTo>
                  <a:pt x="140" y="616"/>
                </a:lnTo>
                <a:lnTo>
                  <a:pt x="124" y="564"/>
                </a:lnTo>
                <a:lnTo>
                  <a:pt x="132" y="516"/>
                </a:lnTo>
                <a:lnTo>
                  <a:pt x="144" y="472"/>
                </a:lnTo>
                <a:lnTo>
                  <a:pt x="156" y="420"/>
                </a:lnTo>
                <a:lnTo>
                  <a:pt x="164" y="368"/>
                </a:lnTo>
                <a:lnTo>
                  <a:pt x="188" y="416"/>
                </a:lnTo>
                <a:lnTo>
                  <a:pt x="196" y="448"/>
                </a:lnTo>
                <a:lnTo>
                  <a:pt x="200" y="481"/>
                </a:lnTo>
                <a:lnTo>
                  <a:pt x="180" y="512"/>
                </a:lnTo>
                <a:lnTo>
                  <a:pt x="168" y="552"/>
                </a:lnTo>
                <a:lnTo>
                  <a:pt x="160" y="612"/>
                </a:lnTo>
                <a:lnTo>
                  <a:pt x="156" y="644"/>
                </a:lnTo>
                <a:lnTo>
                  <a:pt x="152" y="688"/>
                </a:lnTo>
                <a:lnTo>
                  <a:pt x="144" y="720"/>
                </a:lnTo>
                <a:lnTo>
                  <a:pt x="136" y="748"/>
                </a:lnTo>
                <a:lnTo>
                  <a:pt x="124" y="800"/>
                </a:lnTo>
                <a:lnTo>
                  <a:pt x="116" y="848"/>
                </a:lnTo>
                <a:lnTo>
                  <a:pt x="112" y="895"/>
                </a:lnTo>
                <a:lnTo>
                  <a:pt x="104" y="935"/>
                </a:lnTo>
                <a:lnTo>
                  <a:pt x="92" y="995"/>
                </a:lnTo>
                <a:lnTo>
                  <a:pt x="76" y="1064"/>
                </a:lnTo>
                <a:lnTo>
                  <a:pt x="40" y="1084"/>
                </a:lnTo>
                <a:lnTo>
                  <a:pt x="0" y="1144"/>
                </a:lnTo>
                <a:lnTo>
                  <a:pt x="32" y="1144"/>
                </a:lnTo>
                <a:lnTo>
                  <a:pt x="80" y="1107"/>
                </a:lnTo>
                <a:lnTo>
                  <a:pt x="116" y="1080"/>
                </a:lnTo>
                <a:lnTo>
                  <a:pt x="120" y="1044"/>
                </a:lnTo>
                <a:lnTo>
                  <a:pt x="140" y="1000"/>
                </a:lnTo>
                <a:lnTo>
                  <a:pt x="156" y="960"/>
                </a:lnTo>
                <a:lnTo>
                  <a:pt x="164" y="931"/>
                </a:lnTo>
                <a:lnTo>
                  <a:pt x="180" y="904"/>
                </a:lnTo>
                <a:lnTo>
                  <a:pt x="188" y="872"/>
                </a:lnTo>
                <a:lnTo>
                  <a:pt x="212" y="856"/>
                </a:lnTo>
                <a:lnTo>
                  <a:pt x="248" y="860"/>
                </a:lnTo>
                <a:lnTo>
                  <a:pt x="308" y="864"/>
                </a:lnTo>
                <a:lnTo>
                  <a:pt x="344" y="864"/>
                </a:lnTo>
                <a:lnTo>
                  <a:pt x="340" y="900"/>
                </a:lnTo>
                <a:lnTo>
                  <a:pt x="336" y="940"/>
                </a:lnTo>
                <a:lnTo>
                  <a:pt x="348" y="1008"/>
                </a:lnTo>
                <a:lnTo>
                  <a:pt x="356" y="1031"/>
                </a:lnTo>
                <a:lnTo>
                  <a:pt x="360" y="1084"/>
                </a:lnTo>
                <a:lnTo>
                  <a:pt x="364" y="1136"/>
                </a:lnTo>
                <a:lnTo>
                  <a:pt x="424" y="1164"/>
                </a:lnTo>
                <a:lnTo>
                  <a:pt x="412" y="1127"/>
                </a:lnTo>
                <a:lnTo>
                  <a:pt x="392" y="1084"/>
                </a:lnTo>
                <a:lnTo>
                  <a:pt x="396" y="1028"/>
                </a:lnTo>
                <a:lnTo>
                  <a:pt x="400" y="980"/>
                </a:lnTo>
                <a:lnTo>
                  <a:pt x="396" y="944"/>
                </a:lnTo>
                <a:lnTo>
                  <a:pt x="388" y="880"/>
                </a:lnTo>
                <a:lnTo>
                  <a:pt x="416" y="872"/>
                </a:lnTo>
                <a:lnTo>
                  <a:pt x="408" y="815"/>
                </a:lnTo>
                <a:lnTo>
                  <a:pt x="412" y="752"/>
                </a:lnTo>
                <a:lnTo>
                  <a:pt x="416" y="680"/>
                </a:lnTo>
                <a:lnTo>
                  <a:pt x="428" y="624"/>
                </a:lnTo>
                <a:lnTo>
                  <a:pt x="424" y="577"/>
                </a:lnTo>
                <a:lnTo>
                  <a:pt x="404" y="524"/>
                </a:lnTo>
                <a:lnTo>
                  <a:pt x="404" y="496"/>
                </a:lnTo>
                <a:lnTo>
                  <a:pt x="384" y="476"/>
                </a:lnTo>
                <a:lnTo>
                  <a:pt x="360" y="456"/>
                </a:lnTo>
                <a:lnTo>
                  <a:pt x="368" y="407"/>
                </a:lnTo>
                <a:lnTo>
                  <a:pt x="364" y="371"/>
                </a:lnTo>
                <a:lnTo>
                  <a:pt x="380" y="340"/>
                </a:lnTo>
                <a:lnTo>
                  <a:pt x="404" y="376"/>
                </a:lnTo>
                <a:lnTo>
                  <a:pt x="416" y="416"/>
                </a:lnTo>
                <a:lnTo>
                  <a:pt x="424" y="456"/>
                </a:lnTo>
                <a:lnTo>
                  <a:pt x="432" y="496"/>
                </a:lnTo>
                <a:lnTo>
                  <a:pt x="440" y="532"/>
                </a:lnTo>
                <a:lnTo>
                  <a:pt x="448" y="564"/>
                </a:lnTo>
                <a:lnTo>
                  <a:pt x="436" y="616"/>
                </a:lnTo>
                <a:lnTo>
                  <a:pt x="456" y="632"/>
                </a:lnTo>
                <a:lnTo>
                  <a:pt x="472" y="588"/>
                </a:lnTo>
                <a:lnTo>
                  <a:pt x="480" y="541"/>
                </a:lnTo>
                <a:lnTo>
                  <a:pt x="476" y="488"/>
                </a:lnTo>
                <a:lnTo>
                  <a:pt x="472" y="432"/>
                </a:lnTo>
                <a:lnTo>
                  <a:pt x="460" y="392"/>
                </a:lnTo>
                <a:lnTo>
                  <a:pt x="452" y="368"/>
                </a:lnTo>
                <a:lnTo>
                  <a:pt x="436" y="336"/>
                </a:lnTo>
                <a:lnTo>
                  <a:pt x="432" y="304"/>
                </a:lnTo>
                <a:lnTo>
                  <a:pt x="408" y="260"/>
                </a:lnTo>
                <a:lnTo>
                  <a:pt x="352" y="248"/>
                </a:lnTo>
                <a:lnTo>
                  <a:pt x="300" y="248"/>
                </a:lnTo>
                <a:lnTo>
                  <a:pt x="300" y="228"/>
                </a:lnTo>
                <a:lnTo>
                  <a:pt x="296" y="200"/>
                </a:lnTo>
                <a:lnTo>
                  <a:pt x="332" y="204"/>
                </a:lnTo>
                <a:lnTo>
                  <a:pt x="360" y="195"/>
                </a:lnTo>
                <a:lnTo>
                  <a:pt x="360" y="159"/>
                </a:lnTo>
                <a:lnTo>
                  <a:pt x="368" y="116"/>
                </a:lnTo>
                <a:lnTo>
                  <a:pt x="360" y="68"/>
                </a:lnTo>
                <a:lnTo>
                  <a:pt x="336" y="32"/>
                </a:lnTo>
                <a:lnTo>
                  <a:pt x="312" y="0"/>
                </a:lnTo>
                <a:lnTo>
                  <a:pt x="272" y="8"/>
                </a:lnTo>
                <a:lnTo>
                  <a:pt x="248" y="19"/>
                </a:lnTo>
              </a:path>
            </a:pathLst>
          </a:custGeom>
          <a:solidFill>
            <a:srgbClr val="FFCC99"/>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68792" name="Freeform 152">
            <a:extLst>
              <a:ext uri="{FF2B5EF4-FFF2-40B4-BE49-F238E27FC236}">
                <a16:creationId xmlns:a16="http://schemas.microsoft.com/office/drawing/2014/main" id="{D1B97A41-F96B-B196-E3CB-54185E1AF2CE}"/>
              </a:ext>
            </a:extLst>
          </p:cNvPr>
          <p:cNvSpPr>
            <a:spLocks/>
          </p:cNvSpPr>
          <p:nvPr/>
        </p:nvSpPr>
        <p:spPr bwMode="auto">
          <a:xfrm>
            <a:off x="1123950" y="2527300"/>
            <a:ext cx="446088" cy="939800"/>
          </a:xfrm>
          <a:custGeom>
            <a:avLst/>
            <a:gdLst>
              <a:gd name="T0" fmla="*/ 282 w 436"/>
              <a:gd name="T1" fmla="*/ 77 h 1197"/>
              <a:gd name="T2" fmla="*/ 258 w 436"/>
              <a:gd name="T3" fmla="*/ 153 h 1197"/>
              <a:gd name="T4" fmla="*/ 288 w 436"/>
              <a:gd name="T5" fmla="*/ 196 h 1197"/>
              <a:gd name="T6" fmla="*/ 352 w 436"/>
              <a:gd name="T7" fmla="*/ 216 h 1197"/>
              <a:gd name="T8" fmla="*/ 402 w 436"/>
              <a:gd name="T9" fmla="*/ 245 h 1197"/>
              <a:gd name="T10" fmla="*/ 422 w 436"/>
              <a:gd name="T11" fmla="*/ 329 h 1197"/>
              <a:gd name="T12" fmla="*/ 431 w 436"/>
              <a:gd name="T13" fmla="*/ 423 h 1197"/>
              <a:gd name="T14" fmla="*/ 435 w 436"/>
              <a:gd name="T15" fmla="*/ 499 h 1197"/>
              <a:gd name="T16" fmla="*/ 408 w 436"/>
              <a:gd name="T17" fmla="*/ 584 h 1197"/>
              <a:gd name="T18" fmla="*/ 348 w 436"/>
              <a:gd name="T19" fmla="*/ 616 h 1197"/>
              <a:gd name="T20" fmla="*/ 372 w 436"/>
              <a:gd name="T21" fmla="*/ 520 h 1197"/>
              <a:gd name="T22" fmla="*/ 378 w 436"/>
              <a:gd name="T23" fmla="*/ 449 h 1197"/>
              <a:gd name="T24" fmla="*/ 355 w 436"/>
              <a:gd name="T25" fmla="*/ 331 h 1197"/>
              <a:gd name="T26" fmla="*/ 331 w 436"/>
              <a:gd name="T27" fmla="*/ 419 h 1197"/>
              <a:gd name="T28" fmla="*/ 331 w 436"/>
              <a:gd name="T29" fmla="*/ 495 h 1197"/>
              <a:gd name="T30" fmla="*/ 343 w 436"/>
              <a:gd name="T31" fmla="*/ 591 h 1197"/>
              <a:gd name="T32" fmla="*/ 351 w 436"/>
              <a:gd name="T33" fmla="*/ 668 h 1197"/>
              <a:gd name="T34" fmla="*/ 346 w 436"/>
              <a:gd name="T35" fmla="*/ 753 h 1197"/>
              <a:gd name="T36" fmla="*/ 348 w 436"/>
              <a:gd name="T37" fmla="*/ 852 h 1197"/>
              <a:gd name="T38" fmla="*/ 368 w 436"/>
              <a:gd name="T39" fmla="*/ 960 h 1197"/>
              <a:gd name="T40" fmla="*/ 380 w 436"/>
              <a:gd name="T41" fmla="*/ 1080 h 1197"/>
              <a:gd name="T42" fmla="*/ 416 w 436"/>
              <a:gd name="T43" fmla="*/ 1176 h 1197"/>
              <a:gd name="T44" fmla="*/ 364 w 436"/>
              <a:gd name="T45" fmla="*/ 1184 h 1197"/>
              <a:gd name="T46" fmla="*/ 320 w 436"/>
              <a:gd name="T47" fmla="*/ 1128 h 1197"/>
              <a:gd name="T48" fmla="*/ 296 w 436"/>
              <a:gd name="T49" fmla="*/ 1036 h 1197"/>
              <a:gd name="T50" fmla="*/ 280 w 436"/>
              <a:gd name="T51" fmla="*/ 824 h 1197"/>
              <a:gd name="T52" fmla="*/ 256 w 436"/>
              <a:gd name="T53" fmla="*/ 688 h 1197"/>
              <a:gd name="T54" fmla="*/ 199 w 436"/>
              <a:gd name="T55" fmla="*/ 775 h 1197"/>
              <a:gd name="T56" fmla="*/ 179 w 436"/>
              <a:gd name="T57" fmla="*/ 895 h 1197"/>
              <a:gd name="T58" fmla="*/ 184 w 436"/>
              <a:gd name="T59" fmla="*/ 1076 h 1197"/>
              <a:gd name="T60" fmla="*/ 164 w 436"/>
              <a:gd name="T61" fmla="*/ 1148 h 1197"/>
              <a:gd name="T62" fmla="*/ 108 w 436"/>
              <a:gd name="T63" fmla="*/ 1196 h 1197"/>
              <a:gd name="T64" fmla="*/ 108 w 436"/>
              <a:gd name="T65" fmla="*/ 1108 h 1197"/>
              <a:gd name="T66" fmla="*/ 111 w 436"/>
              <a:gd name="T67" fmla="*/ 987 h 1197"/>
              <a:gd name="T68" fmla="*/ 108 w 436"/>
              <a:gd name="T69" fmla="*/ 888 h 1197"/>
              <a:gd name="T70" fmla="*/ 112 w 436"/>
              <a:gd name="T71" fmla="*/ 804 h 1197"/>
              <a:gd name="T72" fmla="*/ 108 w 436"/>
              <a:gd name="T73" fmla="*/ 700 h 1197"/>
              <a:gd name="T74" fmla="*/ 95 w 436"/>
              <a:gd name="T75" fmla="*/ 559 h 1197"/>
              <a:gd name="T76" fmla="*/ 111 w 436"/>
              <a:gd name="T77" fmla="*/ 491 h 1197"/>
              <a:gd name="T78" fmla="*/ 107 w 436"/>
              <a:gd name="T79" fmla="*/ 427 h 1197"/>
              <a:gd name="T80" fmla="*/ 107 w 436"/>
              <a:gd name="T81" fmla="*/ 359 h 1197"/>
              <a:gd name="T82" fmla="*/ 87 w 436"/>
              <a:gd name="T83" fmla="*/ 359 h 1197"/>
              <a:gd name="T84" fmla="*/ 72 w 436"/>
              <a:gd name="T85" fmla="*/ 432 h 1197"/>
              <a:gd name="T86" fmla="*/ 72 w 436"/>
              <a:gd name="T87" fmla="*/ 516 h 1197"/>
              <a:gd name="T88" fmla="*/ 100 w 436"/>
              <a:gd name="T89" fmla="*/ 608 h 1197"/>
              <a:gd name="T90" fmla="*/ 19 w 436"/>
              <a:gd name="T91" fmla="*/ 571 h 1197"/>
              <a:gd name="T92" fmla="*/ 0 w 436"/>
              <a:gd name="T93" fmla="*/ 468 h 1197"/>
              <a:gd name="T94" fmla="*/ 15 w 436"/>
              <a:gd name="T95" fmla="*/ 383 h 1197"/>
              <a:gd name="T96" fmla="*/ 26 w 436"/>
              <a:gd name="T97" fmla="*/ 301 h 1197"/>
              <a:gd name="T98" fmla="*/ 48 w 436"/>
              <a:gd name="T99" fmla="*/ 224 h 1197"/>
              <a:gd name="T100" fmla="*/ 104 w 436"/>
              <a:gd name="T101" fmla="*/ 208 h 1197"/>
              <a:gd name="T102" fmla="*/ 172 w 436"/>
              <a:gd name="T103" fmla="*/ 188 h 1197"/>
              <a:gd name="T104" fmla="*/ 170 w 436"/>
              <a:gd name="T105" fmla="*/ 149 h 1197"/>
              <a:gd name="T106" fmla="*/ 158 w 436"/>
              <a:gd name="T107" fmla="*/ 97 h 1197"/>
              <a:gd name="T108" fmla="*/ 170 w 436"/>
              <a:gd name="T109" fmla="*/ 9 h 1197"/>
              <a:gd name="T110" fmla="*/ 260 w 436"/>
              <a:gd name="T111" fmla="*/ 12 h 1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36" h="1197">
                <a:moveTo>
                  <a:pt x="280" y="28"/>
                </a:moveTo>
                <a:lnTo>
                  <a:pt x="282" y="77"/>
                </a:lnTo>
                <a:lnTo>
                  <a:pt x="278" y="121"/>
                </a:lnTo>
                <a:lnTo>
                  <a:pt x="258" y="153"/>
                </a:lnTo>
                <a:lnTo>
                  <a:pt x="258" y="185"/>
                </a:lnTo>
                <a:lnTo>
                  <a:pt x="288" y="196"/>
                </a:lnTo>
                <a:lnTo>
                  <a:pt x="328" y="204"/>
                </a:lnTo>
                <a:lnTo>
                  <a:pt x="352" y="216"/>
                </a:lnTo>
                <a:lnTo>
                  <a:pt x="382" y="229"/>
                </a:lnTo>
                <a:lnTo>
                  <a:pt x="402" y="245"/>
                </a:lnTo>
                <a:lnTo>
                  <a:pt x="410" y="281"/>
                </a:lnTo>
                <a:lnTo>
                  <a:pt x="422" y="329"/>
                </a:lnTo>
                <a:lnTo>
                  <a:pt x="426" y="373"/>
                </a:lnTo>
                <a:lnTo>
                  <a:pt x="431" y="423"/>
                </a:lnTo>
                <a:lnTo>
                  <a:pt x="428" y="456"/>
                </a:lnTo>
                <a:lnTo>
                  <a:pt x="435" y="499"/>
                </a:lnTo>
                <a:lnTo>
                  <a:pt x="426" y="541"/>
                </a:lnTo>
                <a:lnTo>
                  <a:pt x="408" y="584"/>
                </a:lnTo>
                <a:lnTo>
                  <a:pt x="384" y="616"/>
                </a:lnTo>
                <a:lnTo>
                  <a:pt x="348" y="616"/>
                </a:lnTo>
                <a:lnTo>
                  <a:pt x="352" y="560"/>
                </a:lnTo>
                <a:lnTo>
                  <a:pt x="372" y="520"/>
                </a:lnTo>
                <a:lnTo>
                  <a:pt x="380" y="476"/>
                </a:lnTo>
                <a:lnTo>
                  <a:pt x="378" y="449"/>
                </a:lnTo>
                <a:lnTo>
                  <a:pt x="366" y="393"/>
                </a:lnTo>
                <a:lnTo>
                  <a:pt x="355" y="331"/>
                </a:lnTo>
                <a:lnTo>
                  <a:pt x="335" y="383"/>
                </a:lnTo>
                <a:lnTo>
                  <a:pt x="331" y="419"/>
                </a:lnTo>
                <a:lnTo>
                  <a:pt x="323" y="455"/>
                </a:lnTo>
                <a:lnTo>
                  <a:pt x="331" y="495"/>
                </a:lnTo>
                <a:lnTo>
                  <a:pt x="335" y="532"/>
                </a:lnTo>
                <a:lnTo>
                  <a:pt x="343" y="591"/>
                </a:lnTo>
                <a:lnTo>
                  <a:pt x="347" y="624"/>
                </a:lnTo>
                <a:lnTo>
                  <a:pt x="351" y="668"/>
                </a:lnTo>
                <a:lnTo>
                  <a:pt x="348" y="712"/>
                </a:lnTo>
                <a:lnTo>
                  <a:pt x="346" y="753"/>
                </a:lnTo>
                <a:lnTo>
                  <a:pt x="346" y="797"/>
                </a:lnTo>
                <a:lnTo>
                  <a:pt x="348" y="852"/>
                </a:lnTo>
                <a:lnTo>
                  <a:pt x="356" y="896"/>
                </a:lnTo>
                <a:lnTo>
                  <a:pt x="368" y="960"/>
                </a:lnTo>
                <a:lnTo>
                  <a:pt x="376" y="1016"/>
                </a:lnTo>
                <a:lnTo>
                  <a:pt x="380" y="1080"/>
                </a:lnTo>
                <a:lnTo>
                  <a:pt x="388" y="1124"/>
                </a:lnTo>
                <a:lnTo>
                  <a:pt x="416" y="1176"/>
                </a:lnTo>
                <a:lnTo>
                  <a:pt x="399" y="1191"/>
                </a:lnTo>
                <a:lnTo>
                  <a:pt x="364" y="1184"/>
                </a:lnTo>
                <a:lnTo>
                  <a:pt x="344" y="1144"/>
                </a:lnTo>
                <a:lnTo>
                  <a:pt x="320" y="1128"/>
                </a:lnTo>
                <a:lnTo>
                  <a:pt x="304" y="1084"/>
                </a:lnTo>
                <a:lnTo>
                  <a:pt x="296" y="1036"/>
                </a:lnTo>
                <a:lnTo>
                  <a:pt x="288" y="904"/>
                </a:lnTo>
                <a:lnTo>
                  <a:pt x="280" y="824"/>
                </a:lnTo>
                <a:lnTo>
                  <a:pt x="271" y="759"/>
                </a:lnTo>
                <a:lnTo>
                  <a:pt x="256" y="688"/>
                </a:lnTo>
                <a:lnTo>
                  <a:pt x="208" y="688"/>
                </a:lnTo>
                <a:lnTo>
                  <a:pt x="199" y="775"/>
                </a:lnTo>
                <a:lnTo>
                  <a:pt x="191" y="839"/>
                </a:lnTo>
                <a:lnTo>
                  <a:pt x="179" y="895"/>
                </a:lnTo>
                <a:lnTo>
                  <a:pt x="180" y="992"/>
                </a:lnTo>
                <a:lnTo>
                  <a:pt x="184" y="1076"/>
                </a:lnTo>
                <a:lnTo>
                  <a:pt x="160" y="1104"/>
                </a:lnTo>
                <a:lnTo>
                  <a:pt x="164" y="1148"/>
                </a:lnTo>
                <a:lnTo>
                  <a:pt x="136" y="1184"/>
                </a:lnTo>
                <a:lnTo>
                  <a:pt x="108" y="1196"/>
                </a:lnTo>
                <a:lnTo>
                  <a:pt x="92" y="1164"/>
                </a:lnTo>
                <a:lnTo>
                  <a:pt x="108" y="1108"/>
                </a:lnTo>
                <a:lnTo>
                  <a:pt x="107" y="1047"/>
                </a:lnTo>
                <a:lnTo>
                  <a:pt x="111" y="987"/>
                </a:lnTo>
                <a:lnTo>
                  <a:pt x="107" y="923"/>
                </a:lnTo>
                <a:lnTo>
                  <a:pt x="108" y="888"/>
                </a:lnTo>
                <a:lnTo>
                  <a:pt x="112" y="844"/>
                </a:lnTo>
                <a:lnTo>
                  <a:pt x="112" y="804"/>
                </a:lnTo>
                <a:lnTo>
                  <a:pt x="112" y="748"/>
                </a:lnTo>
                <a:lnTo>
                  <a:pt x="108" y="700"/>
                </a:lnTo>
                <a:lnTo>
                  <a:pt x="108" y="648"/>
                </a:lnTo>
                <a:lnTo>
                  <a:pt x="95" y="559"/>
                </a:lnTo>
                <a:lnTo>
                  <a:pt x="107" y="527"/>
                </a:lnTo>
                <a:lnTo>
                  <a:pt x="111" y="491"/>
                </a:lnTo>
                <a:lnTo>
                  <a:pt x="103" y="459"/>
                </a:lnTo>
                <a:lnTo>
                  <a:pt x="107" y="427"/>
                </a:lnTo>
                <a:lnTo>
                  <a:pt x="107" y="395"/>
                </a:lnTo>
                <a:lnTo>
                  <a:pt x="107" y="359"/>
                </a:lnTo>
                <a:lnTo>
                  <a:pt x="95" y="327"/>
                </a:lnTo>
                <a:lnTo>
                  <a:pt x="87" y="359"/>
                </a:lnTo>
                <a:lnTo>
                  <a:pt x="87" y="396"/>
                </a:lnTo>
                <a:lnTo>
                  <a:pt x="72" y="432"/>
                </a:lnTo>
                <a:lnTo>
                  <a:pt x="71" y="475"/>
                </a:lnTo>
                <a:lnTo>
                  <a:pt x="72" y="516"/>
                </a:lnTo>
                <a:lnTo>
                  <a:pt x="76" y="564"/>
                </a:lnTo>
                <a:lnTo>
                  <a:pt x="100" y="608"/>
                </a:lnTo>
                <a:lnTo>
                  <a:pt x="56" y="628"/>
                </a:lnTo>
                <a:lnTo>
                  <a:pt x="19" y="571"/>
                </a:lnTo>
                <a:lnTo>
                  <a:pt x="8" y="528"/>
                </a:lnTo>
                <a:lnTo>
                  <a:pt x="0" y="468"/>
                </a:lnTo>
                <a:lnTo>
                  <a:pt x="7" y="419"/>
                </a:lnTo>
                <a:lnTo>
                  <a:pt x="15" y="383"/>
                </a:lnTo>
                <a:lnTo>
                  <a:pt x="23" y="347"/>
                </a:lnTo>
                <a:lnTo>
                  <a:pt x="26" y="301"/>
                </a:lnTo>
                <a:lnTo>
                  <a:pt x="30" y="261"/>
                </a:lnTo>
                <a:lnTo>
                  <a:pt x="48" y="224"/>
                </a:lnTo>
                <a:lnTo>
                  <a:pt x="76" y="216"/>
                </a:lnTo>
                <a:lnTo>
                  <a:pt x="104" y="208"/>
                </a:lnTo>
                <a:lnTo>
                  <a:pt x="140" y="204"/>
                </a:lnTo>
                <a:lnTo>
                  <a:pt x="172" y="188"/>
                </a:lnTo>
                <a:lnTo>
                  <a:pt x="184" y="164"/>
                </a:lnTo>
                <a:lnTo>
                  <a:pt x="170" y="149"/>
                </a:lnTo>
                <a:lnTo>
                  <a:pt x="158" y="121"/>
                </a:lnTo>
                <a:lnTo>
                  <a:pt x="158" y="97"/>
                </a:lnTo>
                <a:lnTo>
                  <a:pt x="166" y="53"/>
                </a:lnTo>
                <a:lnTo>
                  <a:pt x="170" y="9"/>
                </a:lnTo>
                <a:lnTo>
                  <a:pt x="220" y="0"/>
                </a:lnTo>
                <a:lnTo>
                  <a:pt x="260" y="12"/>
                </a:lnTo>
                <a:lnTo>
                  <a:pt x="280" y="2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pic>
        <p:nvPicPr>
          <p:cNvPr id="368795" name="Picture 155">
            <a:extLst>
              <a:ext uri="{FF2B5EF4-FFF2-40B4-BE49-F238E27FC236}">
                <a16:creationId xmlns:a16="http://schemas.microsoft.com/office/drawing/2014/main" id="{BA9B9BAB-0828-315E-636F-E2DFE47337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05138" y="3938588"/>
            <a:ext cx="677862" cy="908050"/>
          </a:xfrm>
          <a:prstGeom prst="rect">
            <a:avLst/>
          </a:prstGeom>
          <a:noFill/>
          <a:extLst>
            <a:ext uri="{909E8E84-426E-40DD-AFC4-6F175D3DCCD1}">
              <a14:hiddenFill xmlns:a14="http://schemas.microsoft.com/office/drawing/2010/main">
                <a:solidFill>
                  <a:srgbClr val="FFFFFF"/>
                </a:solidFill>
              </a14:hiddenFill>
            </a:ext>
          </a:extLst>
        </p:spPr>
      </p:pic>
      <p:sp>
        <p:nvSpPr>
          <p:cNvPr id="368796" name="AutoShape 156">
            <a:extLst>
              <a:ext uri="{FF2B5EF4-FFF2-40B4-BE49-F238E27FC236}">
                <a16:creationId xmlns:a16="http://schemas.microsoft.com/office/drawing/2014/main" id="{A45C3281-C9AA-571C-0CF7-1222571AE106}"/>
              </a:ext>
            </a:extLst>
          </p:cNvPr>
          <p:cNvSpPr>
            <a:spLocks noChangeArrowheads="1"/>
          </p:cNvSpPr>
          <p:nvPr/>
        </p:nvSpPr>
        <p:spPr bwMode="auto">
          <a:xfrm>
            <a:off x="1782763" y="4006850"/>
            <a:ext cx="866775" cy="728663"/>
          </a:xfrm>
          <a:prstGeom prst="star16">
            <a:avLst>
              <a:gd name="adj" fmla="val 37500"/>
            </a:avLst>
          </a:prstGeom>
          <a:solidFill>
            <a:srgbClr val="FF00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000">
                <a:solidFill>
                  <a:schemeClr val="bg1"/>
                </a:solidFill>
                <a:latin typeface="Times New Roman" panose="02020603050405020304" pitchFamily="18" charset="0"/>
              </a:rPr>
              <a:t>Mua</a:t>
            </a:r>
          </a:p>
        </p:txBody>
      </p:sp>
      <p:sp>
        <p:nvSpPr>
          <p:cNvPr id="368731" name="AutoShape 91">
            <a:extLst>
              <a:ext uri="{FF2B5EF4-FFF2-40B4-BE49-F238E27FC236}">
                <a16:creationId xmlns:a16="http://schemas.microsoft.com/office/drawing/2014/main" id="{4D60A32D-0690-5055-A16F-C6728119CFB6}"/>
              </a:ext>
            </a:extLst>
          </p:cNvPr>
          <p:cNvSpPr>
            <a:spLocks noChangeArrowheads="1"/>
          </p:cNvSpPr>
          <p:nvPr/>
        </p:nvSpPr>
        <p:spPr bwMode="auto">
          <a:xfrm>
            <a:off x="1809750" y="2562225"/>
            <a:ext cx="866775" cy="728663"/>
          </a:xfrm>
          <a:prstGeom prst="star16">
            <a:avLst>
              <a:gd name="adj" fmla="val 37500"/>
            </a:avLst>
          </a:prstGeom>
          <a:solidFill>
            <a:srgbClr val="FF00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000">
                <a:solidFill>
                  <a:schemeClr val="bg1"/>
                </a:solidFill>
                <a:latin typeface="Times New Roman" panose="02020603050405020304" pitchFamily="18" charset="0"/>
              </a:rPr>
              <a:t>Mua</a:t>
            </a:r>
          </a:p>
        </p:txBody>
      </p:sp>
      <p:sp>
        <p:nvSpPr>
          <p:cNvPr id="368799" name="Line 159">
            <a:extLst>
              <a:ext uri="{FF2B5EF4-FFF2-40B4-BE49-F238E27FC236}">
                <a16:creationId xmlns:a16="http://schemas.microsoft.com/office/drawing/2014/main" id="{0292F1CF-3B09-E6C4-C195-CD6096114A9D}"/>
              </a:ext>
            </a:extLst>
          </p:cNvPr>
          <p:cNvSpPr>
            <a:spLocks noChangeShapeType="1"/>
          </p:cNvSpPr>
          <p:nvPr/>
        </p:nvSpPr>
        <p:spPr bwMode="auto">
          <a:xfrm>
            <a:off x="1731963" y="3348038"/>
            <a:ext cx="1244600" cy="0"/>
          </a:xfrm>
          <a:prstGeom prst="line">
            <a:avLst/>
          </a:prstGeom>
          <a:noFill/>
          <a:ln w="381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800" name="Line 160">
            <a:extLst>
              <a:ext uri="{FF2B5EF4-FFF2-40B4-BE49-F238E27FC236}">
                <a16:creationId xmlns:a16="http://schemas.microsoft.com/office/drawing/2014/main" id="{D4AF7ED1-8F23-0F5A-6608-471D87E17035}"/>
              </a:ext>
            </a:extLst>
          </p:cNvPr>
          <p:cNvSpPr>
            <a:spLocks noChangeShapeType="1"/>
          </p:cNvSpPr>
          <p:nvPr/>
        </p:nvSpPr>
        <p:spPr bwMode="auto">
          <a:xfrm>
            <a:off x="1719263" y="4849813"/>
            <a:ext cx="1244600" cy="0"/>
          </a:xfrm>
          <a:prstGeom prst="line">
            <a:avLst/>
          </a:prstGeom>
          <a:noFill/>
          <a:ln w="381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DDBC654-3EA0-7E82-7E84-FE5F084935DD}"/>
              </a:ext>
            </a:extLst>
          </p:cNvPr>
          <p:cNvSpPr>
            <a:spLocks noGrp="1"/>
          </p:cNvSpPr>
          <p:nvPr>
            <p:ph type="sldNum" sz="quarter" idx="10"/>
          </p:nvPr>
        </p:nvSpPr>
        <p:spPr/>
        <p:txBody>
          <a:bodyPr/>
          <a:lstStyle/>
          <a:p>
            <a:fld id="{D44ED889-E7D9-4EAF-A04E-63DC708B93E7}" type="slidenum">
              <a:rPr lang="en-US" altLang="ja-JP"/>
              <a:pPr/>
              <a:t>4</a:t>
            </a:fld>
            <a:endParaRPr lang="en-US" altLang="ja-JP"/>
          </a:p>
        </p:txBody>
      </p:sp>
      <p:sp>
        <p:nvSpPr>
          <p:cNvPr id="378882" name="Rectangle 2">
            <a:extLst>
              <a:ext uri="{FF2B5EF4-FFF2-40B4-BE49-F238E27FC236}">
                <a16:creationId xmlns:a16="http://schemas.microsoft.com/office/drawing/2014/main" id="{FE428044-B513-3AB9-D92A-756AE7B81EE4}"/>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78883" name="Rectangle 3">
            <a:extLst>
              <a:ext uri="{FF2B5EF4-FFF2-40B4-BE49-F238E27FC236}">
                <a16:creationId xmlns:a16="http://schemas.microsoft.com/office/drawing/2014/main" id="{1AFE6848-ECFE-0924-856D-F451C51C68E8}"/>
              </a:ext>
            </a:extLst>
          </p:cNvPr>
          <p:cNvSpPr>
            <a:spLocks noGrp="1" noChangeArrowheads="1"/>
          </p:cNvSpPr>
          <p:nvPr>
            <p:ph type="body" sz="half" idx="1"/>
          </p:nvPr>
        </p:nvSpPr>
        <p:spPr>
          <a:xfrm>
            <a:off x="344488" y="1143001"/>
            <a:ext cx="9180512" cy="5557837"/>
          </a:xfrm>
        </p:spPr>
        <p:txBody>
          <a:bodyPr>
            <a:normAutofit/>
          </a:bodyPr>
          <a:lstStyle/>
          <a:p>
            <a:pPr marL="0" indent="0" algn="just"/>
            <a:r>
              <a:rPr lang="ja-JP" altLang="en-US" sz="2000" dirty="0">
                <a:latin typeface="Arial" panose="020B0604020202020204" pitchFamily="34" charset="0"/>
              </a:rPr>
              <a:t>　</a:t>
            </a:r>
            <a:r>
              <a:rPr lang="en-US" altLang="ja-JP" sz="2000" dirty="0" err="1">
                <a:latin typeface="Arial" panose="020B0604020202020204" pitchFamily="34" charset="0"/>
              </a:rPr>
              <a:t>Tương</a:t>
            </a:r>
            <a:r>
              <a:rPr lang="en-US" altLang="ja-JP" sz="2000" dirty="0">
                <a:latin typeface="Arial" panose="020B0604020202020204" pitchFamily="34" charset="0"/>
              </a:rPr>
              <a:t> </a:t>
            </a:r>
            <a:r>
              <a:rPr lang="en-US" altLang="ja-JP" sz="2000" dirty="0" err="1">
                <a:latin typeface="Arial" panose="020B0604020202020204" pitchFamily="34" charset="0"/>
              </a:rPr>
              <a:t>tự</a:t>
            </a:r>
            <a:r>
              <a:rPr lang="en-US" altLang="ja-JP" sz="2000" dirty="0">
                <a:latin typeface="Arial" panose="020B0604020202020204" pitchFamily="34" charset="0"/>
              </a:rPr>
              <a:t> </a:t>
            </a:r>
            <a:r>
              <a:rPr lang="en-US" altLang="ja-JP" sz="2000" dirty="0" err="1">
                <a:latin typeface="Arial" panose="020B0604020202020204" pitchFamily="34" charset="0"/>
              </a:rPr>
              <a:t>với</a:t>
            </a:r>
            <a:r>
              <a:rPr lang="en-US" altLang="ja-JP" sz="2000" dirty="0">
                <a:latin typeface="Arial" panose="020B0604020202020204" pitchFamily="34" charset="0"/>
              </a:rPr>
              <a:t> </a:t>
            </a:r>
            <a:r>
              <a:rPr lang="en-US" altLang="ja-JP" sz="2000" dirty="0" err="1">
                <a:latin typeface="Arial" panose="020B0604020202020204" pitchFamily="34" charset="0"/>
              </a:rPr>
              <a:t>thế</a:t>
            </a:r>
            <a:r>
              <a:rPr lang="en-US" altLang="ja-JP" sz="2000" dirty="0">
                <a:latin typeface="Arial" panose="020B0604020202020204" pitchFamily="34" charset="0"/>
              </a:rPr>
              <a:t> </a:t>
            </a:r>
            <a:r>
              <a:rPr lang="en-US" altLang="ja-JP" sz="2000" dirty="0" err="1">
                <a:latin typeface="Arial" panose="020B0604020202020204" pitchFamily="34" charset="0"/>
              </a:rPr>
              <a:t>giới</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thực</a:t>
            </a:r>
            <a:r>
              <a:rPr lang="en-US" altLang="ja-JP" sz="2000" dirty="0">
                <a:latin typeface="Arial" panose="020B0604020202020204" pitchFamily="34" charset="0"/>
              </a:rPr>
              <a:t>, </a:t>
            </a:r>
            <a:r>
              <a:rPr lang="en-US" altLang="ja-JP" sz="2000" dirty="0" err="1">
                <a:latin typeface="Arial" panose="020B0604020202020204" pitchFamily="34" charset="0"/>
              </a:rPr>
              <a:t>thế</a:t>
            </a:r>
            <a:r>
              <a:rPr lang="en-US" altLang="ja-JP" sz="2000" dirty="0">
                <a:latin typeface="Arial" panose="020B0604020202020204" pitchFamily="34" charset="0"/>
              </a:rPr>
              <a:t> </a:t>
            </a:r>
            <a:r>
              <a:rPr lang="en-US" altLang="ja-JP" sz="2000" dirty="0" err="1">
                <a:latin typeface="Arial" panose="020B0604020202020204" pitchFamily="34" charset="0"/>
              </a:rPr>
              <a:t>giới</a:t>
            </a:r>
            <a:r>
              <a:rPr lang="en-US" altLang="ja-JP" sz="2000" dirty="0">
                <a:latin typeface="Arial" panose="020B0604020202020204" pitchFamily="34" charset="0"/>
              </a:rPr>
              <a:t> </a:t>
            </a:r>
            <a:r>
              <a:rPr lang="en-US" altLang="ja-JP" sz="2000" dirty="0" err="1">
                <a:latin typeface="Arial" panose="020B0604020202020204" pitchFamily="34" charset="0"/>
              </a:rPr>
              <a:t>của</a:t>
            </a:r>
            <a:r>
              <a:rPr lang="en-US" altLang="ja-JP" sz="2000" dirty="0">
                <a:latin typeface="Arial" panose="020B0604020202020204" pitchFamily="34" charset="0"/>
              </a:rPr>
              <a:t> </a:t>
            </a:r>
            <a:r>
              <a:rPr lang="en-US" altLang="ja-JP" sz="2000" dirty="0" err="1">
                <a:latin typeface="Arial" panose="020B0604020202020204" pitchFamily="34" charset="0"/>
              </a:rPr>
              <a:t>hệ</a:t>
            </a:r>
            <a:r>
              <a:rPr lang="en-US" altLang="ja-JP" sz="2000" dirty="0">
                <a:latin typeface="Arial" panose="020B0604020202020204" pitchFamily="34" charset="0"/>
              </a:rPr>
              <a:t> </a:t>
            </a:r>
            <a:r>
              <a:rPr lang="en-US" altLang="ja-JP" sz="2000" dirty="0" err="1">
                <a:latin typeface="Arial" panose="020B0604020202020204" pitchFamily="34" charset="0"/>
              </a:rPr>
              <a:t>thống</a:t>
            </a:r>
            <a:r>
              <a:rPr lang="en-US" altLang="ja-JP" sz="2000" dirty="0">
                <a:latin typeface="Arial" panose="020B0604020202020204" pitchFamily="34" charset="0"/>
              </a:rPr>
              <a:t> </a:t>
            </a:r>
            <a:r>
              <a:rPr lang="en-US" altLang="ja-JP" sz="2000" dirty="0" err="1">
                <a:latin typeface="Arial" panose="020B0604020202020204" pitchFamily="34" charset="0"/>
              </a:rPr>
              <a:t>thông</a:t>
            </a:r>
            <a:r>
              <a:rPr lang="en-US" altLang="ja-JP" sz="2000" dirty="0">
                <a:latin typeface="Arial" panose="020B0604020202020204" pitchFamily="34" charset="0"/>
              </a:rPr>
              <a:t> tin </a:t>
            </a:r>
            <a:r>
              <a:rPr lang="en-US" altLang="ja-JP" sz="2000" dirty="0" err="1">
                <a:latin typeface="Arial" panose="020B0604020202020204" pitchFamily="34" charset="0"/>
              </a:rPr>
              <a:t>có</a:t>
            </a:r>
            <a:r>
              <a:rPr lang="en-US" altLang="ja-JP" sz="2000" dirty="0">
                <a:latin typeface="Arial" panose="020B0604020202020204" pitchFamily="34" charset="0"/>
              </a:rPr>
              <a:t> </a:t>
            </a:r>
            <a:r>
              <a:rPr lang="en-US" altLang="ja-JP" sz="2000" dirty="0" err="1">
                <a:latin typeface="Arial" panose="020B0604020202020204" pitchFamily="34" charset="0"/>
              </a:rPr>
              <a:t>thể</a:t>
            </a:r>
            <a:r>
              <a:rPr lang="en-US" altLang="ja-JP" sz="2000" dirty="0">
                <a:latin typeface="Arial" panose="020B0604020202020204" pitchFamily="34" charset="0"/>
              </a:rPr>
              <a:t> </a:t>
            </a:r>
            <a:r>
              <a:rPr lang="en-US" altLang="ja-JP" sz="2000" dirty="0" err="1">
                <a:latin typeface="Arial" panose="020B0604020202020204" pitchFamily="34" charset="0"/>
              </a:rPr>
              <a:t>coi</a:t>
            </a:r>
            <a:r>
              <a:rPr lang="en-US" altLang="ja-JP" sz="2000" dirty="0">
                <a:latin typeface="Arial" panose="020B0604020202020204" pitchFamily="34" charset="0"/>
              </a:rPr>
              <a:t> </a:t>
            </a:r>
            <a:r>
              <a:rPr lang="en-US" altLang="ja-JP" sz="2000" dirty="0" err="1">
                <a:latin typeface="Arial" panose="020B0604020202020204" pitchFamily="34" charset="0"/>
              </a:rPr>
              <a:t>bằng</a:t>
            </a:r>
            <a:r>
              <a:rPr lang="en-US" altLang="ja-JP" sz="2000" dirty="0">
                <a:latin typeface="Arial" panose="020B0604020202020204" pitchFamily="34" charset="0"/>
              </a:rPr>
              <a:t> </a:t>
            </a:r>
            <a:r>
              <a:rPr lang="en-US" altLang="ja-JP" sz="2000" dirty="0" err="1">
                <a:latin typeface="Arial" panose="020B0604020202020204" pitchFamily="34" charset="0"/>
              </a:rPr>
              <a:t>khái</a:t>
            </a:r>
            <a:r>
              <a:rPr lang="en-US" altLang="ja-JP" sz="2000" dirty="0">
                <a:latin typeface="Arial" panose="020B0604020202020204" pitchFamily="34" charset="0"/>
              </a:rPr>
              <a:t> </a:t>
            </a:r>
            <a:r>
              <a:rPr lang="en-US" altLang="ja-JP" sz="2000" dirty="0" err="1">
                <a:latin typeface="Arial" panose="020B0604020202020204" pitchFamily="34" charset="0"/>
              </a:rPr>
              <a:t>niệm</a:t>
            </a:r>
            <a:r>
              <a:rPr lang="en-US" altLang="ja-JP" sz="2000" dirty="0">
                <a:latin typeface="Arial" panose="020B0604020202020204" pitchFamily="34" charset="0"/>
              </a:rPr>
              <a:t> </a:t>
            </a:r>
            <a:r>
              <a:rPr lang="en-US" altLang="ja-JP" sz="2000" dirty="0" err="1">
                <a:latin typeface="Arial" panose="020B0604020202020204" pitchFamily="34" charset="0"/>
              </a:rPr>
              <a:t>gọi</a:t>
            </a:r>
            <a:r>
              <a:rPr lang="en-US" altLang="ja-JP" sz="2000" dirty="0">
                <a:latin typeface="Arial" panose="020B0604020202020204" pitchFamily="34" charset="0"/>
              </a:rPr>
              <a:t> </a:t>
            </a:r>
            <a:r>
              <a:rPr lang="en-US" altLang="ja-JP" sz="2000" dirty="0" err="1">
                <a:latin typeface="Arial" panose="020B0604020202020204" pitchFamily="34" charset="0"/>
              </a:rPr>
              <a:t>là</a:t>
            </a:r>
            <a:r>
              <a:rPr lang="en-US" altLang="ja-JP" sz="2000" dirty="0">
                <a:latin typeface="Arial" panose="020B0604020202020204" pitchFamily="34" charset="0"/>
              </a:rPr>
              <a:t> </a:t>
            </a:r>
            <a:r>
              <a:rPr lang="ja-JP" altLang="en-US" sz="2000" dirty="0">
                <a:latin typeface="Arial" panose="020B0604020202020204" pitchFamily="34" charset="0"/>
              </a:rPr>
              <a:t>「</a:t>
            </a:r>
            <a:r>
              <a:rPr lang="en-US" altLang="ja-JP" sz="2000" dirty="0" err="1">
                <a:latin typeface="Arial" panose="020B0604020202020204" pitchFamily="34" charset="0"/>
              </a:rPr>
              <a:t>Sự</a:t>
            </a:r>
            <a:r>
              <a:rPr lang="en-US" altLang="ja-JP" sz="2000" dirty="0">
                <a:latin typeface="Arial" panose="020B0604020202020204" pitchFamily="34" charset="0"/>
              </a:rPr>
              <a:t> </a:t>
            </a:r>
            <a:r>
              <a:rPr lang="en-US" altLang="ja-JP" sz="2000" dirty="0" err="1">
                <a:latin typeface="Arial" panose="020B0604020202020204" pitchFamily="34" charset="0"/>
              </a:rPr>
              <a:t>vật</a:t>
            </a:r>
            <a:r>
              <a:rPr lang="ja-JP" altLang="en-US" sz="2000" dirty="0">
                <a:latin typeface="Arial" panose="020B0604020202020204" pitchFamily="34" charset="0"/>
              </a:rPr>
              <a:t>」 </a:t>
            </a:r>
            <a:r>
              <a:rPr lang="en-US" altLang="ja-JP" sz="2000" dirty="0" err="1">
                <a:latin typeface="Arial" panose="020B0604020202020204" pitchFamily="34" charset="0"/>
              </a:rPr>
              <a:t>và</a:t>
            </a:r>
            <a:r>
              <a:rPr lang="en-US" altLang="ja-JP" sz="2000" dirty="0">
                <a:latin typeface="Arial" panose="020B0604020202020204" pitchFamily="34" charset="0"/>
              </a:rPr>
              <a:t> </a:t>
            </a:r>
            <a:r>
              <a:rPr lang="ja-JP" altLang="en-US" sz="2000" dirty="0">
                <a:latin typeface="Arial" panose="020B0604020202020204" pitchFamily="34" charset="0"/>
              </a:rPr>
              <a:t>「</a:t>
            </a:r>
            <a:r>
              <a:rPr lang="en-US" altLang="ja-JP" sz="2000" dirty="0" err="1">
                <a:latin typeface="Arial" panose="020B0604020202020204" pitchFamily="34" charset="0"/>
              </a:rPr>
              <a:t>Hoạt</a:t>
            </a:r>
            <a:r>
              <a:rPr lang="en-US" altLang="ja-JP" sz="2000" dirty="0">
                <a:latin typeface="Arial" panose="020B0604020202020204" pitchFamily="34" charset="0"/>
              </a:rPr>
              <a:t> </a:t>
            </a:r>
            <a:r>
              <a:rPr lang="en-US" altLang="ja-JP" sz="2000" dirty="0" err="1">
                <a:latin typeface="Arial" panose="020B0604020202020204" pitchFamily="34" charset="0"/>
              </a:rPr>
              <a:t>động</a:t>
            </a:r>
            <a:r>
              <a:rPr lang="ja-JP" altLang="en-US" sz="2000" dirty="0">
                <a:latin typeface="Arial" panose="020B0604020202020204" pitchFamily="34" charset="0"/>
              </a:rPr>
              <a:t>」</a:t>
            </a:r>
            <a:r>
              <a:rPr lang="en-US" altLang="ja-JP" sz="2000" dirty="0">
                <a:latin typeface="Arial" panose="020B0604020202020204" pitchFamily="34" charset="0"/>
              </a:rPr>
              <a:t>.</a:t>
            </a:r>
          </a:p>
          <a:p>
            <a:pPr marL="0" indent="0" algn="just"/>
            <a:r>
              <a:rPr lang="ja-JP" altLang="en-US" sz="2000" dirty="0">
                <a:latin typeface="Arial" panose="020B0604020202020204" pitchFamily="34" charset="0"/>
              </a:rPr>
              <a:t>　</a:t>
            </a:r>
            <a:r>
              <a:rPr lang="en-US" altLang="ja-JP" sz="2000" dirty="0" err="1">
                <a:latin typeface="Arial" panose="020B0604020202020204" pitchFamily="34" charset="0"/>
              </a:rPr>
              <a:t>Tập</a:t>
            </a:r>
            <a:r>
              <a:rPr lang="en-US" altLang="ja-JP" sz="2000" dirty="0">
                <a:latin typeface="Arial" panose="020B0604020202020204" pitchFamily="34" charset="0"/>
              </a:rPr>
              <a:t> </a:t>
            </a:r>
            <a:r>
              <a:rPr lang="en-US" altLang="ja-JP" sz="2000" dirty="0" err="1">
                <a:latin typeface="Arial" panose="020B0604020202020204" pitchFamily="34" charset="0"/>
              </a:rPr>
              <a:t>trung</a:t>
            </a:r>
            <a:r>
              <a:rPr lang="en-US" altLang="ja-JP" sz="2000" dirty="0">
                <a:latin typeface="Arial" panose="020B0604020202020204" pitchFamily="34" charset="0"/>
              </a:rPr>
              <a:t> </a:t>
            </a:r>
            <a:r>
              <a:rPr lang="en-US" altLang="ja-JP" sz="2000" dirty="0" err="1">
                <a:latin typeface="Arial" panose="020B0604020202020204" pitchFamily="34" charset="0"/>
              </a:rPr>
              <a:t>vào</a:t>
            </a:r>
            <a:r>
              <a:rPr lang="en-US" altLang="ja-JP" sz="2000" dirty="0">
                <a:latin typeface="Arial" panose="020B0604020202020204" pitchFamily="34" charset="0"/>
              </a:rPr>
              <a:t> </a:t>
            </a:r>
            <a:r>
              <a:rPr lang="en-US" altLang="ja-JP" sz="2000" dirty="0" err="1">
                <a:latin typeface="Arial" panose="020B0604020202020204" pitchFamily="34" charset="0"/>
              </a:rPr>
              <a:t>cách</a:t>
            </a:r>
            <a:r>
              <a:rPr lang="en-US" altLang="ja-JP" sz="2000" dirty="0">
                <a:latin typeface="Arial" panose="020B0604020202020204" pitchFamily="34" charset="0"/>
              </a:rPr>
              <a:t> </a:t>
            </a:r>
            <a:r>
              <a:rPr lang="en-US" altLang="ja-JP" sz="2000" dirty="0" err="1">
                <a:latin typeface="Arial" panose="020B0604020202020204" pitchFamily="34" charset="0"/>
              </a:rPr>
              <a:t>thức</a:t>
            </a:r>
            <a:r>
              <a:rPr lang="en-US" altLang="ja-JP" sz="2000" dirty="0">
                <a:latin typeface="Arial" panose="020B0604020202020204" pitchFamily="34" charset="0"/>
              </a:rPr>
              <a:t> </a:t>
            </a:r>
            <a:r>
              <a:rPr lang="en-US" altLang="ja-JP" sz="2000" dirty="0" err="1">
                <a:latin typeface="Arial" panose="020B0604020202020204" pitchFamily="34" charset="0"/>
              </a:rPr>
              <a:t>tồn</a:t>
            </a:r>
            <a:r>
              <a:rPr lang="en-US" altLang="ja-JP" sz="2000" dirty="0">
                <a:latin typeface="Arial" panose="020B0604020202020204" pitchFamily="34" charset="0"/>
              </a:rPr>
              <a:t> </a:t>
            </a:r>
            <a:r>
              <a:rPr lang="en-US" altLang="ja-JP" sz="2000" dirty="0" err="1">
                <a:latin typeface="Arial" panose="020B0604020202020204" pitchFamily="34" charset="0"/>
              </a:rPr>
              <a:t>tại</a:t>
            </a:r>
            <a:r>
              <a:rPr lang="en-US" altLang="ja-JP" sz="2000" dirty="0">
                <a:latin typeface="Arial" panose="020B0604020202020204" pitchFamily="34" charset="0"/>
              </a:rPr>
              <a:t> </a:t>
            </a:r>
            <a:r>
              <a:rPr lang="en-US" altLang="ja-JP" sz="2000" dirty="0" err="1">
                <a:latin typeface="Arial" panose="020B0604020202020204" pitchFamily="34" charset="0"/>
              </a:rPr>
              <a:t>của</a:t>
            </a:r>
            <a:r>
              <a:rPr lang="en-US" altLang="ja-JP" sz="2000" dirty="0">
                <a:latin typeface="Arial" panose="020B0604020202020204" pitchFamily="34" charset="0"/>
              </a:rPr>
              <a:t> </a:t>
            </a:r>
            <a:r>
              <a:rPr lang="en-US" altLang="ja-JP" sz="2000" dirty="0" err="1">
                <a:latin typeface="Arial" panose="020B0604020202020204" pitchFamily="34" charset="0"/>
              </a:rPr>
              <a:t>sự</a:t>
            </a:r>
            <a:r>
              <a:rPr lang="en-US" altLang="ja-JP" sz="2000" dirty="0">
                <a:latin typeface="Arial" panose="020B0604020202020204" pitchFamily="34" charset="0"/>
              </a:rPr>
              <a:t> </a:t>
            </a:r>
            <a:r>
              <a:rPr lang="en-US" altLang="ja-JP" sz="2000" dirty="0" err="1">
                <a:latin typeface="Arial" panose="020B0604020202020204" pitchFamily="34" charset="0"/>
              </a:rPr>
              <a:t>vật</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va</a:t>
            </a:r>
            <a:r>
              <a:rPr lang="en-US" altLang="ja-JP" sz="2000" dirty="0">
                <a:latin typeface="Arial" panose="020B0604020202020204" pitchFamily="34" charset="0"/>
              </a:rPr>
              <a:t>̀ </a:t>
            </a:r>
            <a:r>
              <a:rPr lang="en-US" altLang="ja-JP" sz="2000" dirty="0" err="1">
                <a:latin typeface="Arial" panose="020B0604020202020204" pitchFamily="34" charset="0"/>
              </a:rPr>
              <a:t>coi</a:t>
            </a:r>
            <a:r>
              <a:rPr lang="en-US" altLang="ja-JP" sz="2000" dirty="0">
                <a:latin typeface="Arial" panose="020B0604020202020204" pitchFamily="34" charset="0"/>
              </a:rPr>
              <a:t> </a:t>
            </a:r>
            <a:r>
              <a:rPr lang="en-US" altLang="ja-JP" sz="2000" dirty="0" err="1">
                <a:latin typeface="Arial" panose="020B0604020202020204" pitchFamily="34" charset="0"/>
              </a:rPr>
              <a:t>thê</a:t>
            </a:r>
            <a:r>
              <a:rPr lang="en-US" altLang="ja-JP" sz="2000" dirty="0">
                <a:latin typeface="Arial" panose="020B0604020202020204" pitchFamily="34" charset="0"/>
              </a:rPr>
              <a:t>́ </a:t>
            </a:r>
            <a:r>
              <a:rPr lang="en-US" altLang="ja-JP" sz="2000" dirty="0" err="1">
                <a:latin typeface="Arial" panose="020B0604020202020204" pitchFamily="34" charset="0"/>
              </a:rPr>
              <a:t>giới</a:t>
            </a:r>
            <a:r>
              <a:rPr lang="en-US" altLang="ja-JP" sz="2000" dirty="0">
                <a:latin typeface="Arial" panose="020B0604020202020204" pitchFamily="34" charset="0"/>
              </a:rPr>
              <a:t> </a:t>
            </a:r>
            <a:r>
              <a:rPr lang="en-US" altLang="ja-JP" sz="2000" dirty="0" err="1">
                <a:latin typeface="Arial" panose="020B0604020202020204" pitchFamily="34" charset="0"/>
              </a:rPr>
              <a:t>thực</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là</a:t>
            </a:r>
            <a:r>
              <a:rPr lang="en-US" altLang="ja-JP" sz="2000" dirty="0">
                <a:latin typeface="Arial" panose="020B0604020202020204" pitchFamily="34" charset="0"/>
              </a:rPr>
              <a:t> </a:t>
            </a:r>
            <a:r>
              <a:rPr lang="en-US" altLang="ja-JP" sz="2000" dirty="0" err="1">
                <a:latin typeface="Arial" panose="020B0604020202020204" pitchFamily="34" charset="0"/>
              </a:rPr>
              <a:t>tập</a:t>
            </a:r>
            <a:r>
              <a:rPr lang="en-US" altLang="ja-JP" sz="2000" dirty="0">
                <a:latin typeface="Arial" panose="020B0604020202020204" pitchFamily="34" charset="0"/>
              </a:rPr>
              <a:t> </a:t>
            </a:r>
            <a:r>
              <a:rPr lang="en-US" altLang="ja-JP" sz="2000" dirty="0" err="1">
                <a:latin typeface="Arial" panose="020B0604020202020204" pitchFamily="34" charset="0"/>
              </a:rPr>
              <a:t>hợp</a:t>
            </a:r>
            <a:r>
              <a:rPr lang="en-US" altLang="ja-JP" sz="2000" dirty="0">
                <a:latin typeface="Arial" panose="020B0604020202020204" pitchFamily="34" charset="0"/>
              </a:rPr>
              <a:t> </a:t>
            </a:r>
            <a:r>
              <a:rPr lang="en-US" altLang="ja-JP" sz="2000" dirty="0" err="1">
                <a:latin typeface="Arial" panose="020B0604020202020204" pitchFamily="34" charset="0"/>
              </a:rPr>
              <a:t>của</a:t>
            </a:r>
            <a:r>
              <a:rPr lang="en-US" altLang="ja-JP" sz="2000" dirty="0">
                <a:latin typeface="Arial" panose="020B0604020202020204" pitchFamily="34" charset="0"/>
              </a:rPr>
              <a:t> </a:t>
            </a:r>
            <a:r>
              <a:rPr lang="en-US" altLang="ja-JP" sz="2000" dirty="0" err="1">
                <a:latin typeface="Arial" panose="020B0604020202020204" pitchFamily="34" charset="0"/>
              </a:rPr>
              <a:t>các</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đê</a:t>
            </a:r>
            <a:r>
              <a:rPr lang="en-US" altLang="ja-JP" sz="2000" dirty="0">
                <a:latin typeface="Arial" panose="020B0604020202020204" pitchFamily="34" charset="0"/>
              </a:rPr>
              <a:t>̉ </a:t>
            </a:r>
            <a:r>
              <a:rPr lang="en-US" altLang="ja-JP" sz="2000" dirty="0" err="1">
                <a:latin typeface="Arial" panose="020B0604020202020204" pitchFamily="34" charset="0"/>
              </a:rPr>
              <a:t>xây</a:t>
            </a:r>
            <a:r>
              <a:rPr lang="en-US" altLang="ja-JP" sz="2000" dirty="0">
                <a:latin typeface="Arial" panose="020B0604020202020204" pitchFamily="34" charset="0"/>
              </a:rPr>
              <a:t> </a:t>
            </a:r>
            <a:r>
              <a:rPr lang="en-US" altLang="ja-JP" sz="2000" dirty="0" err="1">
                <a:latin typeface="Arial" panose="020B0604020202020204" pitchFamily="34" charset="0"/>
              </a:rPr>
              <a:t>dựng</a:t>
            </a:r>
            <a:r>
              <a:rPr lang="en-US" altLang="ja-JP" sz="2000" dirty="0">
                <a:latin typeface="Arial" panose="020B0604020202020204" pitchFamily="34" charset="0"/>
              </a:rPr>
              <a:t> </a:t>
            </a:r>
            <a:r>
              <a:rPr lang="en-US" altLang="ja-JP" sz="2000" dirty="0" err="1">
                <a:latin typeface="Arial" panose="020B0604020202020204" pitchFamily="34" charset="0"/>
              </a:rPr>
              <a:t>hệ</a:t>
            </a:r>
            <a:r>
              <a:rPr lang="en-US" altLang="ja-JP" sz="2000" dirty="0">
                <a:latin typeface="Arial" panose="020B0604020202020204" pitchFamily="34" charset="0"/>
              </a:rPr>
              <a:t> </a:t>
            </a:r>
            <a:r>
              <a:rPr lang="en-US" altLang="ja-JP" sz="2000" dirty="0" err="1">
                <a:latin typeface="Arial" panose="020B0604020202020204" pitchFamily="34" charset="0"/>
              </a:rPr>
              <a:t>thống</a:t>
            </a:r>
            <a:r>
              <a:rPr lang="en-US" altLang="ja-JP" sz="2000" dirty="0">
                <a:latin typeface="Arial" panose="020B0604020202020204" pitchFamily="34" charset="0"/>
              </a:rPr>
              <a:t>. </a:t>
            </a:r>
            <a:endParaRPr lang="ja-JP" altLang="en-US" sz="2000" dirty="0">
              <a:latin typeface="Arial" panose="020B0604020202020204" pitchFamily="34" charset="0"/>
            </a:endParaRPr>
          </a:p>
          <a:p>
            <a:pPr marL="0" indent="0" algn="just"/>
            <a:endParaRPr lang="ja-JP" altLang="en-US" sz="2000" dirty="0">
              <a:latin typeface="Arial" panose="020B0604020202020204" pitchFamily="34" charset="0"/>
            </a:endParaRPr>
          </a:p>
          <a:p>
            <a:pPr marL="0" indent="0" algn="just"/>
            <a:r>
              <a:rPr lang="ja-JP" altLang="en-US"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 object</a:t>
            </a:r>
          </a:p>
          <a:p>
            <a:pPr marL="0" indent="0" algn="just"/>
            <a:r>
              <a:rPr lang="ja-JP" altLang="en-US" sz="2000" dirty="0">
                <a:latin typeface="Arial" panose="020B0604020202020204" pitchFamily="34" charset="0"/>
              </a:rPr>
              <a:t>　「</a:t>
            </a:r>
            <a:r>
              <a:rPr lang="en-US" altLang="ja-JP" sz="2000" dirty="0" err="1">
                <a:latin typeface="Arial" panose="020B0604020202020204" pitchFamily="34" charset="0"/>
              </a:rPr>
              <a:t>Sự</a:t>
            </a:r>
            <a:r>
              <a:rPr lang="en-US" altLang="ja-JP" sz="2000" dirty="0">
                <a:latin typeface="Arial" panose="020B0604020202020204" pitchFamily="34" charset="0"/>
              </a:rPr>
              <a:t> </a:t>
            </a:r>
            <a:r>
              <a:rPr lang="en-US" altLang="ja-JP" sz="2000" dirty="0" err="1">
                <a:latin typeface="Arial" panose="020B0604020202020204" pitchFamily="34" charset="0"/>
              </a:rPr>
              <a:t>vật</a:t>
            </a:r>
            <a:r>
              <a:rPr lang="ja-JP" altLang="en-US" sz="2000" dirty="0">
                <a:latin typeface="Arial" panose="020B0604020202020204" pitchFamily="34" charset="0"/>
              </a:rPr>
              <a:t>」 </a:t>
            </a:r>
            <a:r>
              <a:rPr lang="en-US" altLang="ja-JP" sz="2000" dirty="0" err="1">
                <a:latin typeface="Arial" panose="020B0604020202020204" pitchFamily="34" charset="0"/>
              </a:rPr>
              <a:t>hoặc</a:t>
            </a:r>
            <a:r>
              <a:rPr lang="ja-JP" altLang="en-US" sz="2000" dirty="0">
                <a:latin typeface="Arial" panose="020B0604020202020204" pitchFamily="34" charset="0"/>
              </a:rPr>
              <a:t>「</a:t>
            </a:r>
            <a:r>
              <a:rPr lang="en-US" altLang="ja-JP" sz="2000" dirty="0" err="1">
                <a:latin typeface="Arial" panose="020B0604020202020204" pitchFamily="34" charset="0"/>
              </a:rPr>
              <a:t>Hoạt</a:t>
            </a:r>
            <a:r>
              <a:rPr lang="en-US" altLang="ja-JP" sz="2000" dirty="0">
                <a:latin typeface="Arial" panose="020B0604020202020204" pitchFamily="34" charset="0"/>
              </a:rPr>
              <a:t> </a:t>
            </a:r>
            <a:r>
              <a:rPr lang="en-US" altLang="ja-JP" sz="2000" dirty="0" err="1">
                <a:latin typeface="Arial" panose="020B0604020202020204" pitchFamily="34" charset="0"/>
              </a:rPr>
              <a:t>động</a:t>
            </a:r>
            <a:r>
              <a:rPr lang="ja-JP" altLang="en-US" sz="2000" dirty="0">
                <a:latin typeface="Arial" panose="020B0604020202020204" pitchFamily="34" charset="0"/>
              </a:rPr>
              <a:t>」 </a:t>
            </a:r>
            <a:r>
              <a:rPr lang="en-US" altLang="ja-JP" sz="2000" dirty="0" err="1">
                <a:latin typeface="Arial" panose="020B0604020202020204" pitchFamily="34" charset="0"/>
              </a:rPr>
              <a:t>được</a:t>
            </a:r>
            <a:r>
              <a:rPr lang="en-US" altLang="ja-JP" sz="2000" dirty="0">
                <a:latin typeface="Arial" panose="020B0604020202020204" pitchFamily="34" charset="0"/>
              </a:rPr>
              <a:t> </a:t>
            </a:r>
            <a:r>
              <a:rPr lang="en-US" altLang="ja-JP" sz="2000" dirty="0" err="1">
                <a:latin typeface="Arial" panose="020B0604020202020204" pitchFamily="34" charset="0"/>
              </a:rPr>
              <a:t>gọi</a:t>
            </a:r>
            <a:r>
              <a:rPr lang="en-US" altLang="ja-JP" sz="2000" dirty="0">
                <a:latin typeface="Arial" panose="020B0604020202020204" pitchFamily="34" charset="0"/>
              </a:rPr>
              <a:t> </a:t>
            </a:r>
            <a:r>
              <a:rPr lang="en-US" altLang="ja-JP" sz="2000" dirty="0" err="1">
                <a:latin typeface="Arial" panose="020B0604020202020204" pitchFamily="34" charset="0"/>
              </a:rPr>
              <a:t>là</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/object. </a:t>
            </a:r>
          </a:p>
          <a:p>
            <a:pPr marL="0" indent="0" algn="just"/>
            <a:r>
              <a:rPr lang="ja-JP" altLang="en-US" sz="2000" dirty="0">
                <a:latin typeface="Arial" panose="020B0604020202020204" pitchFamily="34" charset="0"/>
              </a:rPr>
              <a:t>　</a:t>
            </a:r>
            <a:r>
              <a:rPr lang="en-US" altLang="ja-JP" sz="2000" dirty="0">
                <a:latin typeface="Arial" panose="020B0604020202020204" pitchFamily="34" charset="0"/>
              </a:rPr>
              <a:t>Trong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/object </a:t>
            </a:r>
            <a:r>
              <a:rPr lang="en-US" altLang="ja-JP" sz="2000" dirty="0" err="1">
                <a:latin typeface="Arial" panose="020B0604020202020204" pitchFamily="34" charset="0"/>
              </a:rPr>
              <a:t>sẽ</a:t>
            </a:r>
            <a:r>
              <a:rPr lang="en-US" altLang="ja-JP" sz="2000" dirty="0">
                <a:latin typeface="Arial" panose="020B0604020202020204" pitchFamily="34" charset="0"/>
              </a:rPr>
              <a:t> </a:t>
            </a:r>
            <a:r>
              <a:rPr lang="en-US" altLang="ja-JP" sz="2000" dirty="0" err="1">
                <a:latin typeface="Arial" panose="020B0604020202020204" pitchFamily="34" charset="0"/>
              </a:rPr>
              <a:t>phải</a:t>
            </a:r>
            <a:r>
              <a:rPr lang="en-US" altLang="ja-JP" sz="2000" dirty="0">
                <a:latin typeface="Arial" panose="020B0604020202020204" pitchFamily="34" charset="0"/>
              </a:rPr>
              <a:t> </a:t>
            </a:r>
            <a:r>
              <a:rPr lang="en-US" altLang="ja-JP" sz="2000" dirty="0" err="1">
                <a:latin typeface="Arial" panose="020B0604020202020204" pitchFamily="34" charset="0"/>
              </a:rPr>
              <a:t>mang</a:t>
            </a:r>
            <a:r>
              <a:rPr lang="en-US" altLang="ja-JP" sz="2000" dirty="0">
                <a:latin typeface="Arial" panose="020B0604020202020204" pitchFamily="34" charset="0"/>
              </a:rPr>
              <a:t> </a:t>
            </a:r>
            <a:r>
              <a:rPr lang="en-US" altLang="ja-JP" sz="2000" dirty="0" err="1">
                <a:latin typeface="Arial" panose="020B0604020202020204" pitchFamily="34" charset="0"/>
              </a:rPr>
              <a:t>cả</a:t>
            </a:r>
            <a:r>
              <a:rPr lang="en-US" altLang="ja-JP" sz="2000" dirty="0">
                <a:latin typeface="Arial" panose="020B0604020202020204" pitchFamily="34" charset="0"/>
              </a:rPr>
              <a:t> </a:t>
            </a:r>
            <a:r>
              <a:rPr lang="en-US" altLang="ja-JP" sz="2000" dirty="0" err="1">
                <a:latin typeface="Arial" panose="020B0604020202020204" pitchFamily="34" charset="0"/>
              </a:rPr>
              <a:t>các</a:t>
            </a:r>
            <a:r>
              <a:rPr lang="en-US" altLang="ja-JP" sz="2000" dirty="0">
                <a:latin typeface="Arial" panose="020B0604020202020204" pitchFamily="34" charset="0"/>
              </a:rPr>
              <a:t> data (</a:t>
            </a:r>
            <a:r>
              <a:rPr lang="en-US" altLang="ja-JP" sz="2000" dirty="0" err="1">
                <a:latin typeface="Arial" panose="020B0604020202020204" pitchFamily="34" charset="0"/>
              </a:rPr>
              <a:t>thông</a:t>
            </a:r>
            <a:r>
              <a:rPr lang="en-US" altLang="ja-JP" sz="2000" dirty="0">
                <a:latin typeface="Arial" panose="020B0604020202020204" pitchFamily="34" charset="0"/>
              </a:rPr>
              <a:t> tin) </a:t>
            </a:r>
            <a:r>
              <a:rPr lang="en-US" altLang="ja-JP" sz="2000" dirty="0" err="1">
                <a:latin typeface="Arial" panose="020B0604020202020204" pitchFamily="34" charset="0"/>
              </a:rPr>
              <a:t>và</a:t>
            </a:r>
            <a:r>
              <a:rPr lang="en-US" altLang="ja-JP" sz="2000" dirty="0">
                <a:latin typeface="Arial" panose="020B0604020202020204" pitchFamily="34" charset="0"/>
              </a:rPr>
              <a:t> process (</a:t>
            </a:r>
            <a:r>
              <a:rPr lang="en-US" altLang="ja-JP" sz="2000" dirty="0" err="1">
                <a:latin typeface="Arial" panose="020B0604020202020204" pitchFamily="34" charset="0"/>
              </a:rPr>
              <a:t>xử</a:t>
            </a:r>
            <a:r>
              <a:rPr lang="en-US" altLang="ja-JP" sz="2000" dirty="0">
                <a:latin typeface="Arial" panose="020B0604020202020204" pitchFamily="34" charset="0"/>
              </a:rPr>
              <a:t> </a:t>
            </a:r>
            <a:r>
              <a:rPr lang="en-US" altLang="ja-JP" sz="2000" dirty="0" err="1">
                <a:latin typeface="Arial" panose="020B0604020202020204" pitchFamily="34" charset="0"/>
              </a:rPr>
              <a:t>lý</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một</a:t>
            </a:r>
            <a:r>
              <a:rPr lang="en-US" altLang="ja-JP" sz="2000" dirty="0">
                <a:latin typeface="Arial" panose="020B0604020202020204" pitchFamily="34" charset="0"/>
              </a:rPr>
              <a:t> </a:t>
            </a:r>
            <a:r>
              <a:rPr lang="en-US" altLang="ja-JP" sz="2000" dirty="0" err="1">
                <a:latin typeface="Arial" panose="020B0604020202020204" pitchFamily="34" charset="0"/>
              </a:rPr>
              <a:t>thê</a:t>
            </a:r>
            <a:r>
              <a:rPr lang="en-US" altLang="ja-JP" sz="2000" dirty="0">
                <a:latin typeface="Arial" panose="020B0604020202020204" pitchFamily="34" charset="0"/>
              </a:rPr>
              <a:t>̉ </a:t>
            </a:r>
            <a:r>
              <a:rPr lang="en-US" altLang="ja-JP" sz="2000" dirty="0" err="1">
                <a:latin typeface="Arial" panose="020B0604020202020204" pitchFamily="34" charset="0"/>
              </a:rPr>
              <a:t>thống</a:t>
            </a:r>
            <a:r>
              <a:rPr lang="en-US" altLang="ja-JP" sz="2000" dirty="0">
                <a:latin typeface="Arial" panose="020B0604020202020204" pitchFamily="34" charset="0"/>
              </a:rPr>
              <a:t> </a:t>
            </a:r>
            <a:r>
              <a:rPr lang="en-US" altLang="ja-JP" sz="2000" dirty="0" err="1">
                <a:latin typeface="Arial" panose="020B0604020202020204" pitchFamily="34" charset="0"/>
              </a:rPr>
              <a:t>nhất</a:t>
            </a:r>
            <a:r>
              <a:rPr lang="en-US" altLang="ja-JP" sz="2000" dirty="0">
                <a:latin typeface="Arial" panose="020B0604020202020204" pitchFamily="34" charset="0"/>
              </a:rPr>
              <a:t>.</a:t>
            </a:r>
          </a:p>
          <a:p>
            <a:pPr marL="0" indent="0" algn="just"/>
            <a:r>
              <a:rPr lang="ja-JP" altLang="en-US" sz="2000" dirty="0">
                <a:latin typeface="Arial" panose="020B0604020202020204" pitchFamily="34" charset="0"/>
              </a:rPr>
              <a:t>　</a:t>
            </a:r>
            <a:r>
              <a:rPr lang="en-US" altLang="ja-JP" sz="2000" dirty="0" err="1">
                <a:latin typeface="Arial" panose="020B0604020202020204" pitchFamily="34" charset="0"/>
              </a:rPr>
              <a:t>Có</a:t>
            </a:r>
            <a:r>
              <a:rPr lang="en-US" altLang="ja-JP" sz="2000" dirty="0">
                <a:latin typeface="Arial" panose="020B0604020202020204" pitchFamily="34" charset="0"/>
              </a:rPr>
              <a:t> </a:t>
            </a:r>
            <a:r>
              <a:rPr lang="en-US" altLang="ja-JP" sz="2000" dirty="0" err="1">
                <a:latin typeface="Arial" panose="020B0604020202020204" pitchFamily="34" charset="0"/>
              </a:rPr>
              <a:t>rất</a:t>
            </a:r>
            <a:r>
              <a:rPr lang="en-US" altLang="ja-JP" sz="2000" dirty="0">
                <a:latin typeface="Arial" panose="020B0604020202020204" pitchFamily="34" charset="0"/>
              </a:rPr>
              <a:t> </a:t>
            </a:r>
            <a:r>
              <a:rPr lang="en-US" altLang="ja-JP" sz="2000" dirty="0" err="1">
                <a:latin typeface="Arial" panose="020B0604020202020204" pitchFamily="34" charset="0"/>
              </a:rPr>
              <a:t>nhiều</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những</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có</a:t>
            </a:r>
            <a:r>
              <a:rPr lang="en-US" altLang="ja-JP" sz="2000" dirty="0">
                <a:latin typeface="Arial" panose="020B0604020202020204" pitchFamily="34" charset="0"/>
              </a:rPr>
              <a:t> </a:t>
            </a:r>
            <a:r>
              <a:rPr lang="en-US" altLang="ja-JP" sz="2000" dirty="0" err="1">
                <a:latin typeface="Arial" panose="020B0604020202020204" pitchFamily="34" charset="0"/>
              </a:rPr>
              <a:t>thể</a:t>
            </a:r>
            <a:r>
              <a:rPr lang="en-US" altLang="ja-JP" sz="2000" dirty="0">
                <a:latin typeface="Arial" panose="020B0604020202020204" pitchFamily="34" charset="0"/>
              </a:rPr>
              <a:t> </a:t>
            </a:r>
            <a:r>
              <a:rPr lang="en-US" altLang="ja-JP" sz="2000" dirty="0" err="1">
                <a:latin typeface="Arial" panose="020B0604020202020204" pitchFamily="34" charset="0"/>
              </a:rPr>
              <a:t>nhìn</a:t>
            </a:r>
            <a:r>
              <a:rPr lang="en-US" altLang="ja-JP" sz="2000" dirty="0">
                <a:latin typeface="Arial" panose="020B0604020202020204" pitchFamily="34" charset="0"/>
              </a:rPr>
              <a:t> </a:t>
            </a:r>
            <a:r>
              <a:rPr lang="en-US" altLang="ja-JP" sz="2000" dirty="0" err="1">
                <a:latin typeface="Arial" panose="020B0604020202020204" pitchFamily="34" charset="0"/>
              </a:rPr>
              <a:t>thấy</a:t>
            </a:r>
            <a:r>
              <a:rPr lang="en-US" altLang="ja-JP" sz="2000" dirty="0">
                <a:latin typeface="Arial" panose="020B0604020202020204" pitchFamily="34" charset="0"/>
              </a:rPr>
              <a:t> </a:t>
            </a:r>
            <a:r>
              <a:rPr lang="en-US" altLang="ja-JP" sz="2000" dirty="0" err="1">
                <a:latin typeface="Arial" panose="020B0604020202020204" pitchFamily="34" charset="0"/>
              </a:rPr>
              <a:t>bằng</a:t>
            </a:r>
            <a:r>
              <a:rPr lang="en-US" altLang="ja-JP" sz="2000" dirty="0">
                <a:latin typeface="Arial" panose="020B0604020202020204" pitchFamily="34" charset="0"/>
              </a:rPr>
              <a:t> </a:t>
            </a:r>
            <a:r>
              <a:rPr lang="en-US" altLang="ja-JP" sz="2000" dirty="0" err="1">
                <a:latin typeface="Arial" panose="020B0604020202020204" pitchFamily="34" charset="0"/>
              </a:rPr>
              <a:t>mắt</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là</a:t>
            </a:r>
            <a:r>
              <a:rPr lang="en-US" altLang="ja-JP" sz="2000" dirty="0">
                <a:latin typeface="Arial" panose="020B0604020202020204" pitchFamily="34" charset="0"/>
              </a:rPr>
              <a:t> </a:t>
            </a:r>
            <a:r>
              <a:rPr lang="en-US" altLang="ja-JP" sz="2000" dirty="0" err="1">
                <a:latin typeface="Arial" panose="020B0604020202020204" pitchFamily="34" charset="0"/>
              </a:rPr>
              <a:t>máy</a:t>
            </a:r>
            <a:r>
              <a:rPr lang="en-US" altLang="ja-JP" sz="2000" dirty="0">
                <a:latin typeface="Arial" panose="020B0604020202020204" pitchFamily="34" charset="0"/>
              </a:rPr>
              <a:t> bay, </a:t>
            </a:r>
            <a:r>
              <a:rPr lang="en-US" altLang="ja-JP" sz="2000" dirty="0" err="1">
                <a:latin typeface="Arial" panose="020B0604020202020204" pitchFamily="34" charset="0"/>
              </a:rPr>
              <a:t>sách</a:t>
            </a:r>
            <a:r>
              <a:rPr lang="en-US" altLang="ja-JP" sz="2000" dirty="0">
                <a:latin typeface="Arial" panose="020B0604020202020204" pitchFamily="34" charset="0"/>
              </a:rPr>
              <a:t>…, </a:t>
            </a:r>
            <a:r>
              <a:rPr lang="en-US" altLang="ja-JP" sz="2000" dirty="0" err="1">
                <a:latin typeface="Arial" panose="020B0604020202020204" pitchFamily="34" charset="0"/>
              </a:rPr>
              <a:t>những</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biểu</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tổ</a:t>
            </a:r>
            <a:r>
              <a:rPr lang="en-US" altLang="ja-JP" sz="2000" dirty="0">
                <a:latin typeface="Arial" panose="020B0604020202020204" pitchFamily="34" charset="0"/>
              </a:rPr>
              <a:t> </a:t>
            </a:r>
            <a:r>
              <a:rPr lang="en-US" altLang="ja-JP" sz="2000" dirty="0" err="1">
                <a:latin typeface="Arial" panose="020B0604020202020204" pitchFamily="34" charset="0"/>
              </a:rPr>
              <a:t>chức</a:t>
            </a:r>
            <a:r>
              <a:rPr lang="en-US" altLang="ja-JP" sz="2000" dirty="0">
                <a:latin typeface="Arial" panose="020B0604020202020204" pitchFamily="34" charset="0"/>
              </a:rPr>
              <a:t> </a:t>
            </a:r>
            <a:r>
              <a:rPr lang="en-US" altLang="ja-JP" sz="2000" dirty="0" err="1">
                <a:latin typeface="Arial" panose="020B0604020202020204" pitchFamily="34" charset="0"/>
              </a:rPr>
              <a:t>và</a:t>
            </a:r>
            <a:r>
              <a:rPr lang="en-US" altLang="ja-JP" sz="2000" dirty="0">
                <a:latin typeface="Arial" panose="020B0604020202020204" pitchFamily="34" charset="0"/>
              </a:rPr>
              <a:t> </a:t>
            </a:r>
            <a:r>
              <a:rPr lang="en-US" altLang="ja-JP" sz="2000" dirty="0" err="1">
                <a:latin typeface="Arial" panose="020B0604020202020204" pitchFamily="34" charset="0"/>
              </a:rPr>
              <a:t>vai</a:t>
            </a:r>
            <a:r>
              <a:rPr lang="en-US" altLang="ja-JP" sz="2000" dirty="0">
                <a:latin typeface="Arial" panose="020B0604020202020204" pitchFamily="34" charset="0"/>
              </a:rPr>
              <a:t> </a:t>
            </a:r>
            <a:r>
              <a:rPr lang="en-US" altLang="ja-JP" sz="2000" dirty="0" err="1">
                <a:latin typeface="Arial" panose="020B0604020202020204" pitchFamily="34" charset="0"/>
              </a:rPr>
              <a:t>trò</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khách</a:t>
            </a:r>
            <a:r>
              <a:rPr lang="en-US" altLang="ja-JP" sz="2000" dirty="0">
                <a:latin typeface="Arial" panose="020B0604020202020204" pitchFamily="34" charset="0"/>
              </a:rPr>
              <a:t> </a:t>
            </a:r>
            <a:r>
              <a:rPr lang="en-US" altLang="ja-JP" sz="2000" dirty="0" err="1">
                <a:latin typeface="Arial" panose="020B0604020202020204" pitchFamily="34" charset="0"/>
              </a:rPr>
              <a:t>hàng</a:t>
            </a:r>
            <a:r>
              <a:rPr lang="en-US" altLang="ja-JP" sz="2000" dirty="0">
                <a:latin typeface="Arial" panose="020B0604020202020204" pitchFamily="34" charset="0"/>
              </a:rPr>
              <a:t>, </a:t>
            </a:r>
            <a:r>
              <a:rPr lang="en-US" altLang="ja-JP" sz="2000" dirty="0" err="1">
                <a:latin typeface="Arial" panose="020B0604020202020204" pitchFamily="34" charset="0"/>
              </a:rPr>
              <a:t>nhân</a:t>
            </a:r>
            <a:r>
              <a:rPr lang="en-US" altLang="ja-JP" sz="2000" dirty="0">
                <a:latin typeface="Arial" panose="020B0604020202020204" pitchFamily="34" charset="0"/>
              </a:rPr>
              <a:t> </a:t>
            </a:r>
            <a:r>
              <a:rPr lang="en-US" altLang="ja-JP" sz="2000" dirty="0" err="1">
                <a:latin typeface="Arial" panose="020B0604020202020204" pitchFamily="34" charset="0"/>
              </a:rPr>
              <a:t>viên</a:t>
            </a:r>
            <a:r>
              <a:rPr lang="en-US" altLang="ja-JP" sz="2000" dirty="0">
                <a:latin typeface="Arial" panose="020B0604020202020204" pitchFamily="34" charset="0"/>
              </a:rPr>
              <a:t>, </a:t>
            </a:r>
            <a:r>
              <a:rPr lang="en-US" altLang="ja-JP" sz="2000" dirty="0" err="1">
                <a:latin typeface="Arial" panose="020B0604020202020204" pitchFamily="34" charset="0"/>
              </a:rPr>
              <a:t>những</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biểu</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hoạt</a:t>
            </a:r>
            <a:r>
              <a:rPr lang="en-US" altLang="ja-JP" sz="2000" dirty="0">
                <a:latin typeface="Arial" panose="020B0604020202020204" pitchFamily="34" charset="0"/>
              </a:rPr>
              <a:t> </a:t>
            </a:r>
            <a:r>
              <a:rPr lang="en-US" altLang="ja-JP" sz="2000" dirty="0" err="1">
                <a:latin typeface="Arial" panose="020B0604020202020204" pitchFamily="34" charset="0"/>
              </a:rPr>
              <a:t>động</a:t>
            </a:r>
            <a:r>
              <a:rPr lang="en-US" altLang="ja-JP" sz="2000" dirty="0">
                <a:latin typeface="Arial" panose="020B0604020202020204" pitchFamily="34" charset="0"/>
              </a:rPr>
              <a:t> </a:t>
            </a:r>
            <a:r>
              <a:rPr lang="en-US" altLang="ja-JP" sz="2000" dirty="0" err="1">
                <a:latin typeface="Arial" panose="020B0604020202020204" pitchFamily="34" charset="0"/>
              </a:rPr>
              <a:t>không</a:t>
            </a:r>
            <a:r>
              <a:rPr lang="en-US" altLang="ja-JP" sz="2000" dirty="0">
                <a:latin typeface="Arial" panose="020B0604020202020204" pitchFamily="34" charset="0"/>
              </a:rPr>
              <a:t> </a:t>
            </a:r>
            <a:r>
              <a:rPr lang="en-US" altLang="ja-JP" sz="2000" dirty="0" err="1">
                <a:latin typeface="Arial" panose="020B0604020202020204" pitchFamily="34" charset="0"/>
              </a:rPr>
              <a:t>thể</a:t>
            </a:r>
            <a:r>
              <a:rPr lang="en-US" altLang="ja-JP" sz="2000" dirty="0">
                <a:latin typeface="Arial" panose="020B0604020202020204" pitchFamily="34" charset="0"/>
              </a:rPr>
              <a:t> </a:t>
            </a:r>
            <a:r>
              <a:rPr lang="en-US" altLang="ja-JP" sz="2000" dirty="0" err="1">
                <a:latin typeface="Arial" panose="020B0604020202020204" pitchFamily="34" charset="0"/>
              </a:rPr>
              <a:t>nhìn</a:t>
            </a:r>
            <a:r>
              <a:rPr lang="en-US" altLang="ja-JP" sz="2000" dirty="0">
                <a:latin typeface="Arial" panose="020B0604020202020204" pitchFamily="34" charset="0"/>
              </a:rPr>
              <a:t> </a:t>
            </a:r>
            <a:r>
              <a:rPr lang="en-US" altLang="ja-JP" sz="2000" dirty="0" err="1">
                <a:latin typeface="Arial" panose="020B0604020202020204" pitchFamily="34" charset="0"/>
              </a:rPr>
              <a:t>thấy</a:t>
            </a:r>
            <a:r>
              <a:rPr lang="en-US" altLang="ja-JP" sz="2000" dirty="0">
                <a:latin typeface="Arial" panose="020B0604020202020204" pitchFamily="34" charset="0"/>
              </a:rPr>
              <a:t> </a:t>
            </a:r>
            <a:r>
              <a:rPr lang="en-US" altLang="ja-JP" sz="2000" dirty="0" err="1">
                <a:latin typeface="Arial" panose="020B0604020202020204" pitchFamily="34" charset="0"/>
              </a:rPr>
              <a:t>bằng</a:t>
            </a:r>
            <a:r>
              <a:rPr lang="en-US" altLang="ja-JP" sz="2000" dirty="0">
                <a:latin typeface="Arial" panose="020B0604020202020204" pitchFamily="34" charset="0"/>
              </a:rPr>
              <a:t> </a:t>
            </a:r>
            <a:r>
              <a:rPr lang="en-US" altLang="ja-JP" sz="2000" dirty="0" err="1">
                <a:latin typeface="Arial" panose="020B0604020202020204" pitchFamily="34" charset="0"/>
              </a:rPr>
              <a:t>mắt</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mua</a:t>
            </a:r>
            <a:r>
              <a:rPr lang="en-US" altLang="ja-JP" sz="2000" dirty="0">
                <a:latin typeface="Arial" panose="020B0604020202020204" pitchFamily="34" charset="0"/>
              </a:rPr>
              <a:t> </a:t>
            </a:r>
            <a:r>
              <a:rPr lang="en-US" altLang="ja-JP" sz="2000" dirty="0" err="1">
                <a:latin typeface="Arial" panose="020B0604020202020204" pitchFamily="34" charset="0"/>
              </a:rPr>
              <a:t>hàng</a:t>
            </a:r>
            <a:r>
              <a:rPr lang="en-US" altLang="ja-JP" sz="2000" dirty="0">
                <a:latin typeface="Arial" panose="020B0604020202020204" pitchFamily="34" charset="0"/>
              </a:rPr>
              <a:t>, </a:t>
            </a:r>
            <a:r>
              <a:rPr lang="en-US" altLang="ja-JP" sz="2000" dirty="0" err="1">
                <a:latin typeface="Arial" panose="020B0604020202020204" pitchFamily="34" charset="0"/>
              </a:rPr>
              <a:t>đặt</a:t>
            </a:r>
            <a:r>
              <a:rPr lang="en-US" altLang="ja-JP" sz="2000" dirty="0">
                <a:latin typeface="Arial" panose="020B0604020202020204" pitchFamily="34" charset="0"/>
              </a:rPr>
              <a:t> </a:t>
            </a:r>
            <a:r>
              <a:rPr lang="en-US" altLang="ja-JP" sz="2000" dirty="0" err="1">
                <a:latin typeface="Arial" panose="020B0604020202020204" pitchFamily="34" charset="0"/>
              </a:rPr>
              <a:t>hàng.v.v</a:t>
            </a:r>
            <a:r>
              <a:rPr lang="en-US" altLang="ja-JP" sz="2000" dirty="0">
                <a:latin typeface="Arial" panose="020B0604020202020204" pitchFamily="34" charset="0"/>
              </a:rPr>
              <a:t>… </a:t>
            </a:r>
          </a:p>
          <a:p>
            <a:pPr algn="just"/>
            <a:endParaRPr lang="en-US" altLang="ja-JP" sz="2000" dirty="0"/>
          </a:p>
        </p:txBody>
      </p:sp>
      <p:sp>
        <p:nvSpPr>
          <p:cNvPr id="378884" name="Rectangle 4">
            <a:extLst>
              <a:ext uri="{FF2B5EF4-FFF2-40B4-BE49-F238E27FC236}">
                <a16:creationId xmlns:a16="http://schemas.microsoft.com/office/drawing/2014/main" id="{9B3A89CA-2E2D-2F51-C36B-3079A02B183B}"/>
              </a:ext>
            </a:extLst>
          </p:cNvPr>
          <p:cNvSpPr>
            <a:spLocks noGrp="1" noChangeArrowheads="1"/>
          </p:cNvSpPr>
          <p:nvPr>
            <p:ph type="title"/>
          </p:nvPr>
        </p:nvSpPr>
        <p:spPr>
          <a:xfrm>
            <a:off x="344487" y="560388"/>
            <a:ext cx="9217025" cy="490537"/>
          </a:xfrm>
        </p:spPr>
        <p:txBody>
          <a:bodyPr>
            <a:normAutofit fontScale="90000"/>
          </a:bodyPr>
          <a:lstStyle/>
          <a:p>
            <a:r>
              <a:rPr lang="en-US" altLang="ja-JP" dirty="0" err="1">
                <a:latin typeface="+mj-lt"/>
              </a:rPr>
              <a:t>Hướng</a:t>
            </a:r>
            <a:r>
              <a:rPr lang="en-US" altLang="ja-JP" dirty="0">
                <a:latin typeface="+mj-lt"/>
              </a:rPr>
              <a:t> </a:t>
            </a:r>
            <a:r>
              <a:rPr lang="en-US" altLang="ja-JP" dirty="0" err="1">
                <a:latin typeface="+mj-lt"/>
              </a:rPr>
              <a:t>đối</a:t>
            </a:r>
            <a:r>
              <a:rPr lang="en-US" altLang="ja-JP" dirty="0">
                <a:latin typeface="+mj-lt"/>
              </a:rPr>
              <a:t> </a:t>
            </a:r>
            <a:r>
              <a:rPr lang="en-US" altLang="ja-JP" dirty="0" err="1">
                <a:latin typeface="+mj-lt"/>
              </a:rPr>
              <a:t>tượng</a:t>
            </a:r>
            <a:endParaRPr lang="en-US" altLang="ja-JP" dirty="0">
              <a:latin typeface="+mj-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A3A5DAC6-E1ED-9554-B6A6-2C69D1173E6C}"/>
              </a:ext>
            </a:extLst>
          </p:cNvPr>
          <p:cNvSpPr>
            <a:spLocks noGrp="1"/>
          </p:cNvSpPr>
          <p:nvPr>
            <p:ph type="sldNum" sz="quarter" idx="10"/>
          </p:nvPr>
        </p:nvSpPr>
        <p:spPr/>
        <p:txBody>
          <a:bodyPr/>
          <a:lstStyle/>
          <a:p>
            <a:fld id="{DA5D4009-5B34-419F-814C-CDBE4E9F79FC}" type="slidenum">
              <a:rPr lang="en-US" altLang="ja-JP"/>
              <a:pPr/>
              <a:t>5</a:t>
            </a:fld>
            <a:endParaRPr lang="en-US" altLang="ja-JP"/>
          </a:p>
        </p:txBody>
      </p:sp>
      <p:sp>
        <p:nvSpPr>
          <p:cNvPr id="370690" name="Rectangle 2">
            <a:extLst>
              <a:ext uri="{FF2B5EF4-FFF2-40B4-BE49-F238E27FC236}">
                <a16:creationId xmlns:a16="http://schemas.microsoft.com/office/drawing/2014/main" id="{3758AD7D-EA39-6033-3E6E-E4561948141C}"/>
              </a:ext>
            </a:extLst>
          </p:cNvPr>
          <p:cNvSpPr>
            <a:spLocks noGrp="1" noChangeArrowheads="1"/>
          </p:cNvSpPr>
          <p:nvPr>
            <p:ph type="title"/>
          </p:nvPr>
        </p:nvSpPr>
        <p:spPr>
          <a:xfrm>
            <a:off x="344488" y="289718"/>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Hướng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đối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tượng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r>
              <a:rPr lang="en-US" altLang="ja-JP" dirty="0">
                <a:latin typeface="Arial" panose="020B0604020202020204" pitchFamily="34" charset="0"/>
                <a:ea typeface="MS UI Gothic" panose="020B0600070205080204" pitchFamily="50" charset="-128"/>
              </a:rPr>
              <a:t>? (2)</a:t>
            </a:r>
          </a:p>
        </p:txBody>
      </p:sp>
      <p:sp>
        <p:nvSpPr>
          <p:cNvPr id="370691" name="Rectangle 3">
            <a:extLst>
              <a:ext uri="{FF2B5EF4-FFF2-40B4-BE49-F238E27FC236}">
                <a16:creationId xmlns:a16="http://schemas.microsoft.com/office/drawing/2014/main" id="{5BD53820-7630-74F2-0715-8C246570DDDC}"/>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70692" name="Rectangle 4">
            <a:extLst>
              <a:ext uri="{FF2B5EF4-FFF2-40B4-BE49-F238E27FC236}">
                <a16:creationId xmlns:a16="http://schemas.microsoft.com/office/drawing/2014/main" id="{8F300619-9B38-161B-2561-C544BF9C359B}"/>
              </a:ext>
            </a:extLst>
          </p:cNvPr>
          <p:cNvSpPr>
            <a:spLocks noChangeArrowheads="1"/>
          </p:cNvSpPr>
          <p:nvPr/>
        </p:nvSpPr>
        <p:spPr bwMode="auto">
          <a:xfrm>
            <a:off x="344488" y="7429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Lập trình</a:t>
            </a:r>
            <a:r>
              <a:rPr lang="en-US" altLang="ja-JP" sz="1800" b="0">
                <a:latin typeface="Arial" panose="020B0604020202020204" pitchFamily="34" charset="0"/>
              </a:rPr>
              <a:t> </a:t>
            </a:r>
            <a:r>
              <a:rPr lang="en-US" altLang="ja-JP" sz="2400" b="0">
                <a:latin typeface="Arial" panose="020B0604020202020204" pitchFamily="34" charset="0"/>
              </a:rPr>
              <a:t>hướng đối tượng</a:t>
            </a: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370714" name="Rectangle 26">
            <a:extLst>
              <a:ext uri="{FF2B5EF4-FFF2-40B4-BE49-F238E27FC236}">
                <a16:creationId xmlns:a16="http://schemas.microsoft.com/office/drawing/2014/main" id="{FA3F8BC7-86C2-7FAF-7C16-F896B289F399}"/>
              </a:ext>
            </a:extLst>
          </p:cNvPr>
          <p:cNvSpPr>
            <a:spLocks noChangeArrowheads="1"/>
          </p:cNvSpPr>
          <p:nvPr/>
        </p:nvSpPr>
        <p:spPr bwMode="auto">
          <a:xfrm>
            <a:off x="344488" y="1247775"/>
            <a:ext cx="9091612" cy="5122863"/>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15" name="AutoShape 27">
            <a:extLst>
              <a:ext uri="{FF2B5EF4-FFF2-40B4-BE49-F238E27FC236}">
                <a16:creationId xmlns:a16="http://schemas.microsoft.com/office/drawing/2014/main" id="{19ACBE24-743F-8AEF-A0CB-4D21F05961AF}"/>
              </a:ext>
            </a:extLst>
          </p:cNvPr>
          <p:cNvSpPr>
            <a:spLocks noChangeArrowheads="1"/>
          </p:cNvSpPr>
          <p:nvPr/>
        </p:nvSpPr>
        <p:spPr bwMode="auto">
          <a:xfrm>
            <a:off x="2127250" y="2362200"/>
            <a:ext cx="604838" cy="928688"/>
          </a:xfrm>
          <a:prstGeom prst="downArrow">
            <a:avLst>
              <a:gd name="adj1" fmla="val 50000"/>
              <a:gd name="adj2" fmla="val 38386"/>
            </a:avLst>
          </a:prstGeom>
          <a:solidFill>
            <a:srgbClr val="0033CC">
              <a:alpha val="7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17" name="Rectangle 29">
            <a:extLst>
              <a:ext uri="{FF2B5EF4-FFF2-40B4-BE49-F238E27FC236}">
                <a16:creationId xmlns:a16="http://schemas.microsoft.com/office/drawing/2014/main" id="{D402B5AD-89FC-C2FA-65D4-859401FBFC0E}"/>
              </a:ext>
            </a:extLst>
          </p:cNvPr>
          <p:cNvSpPr>
            <a:spLocks noChangeArrowheads="1"/>
          </p:cNvSpPr>
          <p:nvPr/>
        </p:nvSpPr>
        <p:spPr bwMode="auto">
          <a:xfrm>
            <a:off x="661988" y="1476375"/>
            <a:ext cx="8556625" cy="590550"/>
          </a:xfrm>
          <a:prstGeom prst="rect">
            <a:avLst/>
          </a:prstGeom>
          <a:solidFill>
            <a:srgbClr val="FFFF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ja-JP" altLang="en-US" sz="2000" dirty="0">
                <a:latin typeface="+mj-lt"/>
              </a:rPr>
              <a:t>　</a:t>
            </a:r>
            <a:r>
              <a:rPr lang="en-US" altLang="ja-JP" sz="2000" dirty="0">
                <a:latin typeface="+mj-lt"/>
              </a:rPr>
              <a:t>Định </a:t>
            </a:r>
            <a:r>
              <a:rPr lang="en-US" altLang="ja-JP" sz="2000" dirty="0" err="1">
                <a:latin typeface="+mj-lt"/>
              </a:rPr>
              <a:t>nghĩa</a:t>
            </a:r>
            <a:r>
              <a:rPr lang="en-US" altLang="ja-JP" sz="2000" dirty="0">
                <a:latin typeface="+mj-lt"/>
              </a:rPr>
              <a:t> </a:t>
            </a:r>
            <a:r>
              <a:rPr lang="ja-JP" altLang="en-US" sz="2000" dirty="0">
                <a:latin typeface="+mj-lt"/>
              </a:rPr>
              <a:t>「</a:t>
            </a:r>
            <a:r>
              <a:rPr lang="en-US" altLang="ja-JP" sz="2000" dirty="0">
                <a:latin typeface="+mj-lt"/>
              </a:rPr>
              <a:t>Class</a:t>
            </a:r>
            <a:r>
              <a:rPr lang="ja-JP" altLang="en-US" sz="2000" dirty="0">
                <a:latin typeface="+mj-lt"/>
              </a:rPr>
              <a:t>」 </a:t>
            </a:r>
            <a:r>
              <a:rPr lang="en-US" altLang="ja-JP" sz="2000" dirty="0">
                <a:latin typeface="+mj-lt"/>
              </a:rPr>
              <a:t>, model </a:t>
            </a:r>
            <a:r>
              <a:rPr lang="en-US" altLang="ja-JP" sz="2000" dirty="0" err="1">
                <a:latin typeface="+mj-lt"/>
              </a:rPr>
              <a:t>của</a:t>
            </a:r>
            <a:r>
              <a:rPr lang="en-US" altLang="ja-JP" sz="2000" dirty="0">
                <a:latin typeface="+mj-lt"/>
              </a:rPr>
              <a:t> </a:t>
            </a:r>
            <a:r>
              <a:rPr lang="ja-JP" altLang="en-US" sz="2000" dirty="0">
                <a:latin typeface="+mj-lt"/>
              </a:rPr>
              <a:t>「</a:t>
            </a:r>
            <a:r>
              <a:rPr lang="en-US" altLang="ja-JP" sz="2000" dirty="0">
                <a:latin typeface="+mj-lt"/>
              </a:rPr>
              <a:t>object</a:t>
            </a:r>
            <a:r>
              <a:rPr lang="ja-JP" altLang="en-US" sz="2000" dirty="0">
                <a:latin typeface="+mj-lt"/>
              </a:rPr>
              <a:t>」</a:t>
            </a:r>
          </a:p>
        </p:txBody>
      </p:sp>
      <p:sp>
        <p:nvSpPr>
          <p:cNvPr id="370718" name="Rectangle 30">
            <a:extLst>
              <a:ext uri="{FF2B5EF4-FFF2-40B4-BE49-F238E27FC236}">
                <a16:creationId xmlns:a16="http://schemas.microsoft.com/office/drawing/2014/main" id="{35B91651-A856-364B-A30A-0649D6A977FB}"/>
              </a:ext>
            </a:extLst>
          </p:cNvPr>
          <p:cNvSpPr>
            <a:spLocks noChangeArrowheads="1"/>
          </p:cNvSpPr>
          <p:nvPr/>
        </p:nvSpPr>
        <p:spPr bwMode="auto">
          <a:xfrm>
            <a:off x="703263" y="3454400"/>
            <a:ext cx="8578850" cy="620713"/>
          </a:xfrm>
          <a:prstGeom prst="rect">
            <a:avLst/>
          </a:prstGeom>
          <a:solidFill>
            <a:srgbClr val="FFFF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ja-JP" altLang="en-US" sz="2000" dirty="0">
                <a:latin typeface="+mj-lt"/>
              </a:rPr>
              <a:t>　</a:t>
            </a:r>
            <a:r>
              <a:rPr lang="en-US" altLang="ja-JP" sz="2000" dirty="0" err="1">
                <a:latin typeface="+mj-lt"/>
              </a:rPr>
              <a:t>Sử</a:t>
            </a:r>
            <a:r>
              <a:rPr lang="en-US" altLang="ja-JP" sz="2000" dirty="0">
                <a:latin typeface="+mj-lt"/>
              </a:rPr>
              <a:t> </a:t>
            </a:r>
            <a:r>
              <a:rPr lang="en-US" altLang="ja-JP" sz="2000" dirty="0" err="1">
                <a:latin typeface="+mj-lt"/>
              </a:rPr>
              <a:t>dụng</a:t>
            </a:r>
            <a:r>
              <a:rPr lang="en-US" altLang="ja-JP" sz="2000" dirty="0">
                <a:latin typeface="+mj-lt"/>
              </a:rPr>
              <a:t> </a:t>
            </a:r>
            <a:r>
              <a:rPr lang="en-US" altLang="ja-JP" sz="2000" dirty="0" err="1">
                <a:latin typeface="+mj-lt"/>
              </a:rPr>
              <a:t>đối</a:t>
            </a:r>
            <a:r>
              <a:rPr lang="en-US" altLang="ja-JP" sz="2000" dirty="0">
                <a:latin typeface="+mj-lt"/>
              </a:rPr>
              <a:t> </a:t>
            </a:r>
            <a:r>
              <a:rPr lang="en-US" altLang="ja-JP" sz="2000" dirty="0" err="1">
                <a:latin typeface="+mj-lt"/>
              </a:rPr>
              <a:t>tượng</a:t>
            </a:r>
            <a:r>
              <a:rPr lang="en-US" altLang="ja-JP" sz="2000" dirty="0">
                <a:latin typeface="+mj-lt"/>
              </a:rPr>
              <a:t> (</a:t>
            </a:r>
            <a:r>
              <a:rPr lang="en-US" altLang="ja-JP" sz="2000" dirty="0" err="1">
                <a:latin typeface="+mj-lt"/>
              </a:rPr>
              <a:t>thực</a:t>
            </a:r>
            <a:r>
              <a:rPr lang="en-US" altLang="ja-JP" sz="2000" dirty="0">
                <a:latin typeface="+mj-lt"/>
              </a:rPr>
              <a:t> </a:t>
            </a:r>
            <a:r>
              <a:rPr lang="en-US" altLang="ja-JP" sz="2000" dirty="0" err="1">
                <a:latin typeface="+mj-lt"/>
              </a:rPr>
              <a:t>thể</a:t>
            </a:r>
            <a:r>
              <a:rPr lang="en-US" altLang="ja-JP" sz="2000" dirty="0">
                <a:latin typeface="+mj-lt"/>
              </a:rPr>
              <a:t>) </a:t>
            </a:r>
            <a:r>
              <a:rPr lang="en-US" altLang="ja-JP" sz="2000" dirty="0" err="1">
                <a:latin typeface="+mj-lt"/>
              </a:rPr>
              <a:t>đã</a:t>
            </a:r>
            <a:r>
              <a:rPr lang="en-US" altLang="ja-JP" sz="2000" dirty="0">
                <a:latin typeface="+mj-lt"/>
              </a:rPr>
              <a:t> </a:t>
            </a:r>
            <a:r>
              <a:rPr lang="en-US" altLang="ja-JP" sz="2000" dirty="0" err="1">
                <a:latin typeface="+mj-lt"/>
              </a:rPr>
              <a:t>tạo</a:t>
            </a:r>
            <a:r>
              <a:rPr lang="en-US" altLang="ja-JP" sz="2000" dirty="0">
                <a:latin typeface="+mj-lt"/>
              </a:rPr>
              <a:t> </a:t>
            </a:r>
            <a:r>
              <a:rPr lang="en-US" altLang="ja-JP" sz="2000" dirty="0" err="1">
                <a:latin typeface="+mj-lt"/>
              </a:rPr>
              <a:t>dựa</a:t>
            </a:r>
            <a:r>
              <a:rPr lang="en-US" altLang="ja-JP" sz="2000" dirty="0">
                <a:latin typeface="+mj-lt"/>
              </a:rPr>
              <a:t> </a:t>
            </a:r>
            <a:r>
              <a:rPr lang="en-US" altLang="ja-JP" sz="2000" dirty="0" err="1">
                <a:latin typeface="+mj-lt"/>
              </a:rPr>
              <a:t>vào</a:t>
            </a:r>
            <a:r>
              <a:rPr lang="en-US" altLang="ja-JP" sz="2000" dirty="0">
                <a:latin typeface="+mj-lt"/>
              </a:rPr>
              <a:t> class (model) </a:t>
            </a:r>
            <a:r>
              <a:rPr lang="en-US" altLang="ja-JP" sz="2000" dirty="0" err="1">
                <a:latin typeface="+mj-lt"/>
              </a:rPr>
              <a:t>đê</a:t>
            </a:r>
            <a:r>
              <a:rPr lang="en-US" altLang="ja-JP" sz="2000" dirty="0">
                <a:latin typeface="+mj-lt"/>
              </a:rPr>
              <a:t>̉ </a:t>
            </a:r>
            <a:r>
              <a:rPr lang="en-US" altLang="ja-JP" sz="2000" dirty="0" err="1">
                <a:latin typeface="+mj-lt"/>
              </a:rPr>
              <a:t>thực</a:t>
            </a:r>
            <a:r>
              <a:rPr lang="en-US" altLang="ja-JP" sz="2000" dirty="0">
                <a:latin typeface="+mj-lt"/>
              </a:rPr>
              <a:t> </a:t>
            </a:r>
          </a:p>
          <a:p>
            <a:r>
              <a:rPr lang="en-US" altLang="ja-JP" sz="2000" dirty="0" err="1">
                <a:latin typeface="+mj-lt"/>
              </a:rPr>
              <a:t>hiện</a:t>
            </a:r>
            <a:r>
              <a:rPr lang="en-US" altLang="ja-JP" sz="2000" dirty="0">
                <a:latin typeface="+mj-lt"/>
              </a:rPr>
              <a:t> </a:t>
            </a:r>
            <a:r>
              <a:rPr lang="en-US" altLang="ja-JP" sz="2000" dirty="0" err="1">
                <a:latin typeface="+mj-lt"/>
              </a:rPr>
              <a:t>xử</a:t>
            </a:r>
            <a:r>
              <a:rPr lang="en-US" altLang="ja-JP" sz="2000" dirty="0">
                <a:latin typeface="+mj-lt"/>
              </a:rPr>
              <a:t> </a:t>
            </a:r>
            <a:r>
              <a:rPr lang="en-US" altLang="ja-JP" sz="2000" dirty="0" err="1">
                <a:latin typeface="+mj-lt"/>
              </a:rPr>
              <a:t>lý</a:t>
            </a:r>
            <a:endParaRPr lang="en-US" altLang="ja-JP" sz="2000" dirty="0">
              <a:latin typeface="+mj-lt"/>
            </a:endParaRPr>
          </a:p>
        </p:txBody>
      </p:sp>
      <p:sp>
        <p:nvSpPr>
          <p:cNvPr id="370723" name="AutoShape 35">
            <a:extLst>
              <a:ext uri="{FF2B5EF4-FFF2-40B4-BE49-F238E27FC236}">
                <a16:creationId xmlns:a16="http://schemas.microsoft.com/office/drawing/2014/main" id="{1CF17ECD-A03E-A755-3ADF-A3322A6B3707}"/>
              </a:ext>
            </a:extLst>
          </p:cNvPr>
          <p:cNvSpPr>
            <a:spLocks noChangeArrowheads="1"/>
          </p:cNvSpPr>
          <p:nvPr/>
        </p:nvSpPr>
        <p:spPr bwMode="auto">
          <a:xfrm>
            <a:off x="3219450" y="2171700"/>
            <a:ext cx="6132513" cy="1050925"/>
          </a:xfrm>
          <a:prstGeom prst="roundRect">
            <a:avLst>
              <a:gd name="adj" fmla="val 16667"/>
            </a:avLst>
          </a:prstGeom>
          <a:solidFill>
            <a:srgbClr val="CCFFFF"/>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400" b="0" dirty="0">
                <a:latin typeface="+mj-lt"/>
              </a:rPr>
              <a:t>【Class】</a:t>
            </a:r>
          </a:p>
          <a:p>
            <a:r>
              <a:rPr lang="en-US" altLang="ja-JP" sz="1400" b="0" dirty="0">
                <a:latin typeface="+mj-lt"/>
              </a:rPr>
              <a:t>Là </a:t>
            </a:r>
            <a:r>
              <a:rPr lang="en-US" altLang="ja-JP" sz="1400" b="0" dirty="0" err="1">
                <a:latin typeface="+mj-lt"/>
              </a:rPr>
              <a:t>cái</a:t>
            </a:r>
            <a:r>
              <a:rPr lang="en-US" altLang="ja-JP" sz="1400" b="0" dirty="0">
                <a:latin typeface="+mj-lt"/>
              </a:rPr>
              <a:t> </a:t>
            </a:r>
            <a:r>
              <a:rPr lang="en-US" altLang="ja-JP" sz="1400" b="0" dirty="0" err="1">
                <a:latin typeface="+mj-lt"/>
              </a:rPr>
              <a:t>muốn</a:t>
            </a:r>
            <a:r>
              <a:rPr lang="en-US" altLang="ja-JP" sz="1400" b="0" dirty="0">
                <a:latin typeface="+mj-lt"/>
              </a:rPr>
              <a:t> </a:t>
            </a:r>
            <a:r>
              <a:rPr lang="en-US" altLang="ja-JP" sz="1400" b="0" dirty="0" err="1">
                <a:latin typeface="+mj-lt"/>
              </a:rPr>
              <a:t>đối</a:t>
            </a:r>
            <a:r>
              <a:rPr lang="en-US" altLang="ja-JP" sz="1400" b="0" dirty="0">
                <a:latin typeface="+mj-lt"/>
              </a:rPr>
              <a:t> </a:t>
            </a:r>
            <a:r>
              <a:rPr lang="en-US" altLang="ja-JP" sz="1400" b="0" dirty="0" err="1">
                <a:latin typeface="+mj-lt"/>
              </a:rPr>
              <a:t>tượng</a:t>
            </a:r>
            <a:r>
              <a:rPr lang="en-US" altLang="ja-JP" sz="1400" b="0" dirty="0">
                <a:latin typeface="+mj-lt"/>
              </a:rPr>
              <a:t> (</a:t>
            </a:r>
            <a:r>
              <a:rPr lang="en-US" altLang="ja-JP" sz="1400" b="0" dirty="0" err="1">
                <a:latin typeface="+mj-lt"/>
              </a:rPr>
              <a:t>Thực</a:t>
            </a:r>
            <a:r>
              <a:rPr lang="en-US" altLang="ja-JP" sz="1400" b="0" dirty="0">
                <a:latin typeface="+mj-lt"/>
              </a:rPr>
              <a:t> </a:t>
            </a:r>
            <a:r>
              <a:rPr lang="en-US" altLang="ja-JP" sz="1400" b="0" dirty="0" err="1">
                <a:latin typeface="+mj-lt"/>
              </a:rPr>
              <a:t>thể</a:t>
            </a:r>
            <a:r>
              <a:rPr lang="en-US" altLang="ja-JP" sz="1400" b="0" dirty="0">
                <a:latin typeface="+mj-lt"/>
              </a:rPr>
              <a:t>) </a:t>
            </a:r>
            <a:r>
              <a:rPr lang="en-US" altLang="ja-JP" sz="1400" b="0" dirty="0" err="1">
                <a:latin typeface="+mj-lt"/>
              </a:rPr>
              <a:t>phải</a:t>
            </a:r>
            <a:r>
              <a:rPr lang="en-US" altLang="ja-JP" sz="1400" b="0" dirty="0">
                <a:latin typeface="+mj-lt"/>
              </a:rPr>
              <a:t> </a:t>
            </a:r>
            <a:r>
              <a:rPr lang="en-US" altLang="ja-JP" sz="1400" b="0" dirty="0" err="1">
                <a:latin typeface="+mj-lt"/>
              </a:rPr>
              <a:t>có</a:t>
            </a:r>
            <a:r>
              <a:rPr lang="en-US" altLang="ja-JP" sz="1400" b="0" dirty="0">
                <a:latin typeface="+mj-lt"/>
              </a:rPr>
              <a:t>. </a:t>
            </a:r>
          </a:p>
          <a:p>
            <a:r>
              <a:rPr lang="en-US" altLang="ja-JP" sz="1400" b="0" dirty="0">
                <a:latin typeface="+mj-lt"/>
              </a:rPr>
              <a:t>Class </a:t>
            </a:r>
            <a:r>
              <a:rPr lang="en-US" altLang="ja-JP" sz="1400" b="0" dirty="0" err="1">
                <a:latin typeface="+mj-lt"/>
              </a:rPr>
              <a:t>định</a:t>
            </a:r>
            <a:r>
              <a:rPr lang="en-US" altLang="ja-JP" sz="1400" b="0" dirty="0">
                <a:latin typeface="+mj-lt"/>
              </a:rPr>
              <a:t> </a:t>
            </a:r>
            <a:r>
              <a:rPr lang="en-US" altLang="ja-JP" sz="1400" b="0" dirty="0" err="1">
                <a:latin typeface="+mj-lt"/>
              </a:rPr>
              <a:t>nghĩa</a:t>
            </a:r>
            <a:r>
              <a:rPr lang="en-US" altLang="ja-JP" sz="1400" b="0" dirty="0">
                <a:latin typeface="+mj-lt"/>
              </a:rPr>
              <a:t> data (</a:t>
            </a:r>
            <a:r>
              <a:rPr lang="en-US" altLang="ja-JP" sz="1400" b="0" dirty="0" err="1">
                <a:latin typeface="+mj-lt"/>
              </a:rPr>
              <a:t>thông</a:t>
            </a:r>
            <a:r>
              <a:rPr lang="en-US" altLang="ja-JP" sz="1400" b="0" dirty="0">
                <a:latin typeface="+mj-lt"/>
              </a:rPr>
              <a:t> tin) </a:t>
            </a:r>
            <a:r>
              <a:rPr lang="en-US" altLang="ja-JP" sz="1400" b="0" dirty="0" err="1">
                <a:latin typeface="+mj-lt"/>
              </a:rPr>
              <a:t>và</a:t>
            </a:r>
            <a:r>
              <a:rPr lang="en-US" altLang="ja-JP" sz="1400" b="0" dirty="0">
                <a:latin typeface="+mj-lt"/>
              </a:rPr>
              <a:t> process (</a:t>
            </a:r>
            <a:r>
              <a:rPr lang="en-US" altLang="ja-JP" sz="1400" b="0" dirty="0" err="1">
                <a:latin typeface="+mj-lt"/>
              </a:rPr>
              <a:t>xử</a:t>
            </a:r>
            <a:r>
              <a:rPr lang="en-US" altLang="ja-JP" sz="1400" b="0" dirty="0">
                <a:latin typeface="+mj-lt"/>
              </a:rPr>
              <a:t> </a:t>
            </a:r>
            <a:r>
              <a:rPr lang="en-US" altLang="ja-JP" sz="1400" b="0" dirty="0" err="1">
                <a:latin typeface="+mj-lt"/>
              </a:rPr>
              <a:t>lý</a:t>
            </a:r>
            <a:r>
              <a:rPr lang="en-US" altLang="ja-JP" sz="1400" b="0" dirty="0">
                <a:latin typeface="+mj-lt"/>
              </a:rPr>
              <a:t>) </a:t>
            </a:r>
            <a:r>
              <a:rPr lang="en-US" altLang="ja-JP" sz="1400" b="0" dirty="0" err="1">
                <a:latin typeface="+mj-lt"/>
              </a:rPr>
              <a:t>như</a:t>
            </a:r>
            <a:r>
              <a:rPr lang="en-US" altLang="ja-JP" sz="1400" b="0" dirty="0">
                <a:latin typeface="+mj-lt"/>
              </a:rPr>
              <a:t> </a:t>
            </a:r>
            <a:r>
              <a:rPr lang="en-US" altLang="ja-JP" sz="1400" b="0" dirty="0" err="1">
                <a:latin typeface="+mj-lt"/>
              </a:rPr>
              <a:t>một</a:t>
            </a:r>
            <a:r>
              <a:rPr lang="en-US" altLang="ja-JP" sz="1400" b="0" dirty="0">
                <a:latin typeface="+mj-lt"/>
              </a:rPr>
              <a:t> </a:t>
            </a:r>
            <a:r>
              <a:rPr lang="en-US" altLang="ja-JP" sz="1400" b="0" dirty="0" err="1">
                <a:latin typeface="+mj-lt"/>
              </a:rPr>
              <a:t>thê</a:t>
            </a:r>
            <a:r>
              <a:rPr lang="en-US" altLang="ja-JP" sz="1400" b="0" dirty="0">
                <a:latin typeface="+mj-lt"/>
              </a:rPr>
              <a:t>̉ </a:t>
            </a:r>
            <a:r>
              <a:rPr lang="en-US" altLang="ja-JP" sz="1400" b="0" dirty="0" err="1">
                <a:latin typeface="+mj-lt"/>
              </a:rPr>
              <a:t>thống</a:t>
            </a:r>
            <a:r>
              <a:rPr lang="en-US" altLang="ja-JP" sz="1400" b="0" dirty="0">
                <a:latin typeface="+mj-lt"/>
              </a:rPr>
              <a:t> </a:t>
            </a:r>
            <a:r>
              <a:rPr lang="en-US" altLang="ja-JP" sz="1400" b="0" dirty="0" err="1">
                <a:latin typeface="+mj-lt"/>
              </a:rPr>
              <a:t>nhất</a:t>
            </a:r>
            <a:r>
              <a:rPr lang="en-US" altLang="ja-JP" sz="1400" b="0" dirty="0">
                <a:latin typeface="+mj-lt"/>
              </a:rPr>
              <a:t>.</a:t>
            </a:r>
            <a:r>
              <a:rPr lang="en-US" altLang="ja-JP" sz="1600" b="0" dirty="0">
                <a:latin typeface="+mj-lt"/>
              </a:rPr>
              <a:t> </a:t>
            </a:r>
            <a:endParaRPr lang="en-US" altLang="ja-JP" sz="1600" dirty="0">
              <a:latin typeface="+mj-lt"/>
            </a:endParaRPr>
          </a:p>
        </p:txBody>
      </p:sp>
      <p:sp>
        <p:nvSpPr>
          <p:cNvPr id="370734" name="AutoShape 46">
            <a:extLst>
              <a:ext uri="{FF2B5EF4-FFF2-40B4-BE49-F238E27FC236}">
                <a16:creationId xmlns:a16="http://schemas.microsoft.com/office/drawing/2014/main" id="{CFAA46A6-A256-4291-7639-FDD064289C7E}"/>
              </a:ext>
            </a:extLst>
          </p:cNvPr>
          <p:cNvSpPr>
            <a:spLocks noChangeArrowheads="1"/>
          </p:cNvSpPr>
          <p:nvPr/>
        </p:nvSpPr>
        <p:spPr bwMode="auto">
          <a:xfrm rot="14528762">
            <a:off x="3690938" y="4537075"/>
            <a:ext cx="153988" cy="928687"/>
          </a:xfrm>
          <a:prstGeom prst="downArrow">
            <a:avLst>
              <a:gd name="adj1" fmla="val 50000"/>
              <a:gd name="adj2" fmla="val 150773"/>
            </a:avLst>
          </a:prstGeom>
          <a:solidFill>
            <a:srgbClr val="0033CC">
              <a:alpha val="7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36" name="AutoShape 48">
            <a:extLst>
              <a:ext uri="{FF2B5EF4-FFF2-40B4-BE49-F238E27FC236}">
                <a16:creationId xmlns:a16="http://schemas.microsoft.com/office/drawing/2014/main" id="{00C9941F-84D5-AF77-5B38-B84A55F9F633}"/>
              </a:ext>
            </a:extLst>
          </p:cNvPr>
          <p:cNvSpPr>
            <a:spLocks noChangeArrowheads="1"/>
          </p:cNvSpPr>
          <p:nvPr/>
        </p:nvSpPr>
        <p:spPr bwMode="auto">
          <a:xfrm rot="-3358662">
            <a:off x="3656013" y="5345112"/>
            <a:ext cx="139700" cy="809625"/>
          </a:xfrm>
          <a:prstGeom prst="downArrow">
            <a:avLst>
              <a:gd name="adj1" fmla="val 50000"/>
              <a:gd name="adj2" fmla="val 144886"/>
            </a:avLst>
          </a:prstGeom>
          <a:solidFill>
            <a:srgbClr val="0033CC">
              <a:alpha val="7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nvGrpSpPr>
          <p:cNvPr id="370737" name="Group 49">
            <a:extLst>
              <a:ext uri="{FF2B5EF4-FFF2-40B4-BE49-F238E27FC236}">
                <a16:creationId xmlns:a16="http://schemas.microsoft.com/office/drawing/2014/main" id="{F715D7BB-8501-2B9C-0716-03A0B584356B}"/>
              </a:ext>
            </a:extLst>
          </p:cNvPr>
          <p:cNvGrpSpPr>
            <a:grpSpLocks/>
          </p:cNvGrpSpPr>
          <p:nvPr/>
        </p:nvGrpSpPr>
        <p:grpSpPr bwMode="auto">
          <a:xfrm>
            <a:off x="1474788" y="4932363"/>
            <a:ext cx="1652587" cy="873125"/>
            <a:chOff x="767" y="1650"/>
            <a:chExt cx="1091" cy="560"/>
          </a:xfrm>
        </p:grpSpPr>
        <p:sp>
          <p:nvSpPr>
            <p:cNvPr id="370738" name="Freeform 50">
              <a:extLst>
                <a:ext uri="{FF2B5EF4-FFF2-40B4-BE49-F238E27FC236}">
                  <a16:creationId xmlns:a16="http://schemas.microsoft.com/office/drawing/2014/main" id="{500917C8-9A0F-B14B-9B4E-D175E76EBA93}"/>
                </a:ext>
              </a:extLst>
            </p:cNvPr>
            <p:cNvSpPr>
              <a:spLocks/>
            </p:cNvSpPr>
            <p:nvPr/>
          </p:nvSpPr>
          <p:spPr bwMode="auto">
            <a:xfrm>
              <a:off x="767" y="1650"/>
              <a:ext cx="1091" cy="441"/>
            </a:xfrm>
            <a:custGeom>
              <a:avLst/>
              <a:gdLst>
                <a:gd name="T0" fmla="*/ 60 w 1091"/>
                <a:gd name="T1" fmla="*/ 408 h 441"/>
                <a:gd name="T2" fmla="*/ 26 w 1091"/>
                <a:gd name="T3" fmla="*/ 358 h 441"/>
                <a:gd name="T4" fmla="*/ 0 w 1091"/>
                <a:gd name="T5" fmla="*/ 328 h 441"/>
                <a:gd name="T6" fmla="*/ 28 w 1091"/>
                <a:gd name="T7" fmla="*/ 288 h 441"/>
                <a:gd name="T8" fmla="*/ 48 w 1091"/>
                <a:gd name="T9" fmla="*/ 252 h 441"/>
                <a:gd name="T10" fmla="*/ 76 w 1091"/>
                <a:gd name="T11" fmla="*/ 228 h 441"/>
                <a:gd name="T12" fmla="*/ 112 w 1091"/>
                <a:gd name="T13" fmla="*/ 220 h 441"/>
                <a:gd name="T14" fmla="*/ 156 w 1091"/>
                <a:gd name="T15" fmla="*/ 208 h 441"/>
                <a:gd name="T16" fmla="*/ 192 w 1091"/>
                <a:gd name="T17" fmla="*/ 200 h 441"/>
                <a:gd name="T18" fmla="*/ 232 w 1091"/>
                <a:gd name="T19" fmla="*/ 188 h 441"/>
                <a:gd name="T20" fmla="*/ 292 w 1091"/>
                <a:gd name="T21" fmla="*/ 168 h 441"/>
                <a:gd name="T22" fmla="*/ 368 w 1091"/>
                <a:gd name="T23" fmla="*/ 80 h 441"/>
                <a:gd name="T24" fmla="*/ 416 w 1091"/>
                <a:gd name="T25" fmla="*/ 36 h 441"/>
                <a:gd name="T26" fmla="*/ 468 w 1091"/>
                <a:gd name="T27" fmla="*/ 4 h 441"/>
                <a:gd name="T28" fmla="*/ 500 w 1091"/>
                <a:gd name="T29" fmla="*/ 0 h 441"/>
                <a:gd name="T30" fmla="*/ 580 w 1091"/>
                <a:gd name="T31" fmla="*/ 0 h 441"/>
                <a:gd name="T32" fmla="*/ 684 w 1091"/>
                <a:gd name="T33" fmla="*/ 0 h 441"/>
                <a:gd name="T34" fmla="*/ 732 w 1091"/>
                <a:gd name="T35" fmla="*/ 8 h 441"/>
                <a:gd name="T36" fmla="*/ 784 w 1091"/>
                <a:gd name="T37" fmla="*/ 16 h 441"/>
                <a:gd name="T38" fmla="*/ 836 w 1091"/>
                <a:gd name="T39" fmla="*/ 32 h 441"/>
                <a:gd name="T40" fmla="*/ 860 w 1091"/>
                <a:gd name="T41" fmla="*/ 64 h 441"/>
                <a:gd name="T42" fmla="*/ 880 w 1091"/>
                <a:gd name="T43" fmla="*/ 112 h 441"/>
                <a:gd name="T44" fmla="*/ 900 w 1091"/>
                <a:gd name="T45" fmla="*/ 152 h 441"/>
                <a:gd name="T46" fmla="*/ 932 w 1091"/>
                <a:gd name="T47" fmla="*/ 200 h 441"/>
                <a:gd name="T48" fmla="*/ 964 w 1091"/>
                <a:gd name="T49" fmla="*/ 200 h 441"/>
                <a:gd name="T50" fmla="*/ 1028 w 1091"/>
                <a:gd name="T51" fmla="*/ 204 h 441"/>
                <a:gd name="T52" fmla="*/ 1084 w 1091"/>
                <a:gd name="T53" fmla="*/ 212 h 441"/>
                <a:gd name="T54" fmla="*/ 1090 w 1091"/>
                <a:gd name="T55" fmla="*/ 263 h 441"/>
                <a:gd name="T56" fmla="*/ 1090 w 1091"/>
                <a:gd name="T57" fmla="*/ 304 h 441"/>
                <a:gd name="T58" fmla="*/ 1090 w 1091"/>
                <a:gd name="T59" fmla="*/ 345 h 441"/>
                <a:gd name="T60" fmla="*/ 1088 w 1091"/>
                <a:gd name="T61" fmla="*/ 380 h 441"/>
                <a:gd name="T62" fmla="*/ 1072 w 1091"/>
                <a:gd name="T63" fmla="*/ 408 h 441"/>
                <a:gd name="T64" fmla="*/ 1040 w 1091"/>
                <a:gd name="T65" fmla="*/ 432 h 441"/>
                <a:gd name="T66" fmla="*/ 1004 w 1091"/>
                <a:gd name="T67" fmla="*/ 432 h 441"/>
                <a:gd name="T68" fmla="*/ 952 w 1091"/>
                <a:gd name="T69" fmla="*/ 436 h 441"/>
                <a:gd name="T70" fmla="*/ 908 w 1091"/>
                <a:gd name="T71" fmla="*/ 436 h 441"/>
                <a:gd name="T72" fmla="*/ 884 w 1091"/>
                <a:gd name="T73" fmla="*/ 396 h 441"/>
                <a:gd name="T74" fmla="*/ 856 w 1091"/>
                <a:gd name="T75" fmla="*/ 372 h 441"/>
                <a:gd name="T76" fmla="*/ 820 w 1091"/>
                <a:gd name="T77" fmla="*/ 352 h 441"/>
                <a:gd name="T78" fmla="*/ 768 w 1091"/>
                <a:gd name="T79" fmla="*/ 348 h 441"/>
                <a:gd name="T80" fmla="*/ 720 w 1091"/>
                <a:gd name="T81" fmla="*/ 364 h 441"/>
                <a:gd name="T82" fmla="*/ 688 w 1091"/>
                <a:gd name="T83" fmla="*/ 388 h 441"/>
                <a:gd name="T84" fmla="*/ 656 w 1091"/>
                <a:gd name="T85" fmla="*/ 436 h 441"/>
                <a:gd name="T86" fmla="*/ 628 w 1091"/>
                <a:gd name="T87" fmla="*/ 440 h 441"/>
                <a:gd name="T88" fmla="*/ 588 w 1091"/>
                <a:gd name="T89" fmla="*/ 440 h 441"/>
                <a:gd name="T90" fmla="*/ 544 w 1091"/>
                <a:gd name="T91" fmla="*/ 440 h 441"/>
                <a:gd name="T92" fmla="*/ 484 w 1091"/>
                <a:gd name="T93" fmla="*/ 436 h 441"/>
                <a:gd name="T94" fmla="*/ 460 w 1091"/>
                <a:gd name="T95" fmla="*/ 400 h 441"/>
                <a:gd name="T96" fmla="*/ 428 w 1091"/>
                <a:gd name="T97" fmla="*/ 368 h 441"/>
                <a:gd name="T98" fmla="*/ 384 w 1091"/>
                <a:gd name="T99" fmla="*/ 352 h 441"/>
                <a:gd name="T100" fmla="*/ 352 w 1091"/>
                <a:gd name="T101" fmla="*/ 348 h 441"/>
                <a:gd name="T102" fmla="*/ 316 w 1091"/>
                <a:gd name="T103" fmla="*/ 356 h 441"/>
                <a:gd name="T104" fmla="*/ 284 w 1091"/>
                <a:gd name="T105" fmla="*/ 372 h 441"/>
                <a:gd name="T106" fmla="*/ 252 w 1091"/>
                <a:gd name="T107" fmla="*/ 404 h 441"/>
                <a:gd name="T108" fmla="*/ 228 w 1091"/>
                <a:gd name="T109" fmla="*/ 440 h 441"/>
                <a:gd name="T110" fmla="*/ 168 w 1091"/>
                <a:gd name="T111" fmla="*/ 440 h 441"/>
                <a:gd name="T112" fmla="*/ 132 w 1091"/>
                <a:gd name="T113" fmla="*/ 440 h 441"/>
                <a:gd name="T114" fmla="*/ 88 w 1091"/>
                <a:gd name="T115" fmla="*/ 434 h 441"/>
                <a:gd name="T116" fmla="*/ 60 w 1091"/>
                <a:gd name="T117" fmla="*/ 408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91" h="441">
                  <a:moveTo>
                    <a:pt x="60" y="408"/>
                  </a:moveTo>
                  <a:lnTo>
                    <a:pt x="26" y="358"/>
                  </a:lnTo>
                  <a:lnTo>
                    <a:pt x="0" y="328"/>
                  </a:lnTo>
                  <a:lnTo>
                    <a:pt x="28" y="288"/>
                  </a:lnTo>
                  <a:lnTo>
                    <a:pt x="48" y="252"/>
                  </a:lnTo>
                  <a:lnTo>
                    <a:pt x="76" y="228"/>
                  </a:lnTo>
                  <a:lnTo>
                    <a:pt x="112" y="220"/>
                  </a:lnTo>
                  <a:lnTo>
                    <a:pt x="156" y="208"/>
                  </a:lnTo>
                  <a:lnTo>
                    <a:pt x="192" y="200"/>
                  </a:lnTo>
                  <a:lnTo>
                    <a:pt x="232" y="188"/>
                  </a:lnTo>
                  <a:lnTo>
                    <a:pt x="292" y="168"/>
                  </a:lnTo>
                  <a:lnTo>
                    <a:pt x="368" y="80"/>
                  </a:lnTo>
                  <a:lnTo>
                    <a:pt x="416" y="36"/>
                  </a:lnTo>
                  <a:lnTo>
                    <a:pt x="468" y="4"/>
                  </a:lnTo>
                  <a:lnTo>
                    <a:pt x="500" y="0"/>
                  </a:lnTo>
                  <a:lnTo>
                    <a:pt x="580" y="0"/>
                  </a:lnTo>
                  <a:lnTo>
                    <a:pt x="684" y="0"/>
                  </a:lnTo>
                  <a:lnTo>
                    <a:pt x="732" y="8"/>
                  </a:lnTo>
                  <a:lnTo>
                    <a:pt x="784" y="16"/>
                  </a:lnTo>
                  <a:lnTo>
                    <a:pt x="836" y="32"/>
                  </a:lnTo>
                  <a:lnTo>
                    <a:pt x="860" y="64"/>
                  </a:lnTo>
                  <a:lnTo>
                    <a:pt x="880" y="112"/>
                  </a:lnTo>
                  <a:lnTo>
                    <a:pt x="900" y="152"/>
                  </a:lnTo>
                  <a:lnTo>
                    <a:pt x="932" y="200"/>
                  </a:lnTo>
                  <a:lnTo>
                    <a:pt x="964" y="200"/>
                  </a:lnTo>
                  <a:lnTo>
                    <a:pt x="1028" y="204"/>
                  </a:lnTo>
                  <a:lnTo>
                    <a:pt x="1084" y="212"/>
                  </a:lnTo>
                  <a:lnTo>
                    <a:pt x="1090" y="263"/>
                  </a:lnTo>
                  <a:lnTo>
                    <a:pt x="1090" y="304"/>
                  </a:lnTo>
                  <a:lnTo>
                    <a:pt x="1090" y="345"/>
                  </a:lnTo>
                  <a:lnTo>
                    <a:pt x="1088" y="380"/>
                  </a:lnTo>
                  <a:lnTo>
                    <a:pt x="1072" y="408"/>
                  </a:lnTo>
                  <a:lnTo>
                    <a:pt x="1040" y="432"/>
                  </a:lnTo>
                  <a:lnTo>
                    <a:pt x="1004" y="432"/>
                  </a:lnTo>
                  <a:lnTo>
                    <a:pt x="952" y="436"/>
                  </a:lnTo>
                  <a:lnTo>
                    <a:pt x="908" y="436"/>
                  </a:lnTo>
                  <a:lnTo>
                    <a:pt x="884" y="396"/>
                  </a:lnTo>
                  <a:lnTo>
                    <a:pt x="856" y="372"/>
                  </a:lnTo>
                  <a:lnTo>
                    <a:pt x="820" y="352"/>
                  </a:lnTo>
                  <a:lnTo>
                    <a:pt x="768" y="348"/>
                  </a:lnTo>
                  <a:lnTo>
                    <a:pt x="720" y="364"/>
                  </a:lnTo>
                  <a:lnTo>
                    <a:pt x="688" y="388"/>
                  </a:lnTo>
                  <a:lnTo>
                    <a:pt x="656" y="436"/>
                  </a:lnTo>
                  <a:lnTo>
                    <a:pt x="628" y="440"/>
                  </a:lnTo>
                  <a:lnTo>
                    <a:pt x="588" y="440"/>
                  </a:lnTo>
                  <a:lnTo>
                    <a:pt x="544" y="440"/>
                  </a:lnTo>
                  <a:lnTo>
                    <a:pt x="484" y="436"/>
                  </a:lnTo>
                  <a:lnTo>
                    <a:pt x="460" y="400"/>
                  </a:lnTo>
                  <a:lnTo>
                    <a:pt x="428" y="368"/>
                  </a:lnTo>
                  <a:lnTo>
                    <a:pt x="384" y="352"/>
                  </a:lnTo>
                  <a:lnTo>
                    <a:pt x="352" y="348"/>
                  </a:lnTo>
                  <a:lnTo>
                    <a:pt x="316" y="356"/>
                  </a:lnTo>
                  <a:lnTo>
                    <a:pt x="284" y="372"/>
                  </a:lnTo>
                  <a:lnTo>
                    <a:pt x="252" y="404"/>
                  </a:lnTo>
                  <a:lnTo>
                    <a:pt x="228" y="440"/>
                  </a:lnTo>
                  <a:lnTo>
                    <a:pt x="168" y="440"/>
                  </a:lnTo>
                  <a:lnTo>
                    <a:pt x="132" y="440"/>
                  </a:lnTo>
                  <a:lnTo>
                    <a:pt x="88" y="434"/>
                  </a:lnTo>
                  <a:lnTo>
                    <a:pt x="60" y="408"/>
                  </a:lnTo>
                </a:path>
              </a:pathLst>
            </a:custGeom>
            <a:solidFill>
              <a:schemeClr val="bg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370739" name="Group 51">
              <a:extLst>
                <a:ext uri="{FF2B5EF4-FFF2-40B4-BE49-F238E27FC236}">
                  <a16:creationId xmlns:a16="http://schemas.microsoft.com/office/drawing/2014/main" id="{4BC48FF4-2271-3A9A-CE93-177C92235AE3}"/>
                </a:ext>
              </a:extLst>
            </p:cNvPr>
            <p:cNvGrpSpPr>
              <a:grpSpLocks/>
            </p:cNvGrpSpPr>
            <p:nvPr/>
          </p:nvGrpSpPr>
          <p:grpSpPr bwMode="auto">
            <a:xfrm>
              <a:off x="1023" y="2022"/>
              <a:ext cx="200" cy="188"/>
              <a:chOff x="1023" y="2022"/>
              <a:chExt cx="200" cy="188"/>
            </a:xfrm>
          </p:grpSpPr>
          <p:sp>
            <p:nvSpPr>
              <p:cNvPr id="370740" name="Oval 52">
                <a:extLst>
                  <a:ext uri="{FF2B5EF4-FFF2-40B4-BE49-F238E27FC236}">
                    <a16:creationId xmlns:a16="http://schemas.microsoft.com/office/drawing/2014/main" id="{A473E67C-3196-6979-85CA-007E3E9747DC}"/>
                  </a:ext>
                </a:extLst>
              </p:cNvPr>
              <p:cNvSpPr>
                <a:spLocks noChangeArrowheads="1"/>
              </p:cNvSpPr>
              <p:nvPr/>
            </p:nvSpPr>
            <p:spPr bwMode="auto">
              <a:xfrm>
                <a:off x="1023" y="2022"/>
                <a:ext cx="200" cy="188"/>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41" name="Oval 53">
                <a:extLst>
                  <a:ext uri="{FF2B5EF4-FFF2-40B4-BE49-F238E27FC236}">
                    <a16:creationId xmlns:a16="http://schemas.microsoft.com/office/drawing/2014/main" id="{E85BF6E4-6BC6-764F-DA54-49BF4F838E27}"/>
                  </a:ext>
                </a:extLst>
              </p:cNvPr>
              <p:cNvSpPr>
                <a:spLocks noChangeArrowheads="1"/>
              </p:cNvSpPr>
              <p:nvPr/>
            </p:nvSpPr>
            <p:spPr bwMode="auto">
              <a:xfrm>
                <a:off x="1063"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70742" name="Group 54">
              <a:extLst>
                <a:ext uri="{FF2B5EF4-FFF2-40B4-BE49-F238E27FC236}">
                  <a16:creationId xmlns:a16="http://schemas.microsoft.com/office/drawing/2014/main" id="{68707BBF-F066-C439-CC3A-2C902A99C99E}"/>
                </a:ext>
              </a:extLst>
            </p:cNvPr>
            <p:cNvGrpSpPr>
              <a:grpSpLocks/>
            </p:cNvGrpSpPr>
            <p:nvPr/>
          </p:nvGrpSpPr>
          <p:grpSpPr bwMode="auto">
            <a:xfrm>
              <a:off x="1449" y="2022"/>
              <a:ext cx="200" cy="188"/>
              <a:chOff x="1449" y="2022"/>
              <a:chExt cx="200" cy="188"/>
            </a:xfrm>
          </p:grpSpPr>
          <p:sp>
            <p:nvSpPr>
              <p:cNvPr id="370743" name="Oval 55">
                <a:extLst>
                  <a:ext uri="{FF2B5EF4-FFF2-40B4-BE49-F238E27FC236}">
                    <a16:creationId xmlns:a16="http://schemas.microsoft.com/office/drawing/2014/main" id="{9DCE3C2C-618D-C55A-E282-F9688082AE8E}"/>
                  </a:ext>
                </a:extLst>
              </p:cNvPr>
              <p:cNvSpPr>
                <a:spLocks noChangeArrowheads="1"/>
              </p:cNvSpPr>
              <p:nvPr/>
            </p:nvSpPr>
            <p:spPr bwMode="auto">
              <a:xfrm>
                <a:off x="1449" y="2022"/>
                <a:ext cx="200" cy="188"/>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44" name="Oval 56">
                <a:extLst>
                  <a:ext uri="{FF2B5EF4-FFF2-40B4-BE49-F238E27FC236}">
                    <a16:creationId xmlns:a16="http://schemas.microsoft.com/office/drawing/2014/main" id="{DEB0F32F-10AA-17FC-D5AF-0BDB1DB39D7A}"/>
                  </a:ext>
                </a:extLst>
              </p:cNvPr>
              <p:cNvSpPr>
                <a:spLocks noChangeArrowheads="1"/>
              </p:cNvSpPr>
              <p:nvPr/>
            </p:nvSpPr>
            <p:spPr bwMode="auto">
              <a:xfrm>
                <a:off x="1489"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grpSp>
        <p:nvGrpSpPr>
          <p:cNvPr id="370747" name="Group 59">
            <a:extLst>
              <a:ext uri="{FF2B5EF4-FFF2-40B4-BE49-F238E27FC236}">
                <a16:creationId xmlns:a16="http://schemas.microsoft.com/office/drawing/2014/main" id="{8682D9FA-8ED2-D2DB-1540-FDF957656B14}"/>
              </a:ext>
            </a:extLst>
          </p:cNvPr>
          <p:cNvGrpSpPr>
            <a:grpSpLocks/>
          </p:cNvGrpSpPr>
          <p:nvPr/>
        </p:nvGrpSpPr>
        <p:grpSpPr bwMode="auto">
          <a:xfrm>
            <a:off x="4449763" y="4359275"/>
            <a:ext cx="1652587" cy="873125"/>
            <a:chOff x="767" y="1650"/>
            <a:chExt cx="1091" cy="560"/>
          </a:xfrm>
        </p:grpSpPr>
        <p:sp>
          <p:nvSpPr>
            <p:cNvPr id="370748" name="Freeform 60">
              <a:extLst>
                <a:ext uri="{FF2B5EF4-FFF2-40B4-BE49-F238E27FC236}">
                  <a16:creationId xmlns:a16="http://schemas.microsoft.com/office/drawing/2014/main" id="{37D63867-7A26-030D-B67B-AAE3115DB608}"/>
                </a:ext>
              </a:extLst>
            </p:cNvPr>
            <p:cNvSpPr>
              <a:spLocks/>
            </p:cNvSpPr>
            <p:nvPr/>
          </p:nvSpPr>
          <p:spPr bwMode="auto">
            <a:xfrm>
              <a:off x="767" y="1650"/>
              <a:ext cx="1091" cy="441"/>
            </a:xfrm>
            <a:custGeom>
              <a:avLst/>
              <a:gdLst>
                <a:gd name="T0" fmla="*/ 60 w 1091"/>
                <a:gd name="T1" fmla="*/ 408 h 441"/>
                <a:gd name="T2" fmla="*/ 26 w 1091"/>
                <a:gd name="T3" fmla="*/ 358 h 441"/>
                <a:gd name="T4" fmla="*/ 0 w 1091"/>
                <a:gd name="T5" fmla="*/ 328 h 441"/>
                <a:gd name="T6" fmla="*/ 28 w 1091"/>
                <a:gd name="T7" fmla="*/ 288 h 441"/>
                <a:gd name="T8" fmla="*/ 48 w 1091"/>
                <a:gd name="T9" fmla="*/ 252 h 441"/>
                <a:gd name="T10" fmla="*/ 76 w 1091"/>
                <a:gd name="T11" fmla="*/ 228 h 441"/>
                <a:gd name="T12" fmla="*/ 112 w 1091"/>
                <a:gd name="T13" fmla="*/ 220 h 441"/>
                <a:gd name="T14" fmla="*/ 156 w 1091"/>
                <a:gd name="T15" fmla="*/ 208 h 441"/>
                <a:gd name="T16" fmla="*/ 192 w 1091"/>
                <a:gd name="T17" fmla="*/ 200 h 441"/>
                <a:gd name="T18" fmla="*/ 232 w 1091"/>
                <a:gd name="T19" fmla="*/ 188 h 441"/>
                <a:gd name="T20" fmla="*/ 292 w 1091"/>
                <a:gd name="T21" fmla="*/ 168 h 441"/>
                <a:gd name="T22" fmla="*/ 368 w 1091"/>
                <a:gd name="T23" fmla="*/ 80 h 441"/>
                <a:gd name="T24" fmla="*/ 416 w 1091"/>
                <a:gd name="T25" fmla="*/ 36 h 441"/>
                <a:gd name="T26" fmla="*/ 468 w 1091"/>
                <a:gd name="T27" fmla="*/ 4 h 441"/>
                <a:gd name="T28" fmla="*/ 500 w 1091"/>
                <a:gd name="T29" fmla="*/ 0 h 441"/>
                <a:gd name="T30" fmla="*/ 580 w 1091"/>
                <a:gd name="T31" fmla="*/ 0 h 441"/>
                <a:gd name="T32" fmla="*/ 684 w 1091"/>
                <a:gd name="T33" fmla="*/ 0 h 441"/>
                <a:gd name="T34" fmla="*/ 732 w 1091"/>
                <a:gd name="T35" fmla="*/ 8 h 441"/>
                <a:gd name="T36" fmla="*/ 784 w 1091"/>
                <a:gd name="T37" fmla="*/ 16 h 441"/>
                <a:gd name="T38" fmla="*/ 836 w 1091"/>
                <a:gd name="T39" fmla="*/ 32 h 441"/>
                <a:gd name="T40" fmla="*/ 860 w 1091"/>
                <a:gd name="T41" fmla="*/ 64 h 441"/>
                <a:gd name="T42" fmla="*/ 880 w 1091"/>
                <a:gd name="T43" fmla="*/ 112 h 441"/>
                <a:gd name="T44" fmla="*/ 900 w 1091"/>
                <a:gd name="T45" fmla="*/ 152 h 441"/>
                <a:gd name="T46" fmla="*/ 932 w 1091"/>
                <a:gd name="T47" fmla="*/ 200 h 441"/>
                <a:gd name="T48" fmla="*/ 964 w 1091"/>
                <a:gd name="T49" fmla="*/ 200 h 441"/>
                <a:gd name="T50" fmla="*/ 1028 w 1091"/>
                <a:gd name="T51" fmla="*/ 204 h 441"/>
                <a:gd name="T52" fmla="*/ 1084 w 1091"/>
                <a:gd name="T53" fmla="*/ 212 h 441"/>
                <a:gd name="T54" fmla="*/ 1090 w 1091"/>
                <a:gd name="T55" fmla="*/ 263 h 441"/>
                <a:gd name="T56" fmla="*/ 1090 w 1091"/>
                <a:gd name="T57" fmla="*/ 304 h 441"/>
                <a:gd name="T58" fmla="*/ 1090 w 1091"/>
                <a:gd name="T59" fmla="*/ 345 h 441"/>
                <a:gd name="T60" fmla="*/ 1088 w 1091"/>
                <a:gd name="T61" fmla="*/ 380 h 441"/>
                <a:gd name="T62" fmla="*/ 1072 w 1091"/>
                <a:gd name="T63" fmla="*/ 408 h 441"/>
                <a:gd name="T64" fmla="*/ 1040 w 1091"/>
                <a:gd name="T65" fmla="*/ 432 h 441"/>
                <a:gd name="T66" fmla="*/ 1004 w 1091"/>
                <a:gd name="T67" fmla="*/ 432 h 441"/>
                <a:gd name="T68" fmla="*/ 952 w 1091"/>
                <a:gd name="T69" fmla="*/ 436 h 441"/>
                <a:gd name="T70" fmla="*/ 908 w 1091"/>
                <a:gd name="T71" fmla="*/ 436 h 441"/>
                <a:gd name="T72" fmla="*/ 884 w 1091"/>
                <a:gd name="T73" fmla="*/ 396 h 441"/>
                <a:gd name="T74" fmla="*/ 856 w 1091"/>
                <a:gd name="T75" fmla="*/ 372 h 441"/>
                <a:gd name="T76" fmla="*/ 820 w 1091"/>
                <a:gd name="T77" fmla="*/ 352 h 441"/>
                <a:gd name="T78" fmla="*/ 768 w 1091"/>
                <a:gd name="T79" fmla="*/ 348 h 441"/>
                <a:gd name="T80" fmla="*/ 720 w 1091"/>
                <a:gd name="T81" fmla="*/ 364 h 441"/>
                <a:gd name="T82" fmla="*/ 688 w 1091"/>
                <a:gd name="T83" fmla="*/ 388 h 441"/>
                <a:gd name="T84" fmla="*/ 656 w 1091"/>
                <a:gd name="T85" fmla="*/ 436 h 441"/>
                <a:gd name="T86" fmla="*/ 628 w 1091"/>
                <a:gd name="T87" fmla="*/ 440 h 441"/>
                <a:gd name="T88" fmla="*/ 588 w 1091"/>
                <a:gd name="T89" fmla="*/ 440 h 441"/>
                <a:gd name="T90" fmla="*/ 544 w 1091"/>
                <a:gd name="T91" fmla="*/ 440 h 441"/>
                <a:gd name="T92" fmla="*/ 484 w 1091"/>
                <a:gd name="T93" fmla="*/ 436 h 441"/>
                <a:gd name="T94" fmla="*/ 460 w 1091"/>
                <a:gd name="T95" fmla="*/ 400 h 441"/>
                <a:gd name="T96" fmla="*/ 428 w 1091"/>
                <a:gd name="T97" fmla="*/ 368 h 441"/>
                <a:gd name="T98" fmla="*/ 384 w 1091"/>
                <a:gd name="T99" fmla="*/ 352 h 441"/>
                <a:gd name="T100" fmla="*/ 352 w 1091"/>
                <a:gd name="T101" fmla="*/ 348 h 441"/>
                <a:gd name="T102" fmla="*/ 316 w 1091"/>
                <a:gd name="T103" fmla="*/ 356 h 441"/>
                <a:gd name="T104" fmla="*/ 284 w 1091"/>
                <a:gd name="T105" fmla="*/ 372 h 441"/>
                <a:gd name="T106" fmla="*/ 252 w 1091"/>
                <a:gd name="T107" fmla="*/ 404 h 441"/>
                <a:gd name="T108" fmla="*/ 228 w 1091"/>
                <a:gd name="T109" fmla="*/ 440 h 441"/>
                <a:gd name="T110" fmla="*/ 168 w 1091"/>
                <a:gd name="T111" fmla="*/ 440 h 441"/>
                <a:gd name="T112" fmla="*/ 132 w 1091"/>
                <a:gd name="T113" fmla="*/ 440 h 441"/>
                <a:gd name="T114" fmla="*/ 88 w 1091"/>
                <a:gd name="T115" fmla="*/ 434 h 441"/>
                <a:gd name="T116" fmla="*/ 60 w 1091"/>
                <a:gd name="T117" fmla="*/ 408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91" h="441">
                  <a:moveTo>
                    <a:pt x="60" y="408"/>
                  </a:moveTo>
                  <a:lnTo>
                    <a:pt x="26" y="358"/>
                  </a:lnTo>
                  <a:lnTo>
                    <a:pt x="0" y="328"/>
                  </a:lnTo>
                  <a:lnTo>
                    <a:pt x="28" y="288"/>
                  </a:lnTo>
                  <a:lnTo>
                    <a:pt x="48" y="252"/>
                  </a:lnTo>
                  <a:lnTo>
                    <a:pt x="76" y="228"/>
                  </a:lnTo>
                  <a:lnTo>
                    <a:pt x="112" y="220"/>
                  </a:lnTo>
                  <a:lnTo>
                    <a:pt x="156" y="208"/>
                  </a:lnTo>
                  <a:lnTo>
                    <a:pt x="192" y="200"/>
                  </a:lnTo>
                  <a:lnTo>
                    <a:pt x="232" y="188"/>
                  </a:lnTo>
                  <a:lnTo>
                    <a:pt x="292" y="168"/>
                  </a:lnTo>
                  <a:lnTo>
                    <a:pt x="368" y="80"/>
                  </a:lnTo>
                  <a:lnTo>
                    <a:pt x="416" y="36"/>
                  </a:lnTo>
                  <a:lnTo>
                    <a:pt x="468" y="4"/>
                  </a:lnTo>
                  <a:lnTo>
                    <a:pt x="500" y="0"/>
                  </a:lnTo>
                  <a:lnTo>
                    <a:pt x="580" y="0"/>
                  </a:lnTo>
                  <a:lnTo>
                    <a:pt x="684" y="0"/>
                  </a:lnTo>
                  <a:lnTo>
                    <a:pt x="732" y="8"/>
                  </a:lnTo>
                  <a:lnTo>
                    <a:pt x="784" y="16"/>
                  </a:lnTo>
                  <a:lnTo>
                    <a:pt x="836" y="32"/>
                  </a:lnTo>
                  <a:lnTo>
                    <a:pt x="860" y="64"/>
                  </a:lnTo>
                  <a:lnTo>
                    <a:pt x="880" y="112"/>
                  </a:lnTo>
                  <a:lnTo>
                    <a:pt x="900" y="152"/>
                  </a:lnTo>
                  <a:lnTo>
                    <a:pt x="932" y="200"/>
                  </a:lnTo>
                  <a:lnTo>
                    <a:pt x="964" y="200"/>
                  </a:lnTo>
                  <a:lnTo>
                    <a:pt x="1028" y="204"/>
                  </a:lnTo>
                  <a:lnTo>
                    <a:pt x="1084" y="212"/>
                  </a:lnTo>
                  <a:lnTo>
                    <a:pt x="1090" y="263"/>
                  </a:lnTo>
                  <a:lnTo>
                    <a:pt x="1090" y="304"/>
                  </a:lnTo>
                  <a:lnTo>
                    <a:pt x="1090" y="345"/>
                  </a:lnTo>
                  <a:lnTo>
                    <a:pt x="1088" y="380"/>
                  </a:lnTo>
                  <a:lnTo>
                    <a:pt x="1072" y="408"/>
                  </a:lnTo>
                  <a:lnTo>
                    <a:pt x="1040" y="432"/>
                  </a:lnTo>
                  <a:lnTo>
                    <a:pt x="1004" y="432"/>
                  </a:lnTo>
                  <a:lnTo>
                    <a:pt x="952" y="436"/>
                  </a:lnTo>
                  <a:lnTo>
                    <a:pt x="908" y="436"/>
                  </a:lnTo>
                  <a:lnTo>
                    <a:pt x="884" y="396"/>
                  </a:lnTo>
                  <a:lnTo>
                    <a:pt x="856" y="372"/>
                  </a:lnTo>
                  <a:lnTo>
                    <a:pt x="820" y="352"/>
                  </a:lnTo>
                  <a:lnTo>
                    <a:pt x="768" y="348"/>
                  </a:lnTo>
                  <a:lnTo>
                    <a:pt x="720" y="364"/>
                  </a:lnTo>
                  <a:lnTo>
                    <a:pt x="688" y="388"/>
                  </a:lnTo>
                  <a:lnTo>
                    <a:pt x="656" y="436"/>
                  </a:lnTo>
                  <a:lnTo>
                    <a:pt x="628" y="440"/>
                  </a:lnTo>
                  <a:lnTo>
                    <a:pt x="588" y="440"/>
                  </a:lnTo>
                  <a:lnTo>
                    <a:pt x="544" y="440"/>
                  </a:lnTo>
                  <a:lnTo>
                    <a:pt x="484" y="436"/>
                  </a:lnTo>
                  <a:lnTo>
                    <a:pt x="460" y="400"/>
                  </a:lnTo>
                  <a:lnTo>
                    <a:pt x="428" y="368"/>
                  </a:lnTo>
                  <a:lnTo>
                    <a:pt x="384" y="352"/>
                  </a:lnTo>
                  <a:lnTo>
                    <a:pt x="352" y="348"/>
                  </a:lnTo>
                  <a:lnTo>
                    <a:pt x="316" y="356"/>
                  </a:lnTo>
                  <a:lnTo>
                    <a:pt x="284" y="372"/>
                  </a:lnTo>
                  <a:lnTo>
                    <a:pt x="252" y="404"/>
                  </a:lnTo>
                  <a:lnTo>
                    <a:pt x="228" y="440"/>
                  </a:lnTo>
                  <a:lnTo>
                    <a:pt x="168" y="440"/>
                  </a:lnTo>
                  <a:lnTo>
                    <a:pt x="132" y="440"/>
                  </a:lnTo>
                  <a:lnTo>
                    <a:pt x="88" y="434"/>
                  </a:lnTo>
                  <a:lnTo>
                    <a:pt x="60" y="408"/>
                  </a:lnTo>
                </a:path>
              </a:pathLst>
            </a:custGeom>
            <a:solidFill>
              <a:srgbClr val="00FFFF"/>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370749" name="Group 61">
              <a:extLst>
                <a:ext uri="{FF2B5EF4-FFF2-40B4-BE49-F238E27FC236}">
                  <a16:creationId xmlns:a16="http://schemas.microsoft.com/office/drawing/2014/main" id="{2DDC72D9-FAD1-330B-47CC-079E339938FC}"/>
                </a:ext>
              </a:extLst>
            </p:cNvPr>
            <p:cNvGrpSpPr>
              <a:grpSpLocks/>
            </p:cNvGrpSpPr>
            <p:nvPr/>
          </p:nvGrpSpPr>
          <p:grpSpPr bwMode="auto">
            <a:xfrm>
              <a:off x="1023" y="2022"/>
              <a:ext cx="200" cy="188"/>
              <a:chOff x="1023" y="2022"/>
              <a:chExt cx="200" cy="188"/>
            </a:xfrm>
          </p:grpSpPr>
          <p:sp>
            <p:nvSpPr>
              <p:cNvPr id="370750" name="Oval 62">
                <a:extLst>
                  <a:ext uri="{FF2B5EF4-FFF2-40B4-BE49-F238E27FC236}">
                    <a16:creationId xmlns:a16="http://schemas.microsoft.com/office/drawing/2014/main" id="{3F3F7C02-5511-24FA-9EA1-6CD909CA79A4}"/>
                  </a:ext>
                </a:extLst>
              </p:cNvPr>
              <p:cNvSpPr>
                <a:spLocks noChangeArrowheads="1"/>
              </p:cNvSpPr>
              <p:nvPr/>
            </p:nvSpPr>
            <p:spPr bwMode="auto">
              <a:xfrm>
                <a:off x="1023"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51" name="Oval 63">
                <a:extLst>
                  <a:ext uri="{FF2B5EF4-FFF2-40B4-BE49-F238E27FC236}">
                    <a16:creationId xmlns:a16="http://schemas.microsoft.com/office/drawing/2014/main" id="{45AB5026-6200-DD52-A818-E260B76AE18E}"/>
                  </a:ext>
                </a:extLst>
              </p:cNvPr>
              <p:cNvSpPr>
                <a:spLocks noChangeArrowheads="1"/>
              </p:cNvSpPr>
              <p:nvPr/>
            </p:nvSpPr>
            <p:spPr bwMode="auto">
              <a:xfrm>
                <a:off x="1063"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70752" name="Group 64">
              <a:extLst>
                <a:ext uri="{FF2B5EF4-FFF2-40B4-BE49-F238E27FC236}">
                  <a16:creationId xmlns:a16="http://schemas.microsoft.com/office/drawing/2014/main" id="{825DBCD1-1ACC-0151-905C-730739006764}"/>
                </a:ext>
              </a:extLst>
            </p:cNvPr>
            <p:cNvGrpSpPr>
              <a:grpSpLocks/>
            </p:cNvGrpSpPr>
            <p:nvPr/>
          </p:nvGrpSpPr>
          <p:grpSpPr bwMode="auto">
            <a:xfrm>
              <a:off x="1449" y="2022"/>
              <a:ext cx="200" cy="188"/>
              <a:chOff x="1449" y="2022"/>
              <a:chExt cx="200" cy="188"/>
            </a:xfrm>
          </p:grpSpPr>
          <p:sp>
            <p:nvSpPr>
              <p:cNvPr id="370753" name="Oval 65">
                <a:extLst>
                  <a:ext uri="{FF2B5EF4-FFF2-40B4-BE49-F238E27FC236}">
                    <a16:creationId xmlns:a16="http://schemas.microsoft.com/office/drawing/2014/main" id="{CC64E4DC-7896-4B6F-8FD3-DF4922154EED}"/>
                  </a:ext>
                </a:extLst>
              </p:cNvPr>
              <p:cNvSpPr>
                <a:spLocks noChangeArrowheads="1"/>
              </p:cNvSpPr>
              <p:nvPr/>
            </p:nvSpPr>
            <p:spPr bwMode="auto">
              <a:xfrm>
                <a:off x="1449"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54" name="Oval 66">
                <a:extLst>
                  <a:ext uri="{FF2B5EF4-FFF2-40B4-BE49-F238E27FC236}">
                    <a16:creationId xmlns:a16="http://schemas.microsoft.com/office/drawing/2014/main" id="{E3EC9DE1-C19B-AF64-692B-923BF4D6262F}"/>
                  </a:ext>
                </a:extLst>
              </p:cNvPr>
              <p:cNvSpPr>
                <a:spLocks noChangeArrowheads="1"/>
              </p:cNvSpPr>
              <p:nvPr/>
            </p:nvSpPr>
            <p:spPr bwMode="auto">
              <a:xfrm>
                <a:off x="1489"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grpSp>
        <p:nvGrpSpPr>
          <p:cNvPr id="370755" name="Group 67">
            <a:extLst>
              <a:ext uri="{FF2B5EF4-FFF2-40B4-BE49-F238E27FC236}">
                <a16:creationId xmlns:a16="http://schemas.microsoft.com/office/drawing/2014/main" id="{044BB5F3-77F1-7099-A1F3-C9B242692943}"/>
              </a:ext>
            </a:extLst>
          </p:cNvPr>
          <p:cNvGrpSpPr>
            <a:grpSpLocks/>
          </p:cNvGrpSpPr>
          <p:nvPr/>
        </p:nvGrpSpPr>
        <p:grpSpPr bwMode="auto">
          <a:xfrm>
            <a:off x="4464050" y="5422900"/>
            <a:ext cx="1652588" cy="873125"/>
            <a:chOff x="767" y="1650"/>
            <a:chExt cx="1091" cy="560"/>
          </a:xfrm>
        </p:grpSpPr>
        <p:sp>
          <p:nvSpPr>
            <p:cNvPr id="370756" name="Freeform 68">
              <a:extLst>
                <a:ext uri="{FF2B5EF4-FFF2-40B4-BE49-F238E27FC236}">
                  <a16:creationId xmlns:a16="http://schemas.microsoft.com/office/drawing/2014/main" id="{37E11B3A-D1EE-C9C2-5A55-43D8AC558F4B}"/>
                </a:ext>
              </a:extLst>
            </p:cNvPr>
            <p:cNvSpPr>
              <a:spLocks/>
            </p:cNvSpPr>
            <p:nvPr/>
          </p:nvSpPr>
          <p:spPr bwMode="auto">
            <a:xfrm>
              <a:off x="767" y="1650"/>
              <a:ext cx="1091" cy="441"/>
            </a:xfrm>
            <a:custGeom>
              <a:avLst/>
              <a:gdLst>
                <a:gd name="T0" fmla="*/ 60 w 1091"/>
                <a:gd name="T1" fmla="*/ 408 h 441"/>
                <a:gd name="T2" fmla="*/ 26 w 1091"/>
                <a:gd name="T3" fmla="*/ 358 h 441"/>
                <a:gd name="T4" fmla="*/ 0 w 1091"/>
                <a:gd name="T5" fmla="*/ 328 h 441"/>
                <a:gd name="T6" fmla="*/ 28 w 1091"/>
                <a:gd name="T7" fmla="*/ 288 h 441"/>
                <a:gd name="T8" fmla="*/ 48 w 1091"/>
                <a:gd name="T9" fmla="*/ 252 h 441"/>
                <a:gd name="T10" fmla="*/ 76 w 1091"/>
                <a:gd name="T11" fmla="*/ 228 h 441"/>
                <a:gd name="T12" fmla="*/ 112 w 1091"/>
                <a:gd name="T13" fmla="*/ 220 h 441"/>
                <a:gd name="T14" fmla="*/ 156 w 1091"/>
                <a:gd name="T15" fmla="*/ 208 h 441"/>
                <a:gd name="T16" fmla="*/ 192 w 1091"/>
                <a:gd name="T17" fmla="*/ 200 h 441"/>
                <a:gd name="T18" fmla="*/ 232 w 1091"/>
                <a:gd name="T19" fmla="*/ 188 h 441"/>
                <a:gd name="T20" fmla="*/ 292 w 1091"/>
                <a:gd name="T21" fmla="*/ 168 h 441"/>
                <a:gd name="T22" fmla="*/ 368 w 1091"/>
                <a:gd name="T23" fmla="*/ 80 h 441"/>
                <a:gd name="T24" fmla="*/ 416 w 1091"/>
                <a:gd name="T25" fmla="*/ 36 h 441"/>
                <a:gd name="T26" fmla="*/ 468 w 1091"/>
                <a:gd name="T27" fmla="*/ 4 h 441"/>
                <a:gd name="T28" fmla="*/ 500 w 1091"/>
                <a:gd name="T29" fmla="*/ 0 h 441"/>
                <a:gd name="T30" fmla="*/ 580 w 1091"/>
                <a:gd name="T31" fmla="*/ 0 h 441"/>
                <a:gd name="T32" fmla="*/ 684 w 1091"/>
                <a:gd name="T33" fmla="*/ 0 h 441"/>
                <a:gd name="T34" fmla="*/ 732 w 1091"/>
                <a:gd name="T35" fmla="*/ 8 h 441"/>
                <a:gd name="T36" fmla="*/ 784 w 1091"/>
                <a:gd name="T37" fmla="*/ 16 h 441"/>
                <a:gd name="T38" fmla="*/ 836 w 1091"/>
                <a:gd name="T39" fmla="*/ 32 h 441"/>
                <a:gd name="T40" fmla="*/ 860 w 1091"/>
                <a:gd name="T41" fmla="*/ 64 h 441"/>
                <a:gd name="T42" fmla="*/ 880 w 1091"/>
                <a:gd name="T43" fmla="*/ 112 h 441"/>
                <a:gd name="T44" fmla="*/ 900 w 1091"/>
                <a:gd name="T45" fmla="*/ 152 h 441"/>
                <a:gd name="T46" fmla="*/ 932 w 1091"/>
                <a:gd name="T47" fmla="*/ 200 h 441"/>
                <a:gd name="T48" fmla="*/ 964 w 1091"/>
                <a:gd name="T49" fmla="*/ 200 h 441"/>
                <a:gd name="T50" fmla="*/ 1028 w 1091"/>
                <a:gd name="T51" fmla="*/ 204 h 441"/>
                <a:gd name="T52" fmla="*/ 1084 w 1091"/>
                <a:gd name="T53" fmla="*/ 212 h 441"/>
                <a:gd name="T54" fmla="*/ 1090 w 1091"/>
                <a:gd name="T55" fmla="*/ 263 h 441"/>
                <a:gd name="T56" fmla="*/ 1090 w 1091"/>
                <a:gd name="T57" fmla="*/ 304 h 441"/>
                <a:gd name="T58" fmla="*/ 1090 w 1091"/>
                <a:gd name="T59" fmla="*/ 345 h 441"/>
                <a:gd name="T60" fmla="*/ 1088 w 1091"/>
                <a:gd name="T61" fmla="*/ 380 h 441"/>
                <a:gd name="T62" fmla="*/ 1072 w 1091"/>
                <a:gd name="T63" fmla="*/ 408 h 441"/>
                <a:gd name="T64" fmla="*/ 1040 w 1091"/>
                <a:gd name="T65" fmla="*/ 432 h 441"/>
                <a:gd name="T66" fmla="*/ 1004 w 1091"/>
                <a:gd name="T67" fmla="*/ 432 h 441"/>
                <a:gd name="T68" fmla="*/ 952 w 1091"/>
                <a:gd name="T69" fmla="*/ 436 h 441"/>
                <a:gd name="T70" fmla="*/ 908 w 1091"/>
                <a:gd name="T71" fmla="*/ 436 h 441"/>
                <a:gd name="T72" fmla="*/ 884 w 1091"/>
                <a:gd name="T73" fmla="*/ 396 h 441"/>
                <a:gd name="T74" fmla="*/ 856 w 1091"/>
                <a:gd name="T75" fmla="*/ 372 h 441"/>
                <a:gd name="T76" fmla="*/ 820 w 1091"/>
                <a:gd name="T77" fmla="*/ 352 h 441"/>
                <a:gd name="T78" fmla="*/ 768 w 1091"/>
                <a:gd name="T79" fmla="*/ 348 h 441"/>
                <a:gd name="T80" fmla="*/ 720 w 1091"/>
                <a:gd name="T81" fmla="*/ 364 h 441"/>
                <a:gd name="T82" fmla="*/ 688 w 1091"/>
                <a:gd name="T83" fmla="*/ 388 h 441"/>
                <a:gd name="T84" fmla="*/ 656 w 1091"/>
                <a:gd name="T85" fmla="*/ 436 h 441"/>
                <a:gd name="T86" fmla="*/ 628 w 1091"/>
                <a:gd name="T87" fmla="*/ 440 h 441"/>
                <a:gd name="T88" fmla="*/ 588 w 1091"/>
                <a:gd name="T89" fmla="*/ 440 h 441"/>
                <a:gd name="T90" fmla="*/ 544 w 1091"/>
                <a:gd name="T91" fmla="*/ 440 h 441"/>
                <a:gd name="T92" fmla="*/ 484 w 1091"/>
                <a:gd name="T93" fmla="*/ 436 h 441"/>
                <a:gd name="T94" fmla="*/ 460 w 1091"/>
                <a:gd name="T95" fmla="*/ 400 h 441"/>
                <a:gd name="T96" fmla="*/ 428 w 1091"/>
                <a:gd name="T97" fmla="*/ 368 h 441"/>
                <a:gd name="T98" fmla="*/ 384 w 1091"/>
                <a:gd name="T99" fmla="*/ 352 h 441"/>
                <a:gd name="T100" fmla="*/ 352 w 1091"/>
                <a:gd name="T101" fmla="*/ 348 h 441"/>
                <a:gd name="T102" fmla="*/ 316 w 1091"/>
                <a:gd name="T103" fmla="*/ 356 h 441"/>
                <a:gd name="T104" fmla="*/ 284 w 1091"/>
                <a:gd name="T105" fmla="*/ 372 h 441"/>
                <a:gd name="T106" fmla="*/ 252 w 1091"/>
                <a:gd name="T107" fmla="*/ 404 h 441"/>
                <a:gd name="T108" fmla="*/ 228 w 1091"/>
                <a:gd name="T109" fmla="*/ 440 h 441"/>
                <a:gd name="T110" fmla="*/ 168 w 1091"/>
                <a:gd name="T111" fmla="*/ 440 h 441"/>
                <a:gd name="T112" fmla="*/ 132 w 1091"/>
                <a:gd name="T113" fmla="*/ 440 h 441"/>
                <a:gd name="T114" fmla="*/ 88 w 1091"/>
                <a:gd name="T115" fmla="*/ 434 h 441"/>
                <a:gd name="T116" fmla="*/ 60 w 1091"/>
                <a:gd name="T117" fmla="*/ 408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91" h="441">
                  <a:moveTo>
                    <a:pt x="60" y="408"/>
                  </a:moveTo>
                  <a:lnTo>
                    <a:pt x="26" y="358"/>
                  </a:lnTo>
                  <a:lnTo>
                    <a:pt x="0" y="328"/>
                  </a:lnTo>
                  <a:lnTo>
                    <a:pt x="28" y="288"/>
                  </a:lnTo>
                  <a:lnTo>
                    <a:pt x="48" y="252"/>
                  </a:lnTo>
                  <a:lnTo>
                    <a:pt x="76" y="228"/>
                  </a:lnTo>
                  <a:lnTo>
                    <a:pt x="112" y="220"/>
                  </a:lnTo>
                  <a:lnTo>
                    <a:pt x="156" y="208"/>
                  </a:lnTo>
                  <a:lnTo>
                    <a:pt x="192" y="200"/>
                  </a:lnTo>
                  <a:lnTo>
                    <a:pt x="232" y="188"/>
                  </a:lnTo>
                  <a:lnTo>
                    <a:pt x="292" y="168"/>
                  </a:lnTo>
                  <a:lnTo>
                    <a:pt x="368" y="80"/>
                  </a:lnTo>
                  <a:lnTo>
                    <a:pt x="416" y="36"/>
                  </a:lnTo>
                  <a:lnTo>
                    <a:pt x="468" y="4"/>
                  </a:lnTo>
                  <a:lnTo>
                    <a:pt x="500" y="0"/>
                  </a:lnTo>
                  <a:lnTo>
                    <a:pt x="580" y="0"/>
                  </a:lnTo>
                  <a:lnTo>
                    <a:pt x="684" y="0"/>
                  </a:lnTo>
                  <a:lnTo>
                    <a:pt x="732" y="8"/>
                  </a:lnTo>
                  <a:lnTo>
                    <a:pt x="784" y="16"/>
                  </a:lnTo>
                  <a:lnTo>
                    <a:pt x="836" y="32"/>
                  </a:lnTo>
                  <a:lnTo>
                    <a:pt x="860" y="64"/>
                  </a:lnTo>
                  <a:lnTo>
                    <a:pt x="880" y="112"/>
                  </a:lnTo>
                  <a:lnTo>
                    <a:pt x="900" y="152"/>
                  </a:lnTo>
                  <a:lnTo>
                    <a:pt x="932" y="200"/>
                  </a:lnTo>
                  <a:lnTo>
                    <a:pt x="964" y="200"/>
                  </a:lnTo>
                  <a:lnTo>
                    <a:pt x="1028" y="204"/>
                  </a:lnTo>
                  <a:lnTo>
                    <a:pt x="1084" y="212"/>
                  </a:lnTo>
                  <a:lnTo>
                    <a:pt x="1090" y="263"/>
                  </a:lnTo>
                  <a:lnTo>
                    <a:pt x="1090" y="304"/>
                  </a:lnTo>
                  <a:lnTo>
                    <a:pt x="1090" y="345"/>
                  </a:lnTo>
                  <a:lnTo>
                    <a:pt x="1088" y="380"/>
                  </a:lnTo>
                  <a:lnTo>
                    <a:pt x="1072" y="408"/>
                  </a:lnTo>
                  <a:lnTo>
                    <a:pt x="1040" y="432"/>
                  </a:lnTo>
                  <a:lnTo>
                    <a:pt x="1004" y="432"/>
                  </a:lnTo>
                  <a:lnTo>
                    <a:pt x="952" y="436"/>
                  </a:lnTo>
                  <a:lnTo>
                    <a:pt x="908" y="436"/>
                  </a:lnTo>
                  <a:lnTo>
                    <a:pt x="884" y="396"/>
                  </a:lnTo>
                  <a:lnTo>
                    <a:pt x="856" y="372"/>
                  </a:lnTo>
                  <a:lnTo>
                    <a:pt x="820" y="352"/>
                  </a:lnTo>
                  <a:lnTo>
                    <a:pt x="768" y="348"/>
                  </a:lnTo>
                  <a:lnTo>
                    <a:pt x="720" y="364"/>
                  </a:lnTo>
                  <a:lnTo>
                    <a:pt x="688" y="388"/>
                  </a:lnTo>
                  <a:lnTo>
                    <a:pt x="656" y="436"/>
                  </a:lnTo>
                  <a:lnTo>
                    <a:pt x="628" y="440"/>
                  </a:lnTo>
                  <a:lnTo>
                    <a:pt x="588" y="440"/>
                  </a:lnTo>
                  <a:lnTo>
                    <a:pt x="544" y="440"/>
                  </a:lnTo>
                  <a:lnTo>
                    <a:pt x="484" y="436"/>
                  </a:lnTo>
                  <a:lnTo>
                    <a:pt x="460" y="400"/>
                  </a:lnTo>
                  <a:lnTo>
                    <a:pt x="428" y="368"/>
                  </a:lnTo>
                  <a:lnTo>
                    <a:pt x="384" y="352"/>
                  </a:lnTo>
                  <a:lnTo>
                    <a:pt x="352" y="348"/>
                  </a:lnTo>
                  <a:lnTo>
                    <a:pt x="316" y="356"/>
                  </a:lnTo>
                  <a:lnTo>
                    <a:pt x="284" y="372"/>
                  </a:lnTo>
                  <a:lnTo>
                    <a:pt x="252" y="404"/>
                  </a:lnTo>
                  <a:lnTo>
                    <a:pt x="228" y="440"/>
                  </a:lnTo>
                  <a:lnTo>
                    <a:pt x="168" y="440"/>
                  </a:lnTo>
                  <a:lnTo>
                    <a:pt x="132" y="440"/>
                  </a:lnTo>
                  <a:lnTo>
                    <a:pt x="88" y="434"/>
                  </a:lnTo>
                  <a:lnTo>
                    <a:pt x="60" y="408"/>
                  </a:lnTo>
                </a:path>
              </a:pathLst>
            </a:custGeom>
            <a:solidFill>
              <a:srgbClr val="FF0000"/>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370757" name="Group 69">
              <a:extLst>
                <a:ext uri="{FF2B5EF4-FFF2-40B4-BE49-F238E27FC236}">
                  <a16:creationId xmlns:a16="http://schemas.microsoft.com/office/drawing/2014/main" id="{82054107-E2C6-9EB2-F3A3-E46BAA7968C6}"/>
                </a:ext>
              </a:extLst>
            </p:cNvPr>
            <p:cNvGrpSpPr>
              <a:grpSpLocks/>
            </p:cNvGrpSpPr>
            <p:nvPr/>
          </p:nvGrpSpPr>
          <p:grpSpPr bwMode="auto">
            <a:xfrm>
              <a:off x="1023" y="2022"/>
              <a:ext cx="200" cy="188"/>
              <a:chOff x="1023" y="2022"/>
              <a:chExt cx="200" cy="188"/>
            </a:xfrm>
          </p:grpSpPr>
          <p:sp>
            <p:nvSpPr>
              <p:cNvPr id="370758" name="Oval 70">
                <a:extLst>
                  <a:ext uri="{FF2B5EF4-FFF2-40B4-BE49-F238E27FC236}">
                    <a16:creationId xmlns:a16="http://schemas.microsoft.com/office/drawing/2014/main" id="{C2795BC7-F42E-8CEA-FD32-EB354DA820A6}"/>
                  </a:ext>
                </a:extLst>
              </p:cNvPr>
              <p:cNvSpPr>
                <a:spLocks noChangeArrowheads="1"/>
              </p:cNvSpPr>
              <p:nvPr/>
            </p:nvSpPr>
            <p:spPr bwMode="auto">
              <a:xfrm>
                <a:off x="1023"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59" name="Oval 71">
                <a:extLst>
                  <a:ext uri="{FF2B5EF4-FFF2-40B4-BE49-F238E27FC236}">
                    <a16:creationId xmlns:a16="http://schemas.microsoft.com/office/drawing/2014/main" id="{4FD6EA37-426A-84DF-2A56-893C64CFAEE6}"/>
                  </a:ext>
                </a:extLst>
              </p:cNvPr>
              <p:cNvSpPr>
                <a:spLocks noChangeArrowheads="1"/>
              </p:cNvSpPr>
              <p:nvPr/>
            </p:nvSpPr>
            <p:spPr bwMode="auto">
              <a:xfrm>
                <a:off x="1063"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70760" name="Group 72">
              <a:extLst>
                <a:ext uri="{FF2B5EF4-FFF2-40B4-BE49-F238E27FC236}">
                  <a16:creationId xmlns:a16="http://schemas.microsoft.com/office/drawing/2014/main" id="{954F75B9-EA09-D60A-93B3-A648D64462C3}"/>
                </a:ext>
              </a:extLst>
            </p:cNvPr>
            <p:cNvGrpSpPr>
              <a:grpSpLocks/>
            </p:cNvGrpSpPr>
            <p:nvPr/>
          </p:nvGrpSpPr>
          <p:grpSpPr bwMode="auto">
            <a:xfrm>
              <a:off x="1449" y="2022"/>
              <a:ext cx="200" cy="188"/>
              <a:chOff x="1449" y="2022"/>
              <a:chExt cx="200" cy="188"/>
            </a:xfrm>
          </p:grpSpPr>
          <p:sp>
            <p:nvSpPr>
              <p:cNvPr id="370761" name="Oval 73">
                <a:extLst>
                  <a:ext uri="{FF2B5EF4-FFF2-40B4-BE49-F238E27FC236}">
                    <a16:creationId xmlns:a16="http://schemas.microsoft.com/office/drawing/2014/main" id="{CFAA44F4-AEA6-CAC1-CE07-AA0857AFE700}"/>
                  </a:ext>
                </a:extLst>
              </p:cNvPr>
              <p:cNvSpPr>
                <a:spLocks noChangeArrowheads="1"/>
              </p:cNvSpPr>
              <p:nvPr/>
            </p:nvSpPr>
            <p:spPr bwMode="auto">
              <a:xfrm>
                <a:off x="1449"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62" name="Oval 74">
                <a:extLst>
                  <a:ext uri="{FF2B5EF4-FFF2-40B4-BE49-F238E27FC236}">
                    <a16:creationId xmlns:a16="http://schemas.microsoft.com/office/drawing/2014/main" id="{5E51145E-1E65-32E9-FADB-43FF9E0B3341}"/>
                  </a:ext>
                </a:extLst>
              </p:cNvPr>
              <p:cNvSpPr>
                <a:spLocks noChangeArrowheads="1"/>
              </p:cNvSpPr>
              <p:nvPr/>
            </p:nvSpPr>
            <p:spPr bwMode="auto">
              <a:xfrm>
                <a:off x="1489"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sp>
        <p:nvSpPr>
          <p:cNvPr id="370763" name="Rectangle 75">
            <a:extLst>
              <a:ext uri="{FF2B5EF4-FFF2-40B4-BE49-F238E27FC236}">
                <a16:creationId xmlns:a16="http://schemas.microsoft.com/office/drawing/2014/main" id="{3802050F-43FC-AD94-03B6-511565B9E42B}"/>
              </a:ext>
            </a:extLst>
          </p:cNvPr>
          <p:cNvSpPr>
            <a:spLocks noChangeArrowheads="1"/>
          </p:cNvSpPr>
          <p:nvPr/>
        </p:nvSpPr>
        <p:spPr bwMode="auto">
          <a:xfrm>
            <a:off x="6367463" y="5543550"/>
            <a:ext cx="2551112" cy="619125"/>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ja-JP" altLang="en-US" sz="2000"/>
              <a:t>　</a:t>
            </a:r>
            <a:r>
              <a:rPr lang="en-US" altLang="ja-JP" sz="2000"/>
              <a:t>Thực thể 2</a:t>
            </a:r>
          </a:p>
        </p:txBody>
      </p:sp>
      <p:sp>
        <p:nvSpPr>
          <p:cNvPr id="370764" name="Rectangle 76">
            <a:extLst>
              <a:ext uri="{FF2B5EF4-FFF2-40B4-BE49-F238E27FC236}">
                <a16:creationId xmlns:a16="http://schemas.microsoft.com/office/drawing/2014/main" id="{76C235C6-E30F-9120-5C17-731E12FCE81B}"/>
              </a:ext>
            </a:extLst>
          </p:cNvPr>
          <p:cNvSpPr>
            <a:spLocks noChangeArrowheads="1"/>
          </p:cNvSpPr>
          <p:nvPr/>
        </p:nvSpPr>
        <p:spPr bwMode="auto">
          <a:xfrm>
            <a:off x="6338888" y="4422775"/>
            <a:ext cx="2551112" cy="579438"/>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ja-JP" altLang="en-US" sz="2000"/>
              <a:t>　</a:t>
            </a:r>
            <a:r>
              <a:rPr lang="en-US" altLang="ja-JP" sz="2000"/>
              <a:t>Thực thể 1</a:t>
            </a:r>
          </a:p>
        </p:txBody>
      </p:sp>
      <p:sp>
        <p:nvSpPr>
          <p:cNvPr id="370765" name="Rectangle 77">
            <a:extLst>
              <a:ext uri="{FF2B5EF4-FFF2-40B4-BE49-F238E27FC236}">
                <a16:creationId xmlns:a16="http://schemas.microsoft.com/office/drawing/2014/main" id="{AFAB684A-C4BC-62AB-A8E4-D4A6CEA3BB62}"/>
              </a:ext>
            </a:extLst>
          </p:cNvPr>
          <p:cNvSpPr>
            <a:spLocks noChangeArrowheads="1"/>
          </p:cNvSpPr>
          <p:nvPr/>
        </p:nvSpPr>
        <p:spPr bwMode="auto">
          <a:xfrm>
            <a:off x="1798638" y="4356100"/>
            <a:ext cx="1279525" cy="554038"/>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ja-JP" altLang="en-US" sz="2000">
                <a:latin typeface="MS UI Gothic" panose="020B0600070205080204" pitchFamily="50" charset="-128"/>
              </a:rPr>
              <a:t>　</a:t>
            </a:r>
            <a:r>
              <a:rPr lang="en-US" altLang="ja-JP" sz="2000">
                <a:latin typeface="MS UI Gothic" panose="020B0600070205080204" pitchFamily="50" charset="-128"/>
              </a:rPr>
              <a:t>Model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E18CE7F6-3F21-46DD-91A4-2C8A8BE95392}"/>
              </a:ext>
            </a:extLst>
          </p:cNvPr>
          <p:cNvSpPr>
            <a:spLocks noGrp="1"/>
          </p:cNvSpPr>
          <p:nvPr>
            <p:ph type="sldNum" sz="quarter" idx="10"/>
          </p:nvPr>
        </p:nvSpPr>
        <p:spPr/>
        <p:txBody>
          <a:bodyPr/>
          <a:lstStyle/>
          <a:p>
            <a:fld id="{80183D93-745F-4E99-B0A4-C6C18211DC08}" type="slidenum">
              <a:rPr lang="en-US" altLang="ja-JP"/>
              <a:pPr/>
              <a:t>6</a:t>
            </a:fld>
            <a:endParaRPr lang="en-US" altLang="ja-JP"/>
          </a:p>
        </p:txBody>
      </p:sp>
      <p:sp>
        <p:nvSpPr>
          <p:cNvPr id="383035" name="Rectangle 59">
            <a:extLst>
              <a:ext uri="{FF2B5EF4-FFF2-40B4-BE49-F238E27FC236}">
                <a16:creationId xmlns:a16="http://schemas.microsoft.com/office/drawing/2014/main" id="{3B0E3140-B97B-9FEC-EFA5-6E4C0BC00C68}"/>
              </a:ext>
            </a:extLst>
          </p:cNvPr>
          <p:cNvSpPr>
            <a:spLocks noChangeArrowheads="1"/>
          </p:cNvSpPr>
          <p:nvPr/>
        </p:nvSpPr>
        <p:spPr bwMode="auto">
          <a:xfrm>
            <a:off x="228600" y="2820988"/>
            <a:ext cx="9207500" cy="3852862"/>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82978" name="Rectangle 2">
            <a:extLst>
              <a:ext uri="{FF2B5EF4-FFF2-40B4-BE49-F238E27FC236}">
                <a16:creationId xmlns:a16="http://schemas.microsoft.com/office/drawing/2014/main" id="{75E2EC9F-0105-A66B-C0C1-5AAD6B34DDCE}"/>
              </a:ext>
            </a:extLst>
          </p:cNvPr>
          <p:cNvSpPr>
            <a:spLocks noGrp="1" noChangeArrowheads="1"/>
          </p:cNvSpPr>
          <p:nvPr>
            <p:ph type="title"/>
          </p:nvPr>
        </p:nvSpPr>
        <p:spPr>
          <a:xfrm>
            <a:off x="344487" y="374759"/>
            <a:ext cx="9217025" cy="490537"/>
          </a:xfrm>
        </p:spPr>
        <p:txBody>
          <a:bodyPr>
            <a:normAutofit fontScale="90000"/>
          </a:bodyPr>
          <a:lstStyle/>
          <a:p>
            <a:r>
              <a:rPr lang="en-US" altLang="ja-JP" dirty="0">
                <a:latin typeface="MS UI Gothic" panose="020B0600070205080204" pitchFamily="50" charset="-128"/>
                <a:ea typeface="MS UI Gothic" panose="020B0600070205080204" pitchFamily="50" charset="-128"/>
              </a:rPr>
              <a:t>Class </a:t>
            </a:r>
            <a:r>
              <a:rPr lang="en-US" altLang="ja-JP" dirty="0" err="1">
                <a:latin typeface="MS UI Gothic" panose="020B0600070205080204" pitchFamily="50" charset="-128"/>
                <a:ea typeface="MS UI Gothic" panose="020B0600070205080204" pitchFamily="50" charset="-128"/>
              </a:rPr>
              <a:t>và</a:t>
            </a:r>
            <a:r>
              <a:rPr lang="en-US" altLang="ja-JP" dirty="0">
                <a:latin typeface="MS UI Gothic" panose="020B0600070205080204" pitchFamily="50" charset="-128"/>
                <a:ea typeface="MS UI Gothic" panose="020B0600070205080204" pitchFamily="50" charset="-128"/>
              </a:rPr>
              <a:t> object (1)</a:t>
            </a:r>
          </a:p>
        </p:txBody>
      </p:sp>
      <p:sp>
        <p:nvSpPr>
          <p:cNvPr id="382979" name="Rectangle 3">
            <a:extLst>
              <a:ext uri="{FF2B5EF4-FFF2-40B4-BE49-F238E27FC236}">
                <a16:creationId xmlns:a16="http://schemas.microsoft.com/office/drawing/2014/main" id="{C06970FC-1AC2-094D-99BD-DD3970B06083}"/>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82980" name="Rectangle 4">
            <a:extLst>
              <a:ext uri="{FF2B5EF4-FFF2-40B4-BE49-F238E27FC236}">
                <a16:creationId xmlns:a16="http://schemas.microsoft.com/office/drawing/2014/main" id="{ADACDC87-FE19-BEC8-58D9-9CE52CEA53D9}"/>
              </a:ext>
            </a:extLst>
          </p:cNvPr>
          <p:cNvSpPr>
            <a:spLocks noChangeArrowheads="1"/>
          </p:cNvSpPr>
          <p:nvPr/>
        </p:nvSpPr>
        <p:spPr bwMode="auto">
          <a:xfrm>
            <a:off x="344488" y="7429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Class</a:t>
            </a:r>
          </a:p>
          <a:p>
            <a:pPr lvl="1"/>
            <a:endParaRPr lang="en-US" altLang="ja-JP" sz="2400" b="0"/>
          </a:p>
          <a:p>
            <a:pPr lvl="1"/>
            <a:endParaRPr lang="en-US" altLang="ja-JP" sz="2400" b="0"/>
          </a:p>
        </p:txBody>
      </p:sp>
      <p:sp>
        <p:nvSpPr>
          <p:cNvPr id="382981" name="Rectangle 5">
            <a:extLst>
              <a:ext uri="{FF2B5EF4-FFF2-40B4-BE49-F238E27FC236}">
                <a16:creationId xmlns:a16="http://schemas.microsoft.com/office/drawing/2014/main" id="{0F8E539E-32AB-A656-C1F3-C3C0FD6BF441}"/>
              </a:ext>
            </a:extLst>
          </p:cNvPr>
          <p:cNvSpPr>
            <a:spLocks noChangeArrowheads="1"/>
          </p:cNvSpPr>
          <p:nvPr/>
        </p:nvSpPr>
        <p:spPr bwMode="auto">
          <a:xfrm>
            <a:off x="228600" y="1204913"/>
            <a:ext cx="9429750" cy="649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model (template) của các đối tượng có các thuộc tính giống nhau và thực hiện các ứng xử, thao tác giống nhau </a:t>
            </a:r>
          </a:p>
        </p:txBody>
      </p:sp>
      <p:sp>
        <p:nvSpPr>
          <p:cNvPr id="382982" name="Rectangle 6">
            <a:extLst>
              <a:ext uri="{FF2B5EF4-FFF2-40B4-BE49-F238E27FC236}">
                <a16:creationId xmlns:a16="http://schemas.microsoft.com/office/drawing/2014/main" id="{5F9B15EA-72E5-81B3-D551-4EE6B513A6DC}"/>
              </a:ext>
            </a:extLst>
          </p:cNvPr>
          <p:cNvSpPr>
            <a:spLocks noChangeArrowheads="1"/>
          </p:cNvSpPr>
          <p:nvPr/>
        </p:nvSpPr>
        <p:spPr bwMode="auto">
          <a:xfrm>
            <a:off x="344488" y="17430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a:latin typeface="+mj-lt"/>
              </a:rPr>
              <a:t>Object (Instance)</a:t>
            </a:r>
          </a:p>
          <a:p>
            <a:pPr lvl="1"/>
            <a:endParaRPr lang="en-US" altLang="ja-JP" sz="2400" b="0" dirty="0">
              <a:latin typeface="+mj-lt"/>
            </a:endParaRPr>
          </a:p>
          <a:p>
            <a:pPr lvl="1"/>
            <a:endParaRPr lang="en-US" altLang="ja-JP" sz="2400" b="0" dirty="0">
              <a:latin typeface="+mj-lt"/>
            </a:endParaRPr>
          </a:p>
        </p:txBody>
      </p:sp>
      <p:sp>
        <p:nvSpPr>
          <p:cNvPr id="382983" name="Rectangle 7">
            <a:extLst>
              <a:ext uri="{FF2B5EF4-FFF2-40B4-BE49-F238E27FC236}">
                <a16:creationId xmlns:a16="http://schemas.microsoft.com/office/drawing/2014/main" id="{6209D5A6-24AD-CBAE-7178-41ACA650BD55}"/>
              </a:ext>
            </a:extLst>
          </p:cNvPr>
          <p:cNvSpPr>
            <a:spLocks noChangeArrowheads="1"/>
          </p:cNvSpPr>
          <p:nvPr/>
        </p:nvSpPr>
        <p:spPr bwMode="auto">
          <a:xfrm>
            <a:off x="228601" y="2203450"/>
            <a:ext cx="9521824" cy="5048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dirty="0" err="1">
                <a:latin typeface="+mj-lt"/>
              </a:rPr>
              <a:t>Là</a:t>
            </a:r>
            <a:r>
              <a:rPr lang="en-US" altLang="ja-JP" sz="1800" dirty="0">
                <a:latin typeface="+mj-lt"/>
              </a:rPr>
              <a:t> </a:t>
            </a:r>
            <a:r>
              <a:rPr lang="en-US" altLang="ja-JP" sz="1800" dirty="0" err="1">
                <a:latin typeface="+mj-lt"/>
              </a:rPr>
              <a:t>thứ</a:t>
            </a:r>
            <a:r>
              <a:rPr lang="en-US" altLang="ja-JP" sz="1800" dirty="0">
                <a:latin typeface="+mj-lt"/>
              </a:rPr>
              <a:t> </a:t>
            </a:r>
            <a:r>
              <a:rPr lang="en-US" altLang="ja-JP" sz="1800" dirty="0" err="1">
                <a:latin typeface="+mj-lt"/>
              </a:rPr>
              <a:t>đã</a:t>
            </a:r>
            <a:r>
              <a:rPr lang="en-US" altLang="ja-JP" sz="1800" dirty="0">
                <a:latin typeface="+mj-lt"/>
              </a:rPr>
              <a:t> </a:t>
            </a:r>
            <a:r>
              <a:rPr lang="en-US" altLang="ja-JP" sz="1800" dirty="0" err="1">
                <a:latin typeface="+mj-lt"/>
              </a:rPr>
              <a:t>được</a:t>
            </a:r>
            <a:r>
              <a:rPr lang="en-US" altLang="ja-JP" sz="1800" dirty="0">
                <a:latin typeface="+mj-lt"/>
              </a:rPr>
              <a:t> </a:t>
            </a:r>
            <a:r>
              <a:rPr lang="en-US" altLang="ja-JP" sz="1800" dirty="0" err="1">
                <a:latin typeface="+mj-lt"/>
              </a:rPr>
              <a:t>truyền</a:t>
            </a:r>
            <a:r>
              <a:rPr lang="en-US" altLang="ja-JP" sz="1800" dirty="0">
                <a:latin typeface="+mj-lt"/>
              </a:rPr>
              <a:t> </a:t>
            </a:r>
            <a:r>
              <a:rPr lang="en-US" altLang="ja-JP" sz="1800" dirty="0" err="1">
                <a:latin typeface="+mj-lt"/>
              </a:rPr>
              <a:t>giá</a:t>
            </a:r>
            <a:r>
              <a:rPr lang="en-US" altLang="ja-JP" sz="1800" dirty="0">
                <a:latin typeface="+mj-lt"/>
              </a:rPr>
              <a:t> </a:t>
            </a:r>
            <a:r>
              <a:rPr lang="en-US" altLang="ja-JP" sz="1800" dirty="0" err="1">
                <a:latin typeface="+mj-lt"/>
              </a:rPr>
              <a:t>trị</a:t>
            </a:r>
            <a:r>
              <a:rPr lang="en-US" altLang="ja-JP" sz="1800" dirty="0">
                <a:latin typeface="+mj-lt"/>
              </a:rPr>
              <a:t> </a:t>
            </a:r>
            <a:r>
              <a:rPr lang="en-US" altLang="ja-JP" sz="1800" dirty="0" err="1">
                <a:latin typeface="+mj-lt"/>
              </a:rPr>
              <a:t>thực</a:t>
            </a:r>
            <a:r>
              <a:rPr lang="en-US" altLang="ja-JP" sz="1800" dirty="0">
                <a:latin typeface="+mj-lt"/>
              </a:rPr>
              <a:t> </a:t>
            </a:r>
            <a:r>
              <a:rPr lang="en-US" altLang="ja-JP" sz="1800" dirty="0" err="1">
                <a:latin typeface="+mj-lt"/>
              </a:rPr>
              <a:t>tế</a:t>
            </a:r>
            <a:r>
              <a:rPr lang="en-US" altLang="ja-JP" sz="1800" dirty="0">
                <a:latin typeface="+mj-lt"/>
              </a:rPr>
              <a:t> </a:t>
            </a:r>
            <a:r>
              <a:rPr lang="en-US" altLang="ja-JP" sz="1800" dirty="0" err="1">
                <a:latin typeface="+mj-lt"/>
              </a:rPr>
              <a:t>và</a:t>
            </a:r>
            <a:r>
              <a:rPr lang="en-US" altLang="ja-JP" sz="1800" dirty="0">
                <a:latin typeface="+mj-lt"/>
              </a:rPr>
              <a:t> </a:t>
            </a:r>
            <a:r>
              <a:rPr lang="en-US" altLang="ja-JP" sz="1800" dirty="0" err="1">
                <a:latin typeface="+mj-lt"/>
              </a:rPr>
              <a:t>được</a:t>
            </a:r>
            <a:r>
              <a:rPr lang="en-US" altLang="ja-JP" sz="1800" dirty="0">
                <a:latin typeface="+mj-lt"/>
              </a:rPr>
              <a:t> </a:t>
            </a:r>
            <a:r>
              <a:rPr lang="en-US" altLang="ja-JP" sz="1800" dirty="0" err="1">
                <a:latin typeface="+mj-lt"/>
              </a:rPr>
              <a:t>thực</a:t>
            </a:r>
            <a:r>
              <a:rPr lang="en-US" altLang="ja-JP" sz="1800" dirty="0">
                <a:latin typeface="+mj-lt"/>
              </a:rPr>
              <a:t> </a:t>
            </a:r>
            <a:r>
              <a:rPr lang="en-US" altLang="ja-JP" sz="1800" dirty="0" err="1">
                <a:latin typeface="+mj-lt"/>
              </a:rPr>
              <a:t>thể</a:t>
            </a:r>
            <a:r>
              <a:rPr lang="en-US" altLang="ja-JP" sz="1800" dirty="0">
                <a:latin typeface="+mj-lt"/>
              </a:rPr>
              <a:t> </a:t>
            </a:r>
            <a:r>
              <a:rPr lang="en-US" altLang="ja-JP" sz="1800" dirty="0" err="1">
                <a:latin typeface="+mj-lt"/>
              </a:rPr>
              <a:t>hóa</a:t>
            </a:r>
            <a:r>
              <a:rPr lang="en-US" altLang="ja-JP" sz="1800" dirty="0">
                <a:latin typeface="+mj-lt"/>
              </a:rPr>
              <a:t> </a:t>
            </a:r>
            <a:r>
              <a:rPr lang="en-US" altLang="ja-JP" sz="1800" dirty="0" err="1">
                <a:latin typeface="+mj-lt"/>
              </a:rPr>
              <a:t>dựa</a:t>
            </a:r>
            <a:r>
              <a:rPr lang="en-US" altLang="ja-JP" sz="1800" dirty="0">
                <a:latin typeface="+mj-lt"/>
              </a:rPr>
              <a:t> </a:t>
            </a:r>
            <a:r>
              <a:rPr lang="en-US" altLang="ja-JP" sz="1800" dirty="0" err="1">
                <a:latin typeface="+mj-lt"/>
              </a:rPr>
              <a:t>vào</a:t>
            </a:r>
            <a:r>
              <a:rPr lang="en-US" altLang="ja-JP" sz="1800" dirty="0">
                <a:latin typeface="+mj-lt"/>
              </a:rPr>
              <a:t> </a:t>
            </a:r>
            <a:r>
              <a:rPr lang="en-US" altLang="ja-JP" sz="1800" dirty="0" err="1">
                <a:latin typeface="+mj-lt"/>
              </a:rPr>
              <a:t>định</a:t>
            </a:r>
            <a:r>
              <a:rPr lang="en-US" altLang="ja-JP" sz="1800" dirty="0">
                <a:latin typeface="+mj-lt"/>
              </a:rPr>
              <a:t> </a:t>
            </a:r>
            <a:r>
              <a:rPr lang="en-US" altLang="ja-JP" sz="1800" dirty="0" err="1">
                <a:latin typeface="+mj-lt"/>
              </a:rPr>
              <a:t>nghĩa</a:t>
            </a:r>
            <a:r>
              <a:rPr lang="en-US" altLang="ja-JP" sz="1800" dirty="0">
                <a:latin typeface="+mj-lt"/>
              </a:rPr>
              <a:t> class.</a:t>
            </a:r>
          </a:p>
        </p:txBody>
      </p:sp>
      <p:sp>
        <p:nvSpPr>
          <p:cNvPr id="383009" name="Rectangle 33">
            <a:extLst>
              <a:ext uri="{FF2B5EF4-FFF2-40B4-BE49-F238E27FC236}">
                <a16:creationId xmlns:a16="http://schemas.microsoft.com/office/drawing/2014/main" id="{F9FF38E0-836E-B456-1FD1-1E1CBA258972}"/>
              </a:ext>
            </a:extLst>
          </p:cNvPr>
          <p:cNvSpPr>
            <a:spLocks noChangeArrowheads="1"/>
          </p:cNvSpPr>
          <p:nvPr/>
        </p:nvSpPr>
        <p:spPr bwMode="auto">
          <a:xfrm>
            <a:off x="2138363" y="3467100"/>
            <a:ext cx="881062"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t>Class</a:t>
            </a:r>
          </a:p>
        </p:txBody>
      </p:sp>
      <p:sp>
        <p:nvSpPr>
          <p:cNvPr id="383010" name="Rectangle 34">
            <a:extLst>
              <a:ext uri="{FF2B5EF4-FFF2-40B4-BE49-F238E27FC236}">
                <a16:creationId xmlns:a16="http://schemas.microsoft.com/office/drawing/2014/main" id="{C197F7EF-3202-2DF7-E8F1-D95558EAB603}"/>
              </a:ext>
            </a:extLst>
          </p:cNvPr>
          <p:cNvSpPr>
            <a:spLocks noChangeArrowheads="1"/>
          </p:cNvSpPr>
          <p:nvPr/>
        </p:nvSpPr>
        <p:spPr bwMode="auto">
          <a:xfrm>
            <a:off x="4468813" y="3570288"/>
            <a:ext cx="1428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t>Đối tượng</a:t>
            </a:r>
          </a:p>
        </p:txBody>
      </p:sp>
      <p:grpSp>
        <p:nvGrpSpPr>
          <p:cNvPr id="383011" name="Group 35">
            <a:extLst>
              <a:ext uri="{FF2B5EF4-FFF2-40B4-BE49-F238E27FC236}">
                <a16:creationId xmlns:a16="http://schemas.microsoft.com/office/drawing/2014/main" id="{EBF12E5E-CA41-0D02-E022-CAA77AFE5079}"/>
              </a:ext>
            </a:extLst>
          </p:cNvPr>
          <p:cNvGrpSpPr>
            <a:grpSpLocks/>
          </p:cNvGrpSpPr>
          <p:nvPr/>
        </p:nvGrpSpPr>
        <p:grpSpPr bwMode="auto">
          <a:xfrm>
            <a:off x="3770313" y="4621213"/>
            <a:ext cx="490537" cy="671512"/>
            <a:chOff x="1308" y="1715"/>
            <a:chExt cx="385" cy="657"/>
          </a:xfrm>
        </p:grpSpPr>
        <p:sp>
          <p:nvSpPr>
            <p:cNvPr id="383012" name="Oval 36">
              <a:extLst>
                <a:ext uri="{FF2B5EF4-FFF2-40B4-BE49-F238E27FC236}">
                  <a16:creationId xmlns:a16="http://schemas.microsoft.com/office/drawing/2014/main" id="{2F8F2E02-249C-AEC1-01D1-946FEBCEA73F}"/>
                </a:ext>
              </a:extLst>
            </p:cNvPr>
            <p:cNvSpPr>
              <a:spLocks noChangeArrowheads="1"/>
            </p:cNvSpPr>
            <p:nvPr/>
          </p:nvSpPr>
          <p:spPr bwMode="auto">
            <a:xfrm>
              <a:off x="1324" y="1715"/>
              <a:ext cx="208" cy="208"/>
            </a:xfrm>
            <a:prstGeom prst="ellipse">
              <a:avLst/>
            </a:prstGeom>
            <a:noFill/>
            <a:ln w="508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83013" name="Line 37">
              <a:extLst>
                <a:ext uri="{FF2B5EF4-FFF2-40B4-BE49-F238E27FC236}">
                  <a16:creationId xmlns:a16="http://schemas.microsoft.com/office/drawing/2014/main" id="{C7D90BDD-F378-6E53-09F1-E7254E41DA23}"/>
                </a:ext>
              </a:extLst>
            </p:cNvPr>
            <p:cNvSpPr>
              <a:spLocks noChangeShapeType="1"/>
            </p:cNvSpPr>
            <p:nvPr/>
          </p:nvSpPr>
          <p:spPr bwMode="auto">
            <a:xfrm>
              <a:off x="1452" y="1939"/>
              <a:ext cx="0" cy="192"/>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83014" name="Freeform 38">
              <a:extLst>
                <a:ext uri="{FF2B5EF4-FFF2-40B4-BE49-F238E27FC236}">
                  <a16:creationId xmlns:a16="http://schemas.microsoft.com/office/drawing/2014/main" id="{2F7CBD18-4E64-249A-3B6C-75D8623D7142}"/>
                </a:ext>
              </a:extLst>
            </p:cNvPr>
            <p:cNvSpPr>
              <a:spLocks/>
            </p:cNvSpPr>
            <p:nvPr/>
          </p:nvSpPr>
          <p:spPr bwMode="auto">
            <a:xfrm>
              <a:off x="1308" y="2131"/>
              <a:ext cx="289" cy="241"/>
            </a:xfrm>
            <a:custGeom>
              <a:avLst/>
              <a:gdLst>
                <a:gd name="T0" fmla="*/ 0 w 289"/>
                <a:gd name="T1" fmla="*/ 240 h 241"/>
                <a:gd name="T2" fmla="*/ 144 w 289"/>
                <a:gd name="T3" fmla="*/ 0 h 241"/>
                <a:gd name="T4" fmla="*/ 288 w 289"/>
                <a:gd name="T5" fmla="*/ 240 h 241"/>
              </a:gdLst>
              <a:ahLst/>
              <a:cxnLst>
                <a:cxn ang="0">
                  <a:pos x="T0" y="T1"/>
                </a:cxn>
                <a:cxn ang="0">
                  <a:pos x="T2" y="T3"/>
                </a:cxn>
                <a:cxn ang="0">
                  <a:pos x="T4" y="T5"/>
                </a:cxn>
              </a:cxnLst>
              <a:rect l="0" t="0" r="r" b="b"/>
              <a:pathLst>
                <a:path w="289" h="241">
                  <a:moveTo>
                    <a:pt x="0" y="240"/>
                  </a:moveTo>
                  <a:lnTo>
                    <a:pt x="144" y="0"/>
                  </a:lnTo>
                  <a:lnTo>
                    <a:pt x="288" y="24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83015" name="Freeform 39">
              <a:extLst>
                <a:ext uri="{FF2B5EF4-FFF2-40B4-BE49-F238E27FC236}">
                  <a16:creationId xmlns:a16="http://schemas.microsoft.com/office/drawing/2014/main" id="{76FD8405-EC6A-9AAB-FB61-212934660553}"/>
                </a:ext>
              </a:extLst>
            </p:cNvPr>
            <p:cNvSpPr>
              <a:spLocks/>
            </p:cNvSpPr>
            <p:nvPr/>
          </p:nvSpPr>
          <p:spPr bwMode="auto">
            <a:xfrm>
              <a:off x="1308" y="1939"/>
              <a:ext cx="385" cy="193"/>
            </a:xfrm>
            <a:custGeom>
              <a:avLst/>
              <a:gdLst>
                <a:gd name="T0" fmla="*/ 0 w 385"/>
                <a:gd name="T1" fmla="*/ 192 h 193"/>
                <a:gd name="T2" fmla="*/ 48 w 385"/>
                <a:gd name="T3" fmla="*/ 96 h 193"/>
                <a:gd name="T4" fmla="*/ 384 w 385"/>
                <a:gd name="T5" fmla="*/ 0 h 193"/>
              </a:gdLst>
              <a:ahLst/>
              <a:cxnLst>
                <a:cxn ang="0">
                  <a:pos x="T0" y="T1"/>
                </a:cxn>
                <a:cxn ang="0">
                  <a:pos x="T2" y="T3"/>
                </a:cxn>
                <a:cxn ang="0">
                  <a:pos x="T4" y="T5"/>
                </a:cxn>
              </a:cxnLst>
              <a:rect l="0" t="0" r="r" b="b"/>
              <a:pathLst>
                <a:path w="385" h="193">
                  <a:moveTo>
                    <a:pt x="0" y="192"/>
                  </a:moveTo>
                  <a:lnTo>
                    <a:pt x="48" y="96"/>
                  </a:lnTo>
                  <a:lnTo>
                    <a:pt x="384" y="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sp>
        <p:nvSpPr>
          <p:cNvPr id="383016" name="Freeform 40">
            <a:extLst>
              <a:ext uri="{FF2B5EF4-FFF2-40B4-BE49-F238E27FC236}">
                <a16:creationId xmlns:a16="http://schemas.microsoft.com/office/drawing/2014/main" id="{AC8C9E65-3F8C-9374-A1FC-830FAEBF0ED3}"/>
              </a:ext>
            </a:extLst>
          </p:cNvPr>
          <p:cNvSpPr>
            <a:spLocks/>
          </p:cNvSpPr>
          <p:nvPr/>
        </p:nvSpPr>
        <p:spPr bwMode="auto">
          <a:xfrm>
            <a:off x="5846763" y="5189538"/>
            <a:ext cx="517525" cy="1314450"/>
          </a:xfrm>
          <a:custGeom>
            <a:avLst/>
            <a:gdLst>
              <a:gd name="T0" fmla="*/ 236 w 481"/>
              <a:gd name="T1" fmla="*/ 56 h 1165"/>
              <a:gd name="T2" fmla="*/ 196 w 481"/>
              <a:gd name="T3" fmla="*/ 140 h 1165"/>
              <a:gd name="T4" fmla="*/ 208 w 481"/>
              <a:gd name="T5" fmla="*/ 200 h 1165"/>
              <a:gd name="T6" fmla="*/ 244 w 481"/>
              <a:gd name="T7" fmla="*/ 224 h 1165"/>
              <a:gd name="T8" fmla="*/ 184 w 481"/>
              <a:gd name="T9" fmla="*/ 260 h 1165"/>
              <a:gd name="T10" fmla="*/ 112 w 481"/>
              <a:gd name="T11" fmla="*/ 320 h 1165"/>
              <a:gd name="T12" fmla="*/ 104 w 481"/>
              <a:gd name="T13" fmla="*/ 428 h 1165"/>
              <a:gd name="T14" fmla="*/ 84 w 481"/>
              <a:gd name="T15" fmla="*/ 528 h 1165"/>
              <a:gd name="T16" fmla="*/ 92 w 481"/>
              <a:gd name="T17" fmla="*/ 612 h 1165"/>
              <a:gd name="T18" fmla="*/ 144 w 481"/>
              <a:gd name="T19" fmla="*/ 659 h 1165"/>
              <a:gd name="T20" fmla="*/ 124 w 481"/>
              <a:gd name="T21" fmla="*/ 564 h 1165"/>
              <a:gd name="T22" fmla="*/ 144 w 481"/>
              <a:gd name="T23" fmla="*/ 472 h 1165"/>
              <a:gd name="T24" fmla="*/ 164 w 481"/>
              <a:gd name="T25" fmla="*/ 368 h 1165"/>
              <a:gd name="T26" fmla="*/ 196 w 481"/>
              <a:gd name="T27" fmla="*/ 448 h 1165"/>
              <a:gd name="T28" fmla="*/ 180 w 481"/>
              <a:gd name="T29" fmla="*/ 512 h 1165"/>
              <a:gd name="T30" fmla="*/ 160 w 481"/>
              <a:gd name="T31" fmla="*/ 612 h 1165"/>
              <a:gd name="T32" fmla="*/ 152 w 481"/>
              <a:gd name="T33" fmla="*/ 688 h 1165"/>
              <a:gd name="T34" fmla="*/ 136 w 481"/>
              <a:gd name="T35" fmla="*/ 748 h 1165"/>
              <a:gd name="T36" fmla="*/ 116 w 481"/>
              <a:gd name="T37" fmla="*/ 848 h 1165"/>
              <a:gd name="T38" fmla="*/ 104 w 481"/>
              <a:gd name="T39" fmla="*/ 935 h 1165"/>
              <a:gd name="T40" fmla="*/ 76 w 481"/>
              <a:gd name="T41" fmla="*/ 1064 h 1165"/>
              <a:gd name="T42" fmla="*/ 0 w 481"/>
              <a:gd name="T43" fmla="*/ 1144 h 1165"/>
              <a:gd name="T44" fmla="*/ 80 w 481"/>
              <a:gd name="T45" fmla="*/ 1107 h 1165"/>
              <a:gd name="T46" fmla="*/ 120 w 481"/>
              <a:gd name="T47" fmla="*/ 1044 h 1165"/>
              <a:gd name="T48" fmla="*/ 156 w 481"/>
              <a:gd name="T49" fmla="*/ 960 h 1165"/>
              <a:gd name="T50" fmla="*/ 180 w 481"/>
              <a:gd name="T51" fmla="*/ 904 h 1165"/>
              <a:gd name="T52" fmla="*/ 212 w 481"/>
              <a:gd name="T53" fmla="*/ 856 h 1165"/>
              <a:gd name="T54" fmla="*/ 308 w 481"/>
              <a:gd name="T55" fmla="*/ 864 h 1165"/>
              <a:gd name="T56" fmla="*/ 340 w 481"/>
              <a:gd name="T57" fmla="*/ 900 h 1165"/>
              <a:gd name="T58" fmla="*/ 348 w 481"/>
              <a:gd name="T59" fmla="*/ 1008 h 1165"/>
              <a:gd name="T60" fmla="*/ 360 w 481"/>
              <a:gd name="T61" fmla="*/ 1084 h 1165"/>
              <a:gd name="T62" fmla="*/ 424 w 481"/>
              <a:gd name="T63" fmla="*/ 1164 h 1165"/>
              <a:gd name="T64" fmla="*/ 392 w 481"/>
              <a:gd name="T65" fmla="*/ 1084 h 1165"/>
              <a:gd name="T66" fmla="*/ 400 w 481"/>
              <a:gd name="T67" fmla="*/ 980 h 1165"/>
              <a:gd name="T68" fmla="*/ 388 w 481"/>
              <a:gd name="T69" fmla="*/ 880 h 1165"/>
              <a:gd name="T70" fmla="*/ 408 w 481"/>
              <a:gd name="T71" fmla="*/ 815 h 1165"/>
              <a:gd name="T72" fmla="*/ 416 w 481"/>
              <a:gd name="T73" fmla="*/ 680 h 1165"/>
              <a:gd name="T74" fmla="*/ 424 w 481"/>
              <a:gd name="T75" fmla="*/ 577 h 1165"/>
              <a:gd name="T76" fmla="*/ 404 w 481"/>
              <a:gd name="T77" fmla="*/ 496 h 1165"/>
              <a:gd name="T78" fmla="*/ 360 w 481"/>
              <a:gd name="T79" fmla="*/ 456 h 1165"/>
              <a:gd name="T80" fmla="*/ 364 w 481"/>
              <a:gd name="T81" fmla="*/ 371 h 1165"/>
              <a:gd name="T82" fmla="*/ 404 w 481"/>
              <a:gd name="T83" fmla="*/ 376 h 1165"/>
              <a:gd name="T84" fmla="*/ 424 w 481"/>
              <a:gd name="T85" fmla="*/ 456 h 1165"/>
              <a:gd name="T86" fmla="*/ 440 w 481"/>
              <a:gd name="T87" fmla="*/ 532 h 1165"/>
              <a:gd name="T88" fmla="*/ 436 w 481"/>
              <a:gd name="T89" fmla="*/ 616 h 1165"/>
              <a:gd name="T90" fmla="*/ 472 w 481"/>
              <a:gd name="T91" fmla="*/ 588 h 1165"/>
              <a:gd name="T92" fmla="*/ 476 w 481"/>
              <a:gd name="T93" fmla="*/ 488 h 1165"/>
              <a:gd name="T94" fmla="*/ 460 w 481"/>
              <a:gd name="T95" fmla="*/ 392 h 1165"/>
              <a:gd name="T96" fmla="*/ 436 w 481"/>
              <a:gd name="T97" fmla="*/ 336 h 1165"/>
              <a:gd name="T98" fmla="*/ 408 w 481"/>
              <a:gd name="T99" fmla="*/ 260 h 1165"/>
              <a:gd name="T100" fmla="*/ 300 w 481"/>
              <a:gd name="T101" fmla="*/ 248 h 1165"/>
              <a:gd name="T102" fmla="*/ 296 w 481"/>
              <a:gd name="T103" fmla="*/ 200 h 1165"/>
              <a:gd name="T104" fmla="*/ 360 w 481"/>
              <a:gd name="T105" fmla="*/ 195 h 1165"/>
              <a:gd name="T106" fmla="*/ 368 w 481"/>
              <a:gd name="T107" fmla="*/ 116 h 1165"/>
              <a:gd name="T108" fmla="*/ 336 w 481"/>
              <a:gd name="T109" fmla="*/ 32 h 1165"/>
              <a:gd name="T110" fmla="*/ 272 w 481"/>
              <a:gd name="T111" fmla="*/ 8 h 1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81" h="1165">
                <a:moveTo>
                  <a:pt x="248" y="19"/>
                </a:moveTo>
                <a:lnTo>
                  <a:pt x="236" y="56"/>
                </a:lnTo>
                <a:lnTo>
                  <a:pt x="216" y="104"/>
                </a:lnTo>
                <a:lnTo>
                  <a:pt x="196" y="140"/>
                </a:lnTo>
                <a:lnTo>
                  <a:pt x="188" y="180"/>
                </a:lnTo>
                <a:lnTo>
                  <a:pt x="208" y="200"/>
                </a:lnTo>
                <a:lnTo>
                  <a:pt x="244" y="195"/>
                </a:lnTo>
                <a:lnTo>
                  <a:pt x="244" y="224"/>
                </a:lnTo>
                <a:lnTo>
                  <a:pt x="244" y="244"/>
                </a:lnTo>
                <a:lnTo>
                  <a:pt x="184" y="260"/>
                </a:lnTo>
                <a:lnTo>
                  <a:pt x="124" y="281"/>
                </a:lnTo>
                <a:lnTo>
                  <a:pt x="112" y="320"/>
                </a:lnTo>
                <a:lnTo>
                  <a:pt x="104" y="376"/>
                </a:lnTo>
                <a:lnTo>
                  <a:pt x="104" y="428"/>
                </a:lnTo>
                <a:lnTo>
                  <a:pt x="88" y="476"/>
                </a:lnTo>
                <a:lnTo>
                  <a:pt x="84" y="528"/>
                </a:lnTo>
                <a:lnTo>
                  <a:pt x="92" y="571"/>
                </a:lnTo>
                <a:lnTo>
                  <a:pt x="92" y="612"/>
                </a:lnTo>
                <a:lnTo>
                  <a:pt x="112" y="643"/>
                </a:lnTo>
                <a:lnTo>
                  <a:pt x="144" y="659"/>
                </a:lnTo>
                <a:lnTo>
                  <a:pt x="140" y="616"/>
                </a:lnTo>
                <a:lnTo>
                  <a:pt x="124" y="564"/>
                </a:lnTo>
                <a:lnTo>
                  <a:pt x="132" y="516"/>
                </a:lnTo>
                <a:lnTo>
                  <a:pt x="144" y="472"/>
                </a:lnTo>
                <a:lnTo>
                  <a:pt x="156" y="420"/>
                </a:lnTo>
                <a:lnTo>
                  <a:pt x="164" y="368"/>
                </a:lnTo>
                <a:lnTo>
                  <a:pt x="188" y="416"/>
                </a:lnTo>
                <a:lnTo>
                  <a:pt x="196" y="448"/>
                </a:lnTo>
                <a:lnTo>
                  <a:pt x="200" y="481"/>
                </a:lnTo>
                <a:lnTo>
                  <a:pt x="180" y="512"/>
                </a:lnTo>
                <a:lnTo>
                  <a:pt x="168" y="552"/>
                </a:lnTo>
                <a:lnTo>
                  <a:pt x="160" y="612"/>
                </a:lnTo>
                <a:lnTo>
                  <a:pt x="156" y="644"/>
                </a:lnTo>
                <a:lnTo>
                  <a:pt x="152" y="688"/>
                </a:lnTo>
                <a:lnTo>
                  <a:pt x="144" y="720"/>
                </a:lnTo>
                <a:lnTo>
                  <a:pt x="136" y="748"/>
                </a:lnTo>
                <a:lnTo>
                  <a:pt x="124" y="800"/>
                </a:lnTo>
                <a:lnTo>
                  <a:pt x="116" y="848"/>
                </a:lnTo>
                <a:lnTo>
                  <a:pt x="112" y="895"/>
                </a:lnTo>
                <a:lnTo>
                  <a:pt x="104" y="935"/>
                </a:lnTo>
                <a:lnTo>
                  <a:pt x="92" y="995"/>
                </a:lnTo>
                <a:lnTo>
                  <a:pt x="76" y="1064"/>
                </a:lnTo>
                <a:lnTo>
                  <a:pt x="40" y="1084"/>
                </a:lnTo>
                <a:lnTo>
                  <a:pt x="0" y="1144"/>
                </a:lnTo>
                <a:lnTo>
                  <a:pt x="32" y="1144"/>
                </a:lnTo>
                <a:lnTo>
                  <a:pt x="80" y="1107"/>
                </a:lnTo>
                <a:lnTo>
                  <a:pt x="116" y="1080"/>
                </a:lnTo>
                <a:lnTo>
                  <a:pt x="120" y="1044"/>
                </a:lnTo>
                <a:lnTo>
                  <a:pt x="140" y="1000"/>
                </a:lnTo>
                <a:lnTo>
                  <a:pt x="156" y="960"/>
                </a:lnTo>
                <a:lnTo>
                  <a:pt x="164" y="931"/>
                </a:lnTo>
                <a:lnTo>
                  <a:pt x="180" y="904"/>
                </a:lnTo>
                <a:lnTo>
                  <a:pt x="188" y="872"/>
                </a:lnTo>
                <a:lnTo>
                  <a:pt x="212" y="856"/>
                </a:lnTo>
                <a:lnTo>
                  <a:pt x="248" y="860"/>
                </a:lnTo>
                <a:lnTo>
                  <a:pt x="308" y="864"/>
                </a:lnTo>
                <a:lnTo>
                  <a:pt x="344" y="864"/>
                </a:lnTo>
                <a:lnTo>
                  <a:pt x="340" y="900"/>
                </a:lnTo>
                <a:lnTo>
                  <a:pt x="336" y="940"/>
                </a:lnTo>
                <a:lnTo>
                  <a:pt x="348" y="1008"/>
                </a:lnTo>
                <a:lnTo>
                  <a:pt x="356" y="1031"/>
                </a:lnTo>
                <a:lnTo>
                  <a:pt x="360" y="1084"/>
                </a:lnTo>
                <a:lnTo>
                  <a:pt x="364" y="1136"/>
                </a:lnTo>
                <a:lnTo>
                  <a:pt x="424" y="1164"/>
                </a:lnTo>
                <a:lnTo>
                  <a:pt x="412" y="1127"/>
                </a:lnTo>
                <a:lnTo>
                  <a:pt x="392" y="1084"/>
                </a:lnTo>
                <a:lnTo>
                  <a:pt x="396" y="1028"/>
                </a:lnTo>
                <a:lnTo>
                  <a:pt x="400" y="980"/>
                </a:lnTo>
                <a:lnTo>
                  <a:pt x="396" y="944"/>
                </a:lnTo>
                <a:lnTo>
                  <a:pt x="388" y="880"/>
                </a:lnTo>
                <a:lnTo>
                  <a:pt x="416" y="872"/>
                </a:lnTo>
                <a:lnTo>
                  <a:pt x="408" y="815"/>
                </a:lnTo>
                <a:lnTo>
                  <a:pt x="412" y="752"/>
                </a:lnTo>
                <a:lnTo>
                  <a:pt x="416" y="680"/>
                </a:lnTo>
                <a:lnTo>
                  <a:pt x="428" y="624"/>
                </a:lnTo>
                <a:lnTo>
                  <a:pt x="424" y="577"/>
                </a:lnTo>
                <a:lnTo>
                  <a:pt x="404" y="524"/>
                </a:lnTo>
                <a:lnTo>
                  <a:pt x="404" y="496"/>
                </a:lnTo>
                <a:lnTo>
                  <a:pt x="384" y="476"/>
                </a:lnTo>
                <a:lnTo>
                  <a:pt x="360" y="456"/>
                </a:lnTo>
                <a:lnTo>
                  <a:pt x="368" y="407"/>
                </a:lnTo>
                <a:lnTo>
                  <a:pt x="364" y="371"/>
                </a:lnTo>
                <a:lnTo>
                  <a:pt x="380" y="340"/>
                </a:lnTo>
                <a:lnTo>
                  <a:pt x="404" y="376"/>
                </a:lnTo>
                <a:lnTo>
                  <a:pt x="416" y="416"/>
                </a:lnTo>
                <a:lnTo>
                  <a:pt x="424" y="456"/>
                </a:lnTo>
                <a:lnTo>
                  <a:pt x="432" y="496"/>
                </a:lnTo>
                <a:lnTo>
                  <a:pt x="440" y="532"/>
                </a:lnTo>
                <a:lnTo>
                  <a:pt x="448" y="564"/>
                </a:lnTo>
                <a:lnTo>
                  <a:pt x="436" y="616"/>
                </a:lnTo>
                <a:lnTo>
                  <a:pt x="456" y="632"/>
                </a:lnTo>
                <a:lnTo>
                  <a:pt x="472" y="588"/>
                </a:lnTo>
                <a:lnTo>
                  <a:pt x="480" y="541"/>
                </a:lnTo>
                <a:lnTo>
                  <a:pt x="476" y="488"/>
                </a:lnTo>
                <a:lnTo>
                  <a:pt x="472" y="432"/>
                </a:lnTo>
                <a:lnTo>
                  <a:pt x="460" y="392"/>
                </a:lnTo>
                <a:lnTo>
                  <a:pt x="452" y="368"/>
                </a:lnTo>
                <a:lnTo>
                  <a:pt x="436" y="336"/>
                </a:lnTo>
                <a:lnTo>
                  <a:pt x="432" y="304"/>
                </a:lnTo>
                <a:lnTo>
                  <a:pt x="408" y="260"/>
                </a:lnTo>
                <a:lnTo>
                  <a:pt x="352" y="248"/>
                </a:lnTo>
                <a:lnTo>
                  <a:pt x="300" y="248"/>
                </a:lnTo>
                <a:lnTo>
                  <a:pt x="300" y="228"/>
                </a:lnTo>
                <a:lnTo>
                  <a:pt x="296" y="200"/>
                </a:lnTo>
                <a:lnTo>
                  <a:pt x="332" y="204"/>
                </a:lnTo>
                <a:lnTo>
                  <a:pt x="360" y="195"/>
                </a:lnTo>
                <a:lnTo>
                  <a:pt x="360" y="159"/>
                </a:lnTo>
                <a:lnTo>
                  <a:pt x="368" y="116"/>
                </a:lnTo>
                <a:lnTo>
                  <a:pt x="360" y="68"/>
                </a:lnTo>
                <a:lnTo>
                  <a:pt x="336" y="32"/>
                </a:lnTo>
                <a:lnTo>
                  <a:pt x="312" y="0"/>
                </a:lnTo>
                <a:lnTo>
                  <a:pt x="272" y="8"/>
                </a:lnTo>
                <a:lnTo>
                  <a:pt x="248" y="19"/>
                </a:lnTo>
              </a:path>
            </a:pathLst>
          </a:custGeom>
          <a:solidFill>
            <a:srgbClr val="FFCC99"/>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83017" name="Freeform 41">
            <a:extLst>
              <a:ext uri="{FF2B5EF4-FFF2-40B4-BE49-F238E27FC236}">
                <a16:creationId xmlns:a16="http://schemas.microsoft.com/office/drawing/2014/main" id="{26415F04-1DE1-BEF2-B4C3-A20F7230E482}"/>
              </a:ext>
            </a:extLst>
          </p:cNvPr>
          <p:cNvSpPr>
            <a:spLocks/>
          </p:cNvSpPr>
          <p:nvPr/>
        </p:nvSpPr>
        <p:spPr bwMode="auto">
          <a:xfrm>
            <a:off x="5943600" y="3246438"/>
            <a:ext cx="460375" cy="1335087"/>
          </a:xfrm>
          <a:custGeom>
            <a:avLst/>
            <a:gdLst>
              <a:gd name="T0" fmla="*/ 282 w 436"/>
              <a:gd name="T1" fmla="*/ 77 h 1197"/>
              <a:gd name="T2" fmla="*/ 258 w 436"/>
              <a:gd name="T3" fmla="*/ 153 h 1197"/>
              <a:gd name="T4" fmla="*/ 288 w 436"/>
              <a:gd name="T5" fmla="*/ 196 h 1197"/>
              <a:gd name="T6" fmla="*/ 352 w 436"/>
              <a:gd name="T7" fmla="*/ 216 h 1197"/>
              <a:gd name="T8" fmla="*/ 402 w 436"/>
              <a:gd name="T9" fmla="*/ 245 h 1197"/>
              <a:gd name="T10" fmla="*/ 422 w 436"/>
              <a:gd name="T11" fmla="*/ 329 h 1197"/>
              <a:gd name="T12" fmla="*/ 431 w 436"/>
              <a:gd name="T13" fmla="*/ 423 h 1197"/>
              <a:gd name="T14" fmla="*/ 435 w 436"/>
              <a:gd name="T15" fmla="*/ 499 h 1197"/>
              <a:gd name="T16" fmla="*/ 408 w 436"/>
              <a:gd name="T17" fmla="*/ 584 h 1197"/>
              <a:gd name="T18" fmla="*/ 348 w 436"/>
              <a:gd name="T19" fmla="*/ 616 h 1197"/>
              <a:gd name="T20" fmla="*/ 372 w 436"/>
              <a:gd name="T21" fmla="*/ 520 h 1197"/>
              <a:gd name="T22" fmla="*/ 378 w 436"/>
              <a:gd name="T23" fmla="*/ 449 h 1197"/>
              <a:gd name="T24" fmla="*/ 355 w 436"/>
              <a:gd name="T25" fmla="*/ 331 h 1197"/>
              <a:gd name="T26" fmla="*/ 331 w 436"/>
              <a:gd name="T27" fmla="*/ 419 h 1197"/>
              <a:gd name="T28" fmla="*/ 331 w 436"/>
              <a:gd name="T29" fmla="*/ 495 h 1197"/>
              <a:gd name="T30" fmla="*/ 343 w 436"/>
              <a:gd name="T31" fmla="*/ 591 h 1197"/>
              <a:gd name="T32" fmla="*/ 351 w 436"/>
              <a:gd name="T33" fmla="*/ 668 h 1197"/>
              <a:gd name="T34" fmla="*/ 346 w 436"/>
              <a:gd name="T35" fmla="*/ 753 h 1197"/>
              <a:gd name="T36" fmla="*/ 348 w 436"/>
              <a:gd name="T37" fmla="*/ 852 h 1197"/>
              <a:gd name="T38" fmla="*/ 368 w 436"/>
              <a:gd name="T39" fmla="*/ 960 h 1197"/>
              <a:gd name="T40" fmla="*/ 380 w 436"/>
              <a:gd name="T41" fmla="*/ 1080 h 1197"/>
              <a:gd name="T42" fmla="*/ 416 w 436"/>
              <a:gd name="T43" fmla="*/ 1176 h 1197"/>
              <a:gd name="T44" fmla="*/ 364 w 436"/>
              <a:gd name="T45" fmla="*/ 1184 h 1197"/>
              <a:gd name="T46" fmla="*/ 320 w 436"/>
              <a:gd name="T47" fmla="*/ 1128 h 1197"/>
              <a:gd name="T48" fmla="*/ 296 w 436"/>
              <a:gd name="T49" fmla="*/ 1036 h 1197"/>
              <a:gd name="T50" fmla="*/ 280 w 436"/>
              <a:gd name="T51" fmla="*/ 824 h 1197"/>
              <a:gd name="T52" fmla="*/ 256 w 436"/>
              <a:gd name="T53" fmla="*/ 688 h 1197"/>
              <a:gd name="T54" fmla="*/ 199 w 436"/>
              <a:gd name="T55" fmla="*/ 775 h 1197"/>
              <a:gd name="T56" fmla="*/ 179 w 436"/>
              <a:gd name="T57" fmla="*/ 895 h 1197"/>
              <a:gd name="T58" fmla="*/ 184 w 436"/>
              <a:gd name="T59" fmla="*/ 1076 h 1197"/>
              <a:gd name="T60" fmla="*/ 164 w 436"/>
              <a:gd name="T61" fmla="*/ 1148 h 1197"/>
              <a:gd name="T62" fmla="*/ 108 w 436"/>
              <a:gd name="T63" fmla="*/ 1196 h 1197"/>
              <a:gd name="T64" fmla="*/ 108 w 436"/>
              <a:gd name="T65" fmla="*/ 1108 h 1197"/>
              <a:gd name="T66" fmla="*/ 111 w 436"/>
              <a:gd name="T67" fmla="*/ 987 h 1197"/>
              <a:gd name="T68" fmla="*/ 108 w 436"/>
              <a:gd name="T69" fmla="*/ 888 h 1197"/>
              <a:gd name="T70" fmla="*/ 112 w 436"/>
              <a:gd name="T71" fmla="*/ 804 h 1197"/>
              <a:gd name="T72" fmla="*/ 108 w 436"/>
              <a:gd name="T73" fmla="*/ 700 h 1197"/>
              <a:gd name="T74" fmla="*/ 95 w 436"/>
              <a:gd name="T75" fmla="*/ 559 h 1197"/>
              <a:gd name="T76" fmla="*/ 111 w 436"/>
              <a:gd name="T77" fmla="*/ 491 h 1197"/>
              <a:gd name="T78" fmla="*/ 107 w 436"/>
              <a:gd name="T79" fmla="*/ 427 h 1197"/>
              <a:gd name="T80" fmla="*/ 107 w 436"/>
              <a:gd name="T81" fmla="*/ 359 h 1197"/>
              <a:gd name="T82" fmla="*/ 87 w 436"/>
              <a:gd name="T83" fmla="*/ 359 h 1197"/>
              <a:gd name="T84" fmla="*/ 72 w 436"/>
              <a:gd name="T85" fmla="*/ 432 h 1197"/>
              <a:gd name="T86" fmla="*/ 72 w 436"/>
              <a:gd name="T87" fmla="*/ 516 h 1197"/>
              <a:gd name="T88" fmla="*/ 100 w 436"/>
              <a:gd name="T89" fmla="*/ 608 h 1197"/>
              <a:gd name="T90" fmla="*/ 19 w 436"/>
              <a:gd name="T91" fmla="*/ 571 h 1197"/>
              <a:gd name="T92" fmla="*/ 0 w 436"/>
              <a:gd name="T93" fmla="*/ 468 h 1197"/>
              <a:gd name="T94" fmla="*/ 15 w 436"/>
              <a:gd name="T95" fmla="*/ 383 h 1197"/>
              <a:gd name="T96" fmla="*/ 26 w 436"/>
              <a:gd name="T97" fmla="*/ 301 h 1197"/>
              <a:gd name="T98" fmla="*/ 48 w 436"/>
              <a:gd name="T99" fmla="*/ 224 h 1197"/>
              <a:gd name="T100" fmla="*/ 104 w 436"/>
              <a:gd name="T101" fmla="*/ 208 h 1197"/>
              <a:gd name="T102" fmla="*/ 172 w 436"/>
              <a:gd name="T103" fmla="*/ 188 h 1197"/>
              <a:gd name="T104" fmla="*/ 170 w 436"/>
              <a:gd name="T105" fmla="*/ 149 h 1197"/>
              <a:gd name="T106" fmla="*/ 158 w 436"/>
              <a:gd name="T107" fmla="*/ 97 h 1197"/>
              <a:gd name="T108" fmla="*/ 170 w 436"/>
              <a:gd name="T109" fmla="*/ 9 h 1197"/>
              <a:gd name="T110" fmla="*/ 260 w 436"/>
              <a:gd name="T111" fmla="*/ 12 h 1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36" h="1197">
                <a:moveTo>
                  <a:pt x="280" y="28"/>
                </a:moveTo>
                <a:lnTo>
                  <a:pt x="282" y="77"/>
                </a:lnTo>
                <a:lnTo>
                  <a:pt x="278" y="121"/>
                </a:lnTo>
                <a:lnTo>
                  <a:pt x="258" y="153"/>
                </a:lnTo>
                <a:lnTo>
                  <a:pt x="258" y="185"/>
                </a:lnTo>
                <a:lnTo>
                  <a:pt x="288" y="196"/>
                </a:lnTo>
                <a:lnTo>
                  <a:pt x="328" y="204"/>
                </a:lnTo>
                <a:lnTo>
                  <a:pt x="352" y="216"/>
                </a:lnTo>
                <a:lnTo>
                  <a:pt x="382" y="229"/>
                </a:lnTo>
                <a:lnTo>
                  <a:pt x="402" y="245"/>
                </a:lnTo>
                <a:lnTo>
                  <a:pt x="410" y="281"/>
                </a:lnTo>
                <a:lnTo>
                  <a:pt x="422" y="329"/>
                </a:lnTo>
                <a:lnTo>
                  <a:pt x="426" y="373"/>
                </a:lnTo>
                <a:lnTo>
                  <a:pt x="431" y="423"/>
                </a:lnTo>
                <a:lnTo>
                  <a:pt x="428" y="456"/>
                </a:lnTo>
                <a:lnTo>
                  <a:pt x="435" y="499"/>
                </a:lnTo>
                <a:lnTo>
                  <a:pt x="426" y="541"/>
                </a:lnTo>
                <a:lnTo>
                  <a:pt x="408" y="584"/>
                </a:lnTo>
                <a:lnTo>
                  <a:pt x="384" y="616"/>
                </a:lnTo>
                <a:lnTo>
                  <a:pt x="348" y="616"/>
                </a:lnTo>
                <a:lnTo>
                  <a:pt x="352" y="560"/>
                </a:lnTo>
                <a:lnTo>
                  <a:pt x="372" y="520"/>
                </a:lnTo>
                <a:lnTo>
                  <a:pt x="380" y="476"/>
                </a:lnTo>
                <a:lnTo>
                  <a:pt x="378" y="449"/>
                </a:lnTo>
                <a:lnTo>
                  <a:pt x="366" y="393"/>
                </a:lnTo>
                <a:lnTo>
                  <a:pt x="355" y="331"/>
                </a:lnTo>
                <a:lnTo>
                  <a:pt x="335" y="383"/>
                </a:lnTo>
                <a:lnTo>
                  <a:pt x="331" y="419"/>
                </a:lnTo>
                <a:lnTo>
                  <a:pt x="323" y="455"/>
                </a:lnTo>
                <a:lnTo>
                  <a:pt x="331" y="495"/>
                </a:lnTo>
                <a:lnTo>
                  <a:pt x="335" y="532"/>
                </a:lnTo>
                <a:lnTo>
                  <a:pt x="343" y="591"/>
                </a:lnTo>
                <a:lnTo>
                  <a:pt x="347" y="624"/>
                </a:lnTo>
                <a:lnTo>
                  <a:pt x="351" y="668"/>
                </a:lnTo>
                <a:lnTo>
                  <a:pt x="348" y="712"/>
                </a:lnTo>
                <a:lnTo>
                  <a:pt x="346" y="753"/>
                </a:lnTo>
                <a:lnTo>
                  <a:pt x="346" y="797"/>
                </a:lnTo>
                <a:lnTo>
                  <a:pt x="348" y="852"/>
                </a:lnTo>
                <a:lnTo>
                  <a:pt x="356" y="896"/>
                </a:lnTo>
                <a:lnTo>
                  <a:pt x="368" y="960"/>
                </a:lnTo>
                <a:lnTo>
                  <a:pt x="376" y="1016"/>
                </a:lnTo>
                <a:lnTo>
                  <a:pt x="380" y="1080"/>
                </a:lnTo>
                <a:lnTo>
                  <a:pt x="388" y="1124"/>
                </a:lnTo>
                <a:lnTo>
                  <a:pt x="416" y="1176"/>
                </a:lnTo>
                <a:lnTo>
                  <a:pt x="399" y="1191"/>
                </a:lnTo>
                <a:lnTo>
                  <a:pt x="364" y="1184"/>
                </a:lnTo>
                <a:lnTo>
                  <a:pt x="344" y="1144"/>
                </a:lnTo>
                <a:lnTo>
                  <a:pt x="320" y="1128"/>
                </a:lnTo>
                <a:lnTo>
                  <a:pt x="304" y="1084"/>
                </a:lnTo>
                <a:lnTo>
                  <a:pt x="296" y="1036"/>
                </a:lnTo>
                <a:lnTo>
                  <a:pt x="288" y="904"/>
                </a:lnTo>
                <a:lnTo>
                  <a:pt x="280" y="824"/>
                </a:lnTo>
                <a:lnTo>
                  <a:pt x="271" y="759"/>
                </a:lnTo>
                <a:lnTo>
                  <a:pt x="256" y="688"/>
                </a:lnTo>
                <a:lnTo>
                  <a:pt x="208" y="688"/>
                </a:lnTo>
                <a:lnTo>
                  <a:pt x="199" y="775"/>
                </a:lnTo>
                <a:lnTo>
                  <a:pt x="191" y="839"/>
                </a:lnTo>
                <a:lnTo>
                  <a:pt x="179" y="895"/>
                </a:lnTo>
                <a:lnTo>
                  <a:pt x="180" y="992"/>
                </a:lnTo>
                <a:lnTo>
                  <a:pt x="184" y="1076"/>
                </a:lnTo>
                <a:lnTo>
                  <a:pt x="160" y="1104"/>
                </a:lnTo>
                <a:lnTo>
                  <a:pt x="164" y="1148"/>
                </a:lnTo>
                <a:lnTo>
                  <a:pt x="136" y="1184"/>
                </a:lnTo>
                <a:lnTo>
                  <a:pt x="108" y="1196"/>
                </a:lnTo>
                <a:lnTo>
                  <a:pt x="92" y="1164"/>
                </a:lnTo>
                <a:lnTo>
                  <a:pt x="108" y="1108"/>
                </a:lnTo>
                <a:lnTo>
                  <a:pt x="107" y="1047"/>
                </a:lnTo>
                <a:lnTo>
                  <a:pt x="111" y="987"/>
                </a:lnTo>
                <a:lnTo>
                  <a:pt x="107" y="923"/>
                </a:lnTo>
                <a:lnTo>
                  <a:pt x="108" y="888"/>
                </a:lnTo>
                <a:lnTo>
                  <a:pt x="112" y="844"/>
                </a:lnTo>
                <a:lnTo>
                  <a:pt x="112" y="804"/>
                </a:lnTo>
                <a:lnTo>
                  <a:pt x="112" y="748"/>
                </a:lnTo>
                <a:lnTo>
                  <a:pt x="108" y="700"/>
                </a:lnTo>
                <a:lnTo>
                  <a:pt x="108" y="648"/>
                </a:lnTo>
                <a:lnTo>
                  <a:pt x="95" y="559"/>
                </a:lnTo>
                <a:lnTo>
                  <a:pt x="107" y="527"/>
                </a:lnTo>
                <a:lnTo>
                  <a:pt x="111" y="491"/>
                </a:lnTo>
                <a:lnTo>
                  <a:pt x="103" y="459"/>
                </a:lnTo>
                <a:lnTo>
                  <a:pt x="107" y="427"/>
                </a:lnTo>
                <a:lnTo>
                  <a:pt x="107" y="395"/>
                </a:lnTo>
                <a:lnTo>
                  <a:pt x="107" y="359"/>
                </a:lnTo>
                <a:lnTo>
                  <a:pt x="95" y="327"/>
                </a:lnTo>
                <a:lnTo>
                  <a:pt x="87" y="359"/>
                </a:lnTo>
                <a:lnTo>
                  <a:pt x="87" y="396"/>
                </a:lnTo>
                <a:lnTo>
                  <a:pt x="72" y="432"/>
                </a:lnTo>
                <a:lnTo>
                  <a:pt x="71" y="475"/>
                </a:lnTo>
                <a:lnTo>
                  <a:pt x="72" y="516"/>
                </a:lnTo>
                <a:lnTo>
                  <a:pt x="76" y="564"/>
                </a:lnTo>
                <a:lnTo>
                  <a:pt x="100" y="608"/>
                </a:lnTo>
                <a:lnTo>
                  <a:pt x="56" y="628"/>
                </a:lnTo>
                <a:lnTo>
                  <a:pt x="19" y="571"/>
                </a:lnTo>
                <a:lnTo>
                  <a:pt x="8" y="528"/>
                </a:lnTo>
                <a:lnTo>
                  <a:pt x="0" y="468"/>
                </a:lnTo>
                <a:lnTo>
                  <a:pt x="7" y="419"/>
                </a:lnTo>
                <a:lnTo>
                  <a:pt x="15" y="383"/>
                </a:lnTo>
                <a:lnTo>
                  <a:pt x="23" y="347"/>
                </a:lnTo>
                <a:lnTo>
                  <a:pt x="26" y="301"/>
                </a:lnTo>
                <a:lnTo>
                  <a:pt x="30" y="261"/>
                </a:lnTo>
                <a:lnTo>
                  <a:pt x="48" y="224"/>
                </a:lnTo>
                <a:lnTo>
                  <a:pt x="76" y="216"/>
                </a:lnTo>
                <a:lnTo>
                  <a:pt x="104" y="208"/>
                </a:lnTo>
                <a:lnTo>
                  <a:pt x="140" y="204"/>
                </a:lnTo>
                <a:lnTo>
                  <a:pt x="172" y="188"/>
                </a:lnTo>
                <a:lnTo>
                  <a:pt x="184" y="164"/>
                </a:lnTo>
                <a:lnTo>
                  <a:pt x="170" y="149"/>
                </a:lnTo>
                <a:lnTo>
                  <a:pt x="158" y="121"/>
                </a:lnTo>
                <a:lnTo>
                  <a:pt x="158" y="97"/>
                </a:lnTo>
                <a:lnTo>
                  <a:pt x="166" y="53"/>
                </a:lnTo>
                <a:lnTo>
                  <a:pt x="170" y="9"/>
                </a:lnTo>
                <a:lnTo>
                  <a:pt x="220" y="0"/>
                </a:lnTo>
                <a:lnTo>
                  <a:pt x="260" y="12"/>
                </a:lnTo>
                <a:lnTo>
                  <a:pt x="280" y="2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83022" name="Rectangle 46">
            <a:extLst>
              <a:ext uri="{FF2B5EF4-FFF2-40B4-BE49-F238E27FC236}">
                <a16:creationId xmlns:a16="http://schemas.microsoft.com/office/drawing/2014/main" id="{D59B274F-F22E-F1B4-1A3F-CE63045E6A65}"/>
              </a:ext>
            </a:extLst>
          </p:cNvPr>
          <p:cNvSpPr>
            <a:spLocks noChangeArrowheads="1"/>
          </p:cNvSpPr>
          <p:nvPr/>
        </p:nvSpPr>
        <p:spPr bwMode="auto">
          <a:xfrm>
            <a:off x="228600" y="4432300"/>
            <a:ext cx="1263650"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600" dirty="0" err="1">
                <a:latin typeface="+mj-lt"/>
              </a:rPr>
              <a:t>Thuộc</a:t>
            </a:r>
            <a:r>
              <a:rPr lang="en-US" altLang="ja-JP" sz="1600" dirty="0">
                <a:latin typeface="+mj-lt"/>
              </a:rPr>
              <a:t> </a:t>
            </a:r>
            <a:r>
              <a:rPr lang="en-US" altLang="ja-JP" sz="1600" dirty="0" err="1">
                <a:latin typeface="+mj-lt"/>
              </a:rPr>
              <a:t>tính</a:t>
            </a:r>
            <a:endParaRPr lang="en-US" altLang="ja-JP" sz="1600" dirty="0">
              <a:latin typeface="+mj-lt"/>
            </a:endParaRPr>
          </a:p>
        </p:txBody>
      </p:sp>
      <p:sp>
        <p:nvSpPr>
          <p:cNvPr id="383023" name="Rectangle 47">
            <a:extLst>
              <a:ext uri="{FF2B5EF4-FFF2-40B4-BE49-F238E27FC236}">
                <a16:creationId xmlns:a16="http://schemas.microsoft.com/office/drawing/2014/main" id="{845D2B99-FE59-E949-4019-A2CA22193694}"/>
              </a:ext>
            </a:extLst>
          </p:cNvPr>
          <p:cNvSpPr>
            <a:spLocks noChangeArrowheads="1"/>
          </p:cNvSpPr>
          <p:nvPr/>
        </p:nvSpPr>
        <p:spPr bwMode="auto">
          <a:xfrm>
            <a:off x="190500" y="5019675"/>
            <a:ext cx="1309688" cy="581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en-US" altLang="ja-JP" sz="1600" dirty="0">
                <a:latin typeface="+mj-lt"/>
              </a:rPr>
              <a:t>Thao </a:t>
            </a:r>
            <a:r>
              <a:rPr lang="en-US" altLang="ja-JP" sz="1600" dirty="0" err="1">
                <a:latin typeface="+mj-lt"/>
              </a:rPr>
              <a:t>tác</a:t>
            </a:r>
            <a:endParaRPr lang="en-US" altLang="ja-JP" sz="1600" dirty="0">
              <a:latin typeface="+mj-lt"/>
            </a:endParaRPr>
          </a:p>
          <a:p>
            <a:pPr algn="ctr" eaLnBrk="0" hangingPunct="0"/>
            <a:r>
              <a:rPr lang="en-US" altLang="ja-JP" sz="1600" dirty="0">
                <a:latin typeface="+mj-lt"/>
              </a:rPr>
              <a:t>(</a:t>
            </a:r>
            <a:r>
              <a:rPr lang="en-US" altLang="ja-JP" sz="1600" dirty="0" err="1">
                <a:latin typeface="+mj-lt"/>
              </a:rPr>
              <a:t>Ứng</a:t>
            </a:r>
            <a:r>
              <a:rPr lang="en-US" altLang="ja-JP" sz="1600" dirty="0">
                <a:latin typeface="+mj-lt"/>
              </a:rPr>
              <a:t> </a:t>
            </a:r>
            <a:r>
              <a:rPr lang="en-US" altLang="ja-JP" sz="1600" dirty="0" err="1">
                <a:latin typeface="+mj-lt"/>
              </a:rPr>
              <a:t>xư</a:t>
            </a:r>
            <a:r>
              <a:rPr lang="en-US" altLang="ja-JP" sz="1600" dirty="0">
                <a:latin typeface="+mj-lt"/>
              </a:rPr>
              <a:t>̉)</a:t>
            </a:r>
          </a:p>
        </p:txBody>
      </p:sp>
      <p:sp>
        <p:nvSpPr>
          <p:cNvPr id="383032" name="Rectangle 56">
            <a:extLst>
              <a:ext uri="{FF2B5EF4-FFF2-40B4-BE49-F238E27FC236}">
                <a16:creationId xmlns:a16="http://schemas.microsoft.com/office/drawing/2014/main" id="{2378306C-68D5-E9F1-B476-C348ACA6A206}"/>
              </a:ext>
            </a:extLst>
          </p:cNvPr>
          <p:cNvSpPr>
            <a:spLocks noChangeArrowheads="1"/>
          </p:cNvSpPr>
          <p:nvPr/>
        </p:nvSpPr>
        <p:spPr bwMode="auto">
          <a:xfrm>
            <a:off x="4402138" y="5976938"/>
            <a:ext cx="1373187"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t>Đối tượng</a:t>
            </a:r>
          </a:p>
        </p:txBody>
      </p:sp>
      <p:sp>
        <p:nvSpPr>
          <p:cNvPr id="383033" name="AutoShape 57">
            <a:extLst>
              <a:ext uri="{FF2B5EF4-FFF2-40B4-BE49-F238E27FC236}">
                <a16:creationId xmlns:a16="http://schemas.microsoft.com/office/drawing/2014/main" id="{A2FEB94C-F2FF-DE03-8460-ADD324A6B4E1}"/>
              </a:ext>
            </a:extLst>
          </p:cNvPr>
          <p:cNvSpPr>
            <a:spLocks noChangeArrowheads="1"/>
          </p:cNvSpPr>
          <p:nvPr/>
        </p:nvSpPr>
        <p:spPr bwMode="auto">
          <a:xfrm rot="-915307">
            <a:off x="4414838" y="4224338"/>
            <a:ext cx="1289050" cy="125412"/>
          </a:xfrm>
          <a:prstGeom prst="rightArrow">
            <a:avLst>
              <a:gd name="adj1" fmla="val 50000"/>
              <a:gd name="adj2" fmla="val 256963"/>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83034" name="AutoShape 58">
            <a:extLst>
              <a:ext uri="{FF2B5EF4-FFF2-40B4-BE49-F238E27FC236}">
                <a16:creationId xmlns:a16="http://schemas.microsoft.com/office/drawing/2014/main" id="{0CF25567-B155-A494-7F7E-97BEF6DB5DB2}"/>
              </a:ext>
            </a:extLst>
          </p:cNvPr>
          <p:cNvSpPr>
            <a:spLocks noChangeArrowheads="1"/>
          </p:cNvSpPr>
          <p:nvPr/>
        </p:nvSpPr>
        <p:spPr bwMode="auto">
          <a:xfrm rot="1351234" flipV="1">
            <a:off x="4364038" y="5481638"/>
            <a:ext cx="1289050" cy="142875"/>
          </a:xfrm>
          <a:prstGeom prst="rightArrow">
            <a:avLst>
              <a:gd name="adj1" fmla="val 50000"/>
              <a:gd name="adj2" fmla="val 225556"/>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nvGrpSpPr>
          <p:cNvPr id="383036" name="Group 60">
            <a:extLst>
              <a:ext uri="{FF2B5EF4-FFF2-40B4-BE49-F238E27FC236}">
                <a16:creationId xmlns:a16="http://schemas.microsoft.com/office/drawing/2014/main" id="{278840CA-C118-83A7-6EB6-4850B55F6DB2}"/>
              </a:ext>
            </a:extLst>
          </p:cNvPr>
          <p:cNvGrpSpPr>
            <a:grpSpLocks/>
          </p:cNvGrpSpPr>
          <p:nvPr/>
        </p:nvGrpSpPr>
        <p:grpSpPr bwMode="auto">
          <a:xfrm>
            <a:off x="1473200" y="3890963"/>
            <a:ext cx="2054225" cy="2044700"/>
            <a:chOff x="640" y="4949"/>
            <a:chExt cx="859" cy="879"/>
          </a:xfrm>
        </p:grpSpPr>
        <p:sp>
          <p:nvSpPr>
            <p:cNvPr id="383037" name="Rectangle 61">
              <a:extLst>
                <a:ext uri="{FF2B5EF4-FFF2-40B4-BE49-F238E27FC236}">
                  <a16:creationId xmlns:a16="http://schemas.microsoft.com/office/drawing/2014/main" id="{E1B91351-6DEF-D82C-E6D8-431C3B251645}"/>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dirty="0" err="1">
                  <a:latin typeface="+mj-lt"/>
                </a:rPr>
                <a:t>Người</a:t>
              </a:r>
              <a:endParaRPr lang="en-US" altLang="ja-JP" sz="1800" dirty="0">
                <a:latin typeface="+mj-lt"/>
              </a:endParaRPr>
            </a:p>
          </p:txBody>
        </p:sp>
        <p:sp>
          <p:nvSpPr>
            <p:cNvPr id="383038" name="Rectangle 62">
              <a:extLst>
                <a:ext uri="{FF2B5EF4-FFF2-40B4-BE49-F238E27FC236}">
                  <a16:creationId xmlns:a16="http://schemas.microsoft.com/office/drawing/2014/main" id="{58B2A2A1-58CA-DE7B-9190-44FECD13DD3D}"/>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Tên</a:t>
              </a:r>
              <a:endParaRPr lang="en-US" altLang="ja-JP" sz="1800" b="0" dirty="0">
                <a:latin typeface="+mj-lt"/>
              </a:endParaRPr>
            </a:p>
            <a:p>
              <a:r>
                <a:rPr lang="en-US" altLang="ja-JP" sz="1800" b="0" dirty="0" err="1">
                  <a:latin typeface="+mj-lt"/>
                </a:rPr>
                <a:t>Tuổi</a:t>
              </a:r>
              <a:endParaRPr lang="en-US" altLang="ja-JP" sz="1800" b="0" dirty="0">
                <a:latin typeface="+mj-lt"/>
              </a:endParaRPr>
            </a:p>
          </p:txBody>
        </p:sp>
        <p:sp>
          <p:nvSpPr>
            <p:cNvPr id="383039" name="Rectangle 63">
              <a:extLst>
                <a:ext uri="{FF2B5EF4-FFF2-40B4-BE49-F238E27FC236}">
                  <a16:creationId xmlns:a16="http://schemas.microsoft.com/office/drawing/2014/main" id="{A0D1DA49-EF9D-A1C3-1BB8-C5292C7925BB}"/>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Lấy</a:t>
              </a:r>
              <a:r>
                <a:rPr lang="en-US" altLang="ja-JP" sz="1800" b="0" dirty="0">
                  <a:latin typeface="+mj-lt"/>
                </a:rPr>
                <a:t> </a:t>
              </a:r>
              <a:r>
                <a:rPr lang="en-US" altLang="ja-JP" sz="1800" b="0" dirty="0" err="1">
                  <a:latin typeface="+mj-lt"/>
                </a:rPr>
                <a:t>tên</a:t>
              </a:r>
              <a:endParaRPr lang="en-US" altLang="ja-JP" sz="1800" b="0" dirty="0">
                <a:latin typeface="+mj-lt"/>
              </a:endParaRPr>
            </a:p>
            <a:p>
              <a:r>
                <a:rPr lang="en-US" altLang="ja-JP" sz="1800" b="0" dirty="0" err="1">
                  <a:latin typeface="+mj-lt"/>
                </a:rPr>
                <a:t>Lấy</a:t>
              </a:r>
              <a:r>
                <a:rPr lang="en-US" altLang="ja-JP" sz="1800" b="0" dirty="0">
                  <a:latin typeface="+mj-lt"/>
                </a:rPr>
                <a:t> </a:t>
              </a:r>
              <a:r>
                <a:rPr lang="en-US" altLang="ja-JP" sz="1800" b="0" dirty="0" err="1">
                  <a:latin typeface="+mj-lt"/>
                </a:rPr>
                <a:t>tuổi</a:t>
              </a:r>
              <a:endParaRPr lang="en-US" altLang="ja-JP" sz="1800" b="0" dirty="0">
                <a:latin typeface="+mj-lt"/>
              </a:endParaRPr>
            </a:p>
            <a:p>
              <a:r>
                <a:rPr lang="en-US" altLang="ja-JP" sz="1800" b="0" dirty="0">
                  <a:latin typeface="+mj-lt"/>
                </a:rPr>
                <a:t>Set </a:t>
              </a:r>
              <a:r>
                <a:rPr lang="en-US" altLang="ja-JP" sz="1800" b="0" dirty="0" err="1">
                  <a:latin typeface="+mj-lt"/>
                </a:rPr>
                <a:t>tuổi</a:t>
              </a:r>
              <a:endParaRPr lang="en-US" altLang="ja-JP" sz="1800" b="0" dirty="0">
                <a:latin typeface="+mj-lt"/>
              </a:endParaRPr>
            </a:p>
          </p:txBody>
        </p:sp>
      </p:grpSp>
      <p:grpSp>
        <p:nvGrpSpPr>
          <p:cNvPr id="383040" name="Group 64">
            <a:extLst>
              <a:ext uri="{FF2B5EF4-FFF2-40B4-BE49-F238E27FC236}">
                <a16:creationId xmlns:a16="http://schemas.microsoft.com/office/drawing/2014/main" id="{5CEBAB8F-FF21-9E94-250A-313768A5302D}"/>
              </a:ext>
            </a:extLst>
          </p:cNvPr>
          <p:cNvGrpSpPr>
            <a:grpSpLocks/>
          </p:cNvGrpSpPr>
          <p:nvPr/>
        </p:nvGrpSpPr>
        <p:grpSpPr bwMode="auto">
          <a:xfrm>
            <a:off x="6635750" y="2928938"/>
            <a:ext cx="2247900" cy="1733550"/>
            <a:chOff x="640" y="4949"/>
            <a:chExt cx="859" cy="879"/>
          </a:xfrm>
        </p:grpSpPr>
        <p:sp>
          <p:nvSpPr>
            <p:cNvPr id="383041" name="Rectangle 65">
              <a:extLst>
                <a:ext uri="{FF2B5EF4-FFF2-40B4-BE49-F238E27FC236}">
                  <a16:creationId xmlns:a16="http://schemas.microsoft.com/office/drawing/2014/main" id="{EB59DE34-0386-51C5-AFFD-CC4094FAB6E2}"/>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dirty="0">
                  <a:latin typeface="+mj-lt"/>
                </a:rPr>
                <a:t>Yamada</a:t>
              </a:r>
              <a:r>
                <a:rPr lang="ja-JP" altLang="en-US" sz="1600" u="sng" dirty="0">
                  <a:latin typeface="+mj-lt"/>
                </a:rPr>
                <a:t>：</a:t>
              </a:r>
              <a:r>
                <a:rPr lang="en-US" altLang="ja-JP" sz="1600" u="sng" dirty="0" err="1">
                  <a:latin typeface="+mj-lt"/>
                </a:rPr>
                <a:t>Người</a:t>
              </a:r>
              <a:endParaRPr lang="en-US" altLang="ja-JP" sz="1600" u="sng" dirty="0">
                <a:latin typeface="+mj-lt"/>
              </a:endParaRPr>
            </a:p>
          </p:txBody>
        </p:sp>
        <p:sp>
          <p:nvSpPr>
            <p:cNvPr id="383042" name="Rectangle 66">
              <a:extLst>
                <a:ext uri="{FF2B5EF4-FFF2-40B4-BE49-F238E27FC236}">
                  <a16:creationId xmlns:a16="http://schemas.microsoft.com/office/drawing/2014/main" id="{39E3D5B6-D0BB-8EFA-7CA9-3B538AB273F0}"/>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Tên</a:t>
              </a:r>
              <a:r>
                <a:rPr lang="en-US" altLang="ja-JP" sz="1600" b="0" dirty="0">
                  <a:latin typeface="+mj-lt"/>
                </a:rPr>
                <a:t>=Yamada Taro</a:t>
              </a:r>
            </a:p>
            <a:p>
              <a:r>
                <a:rPr lang="en-US" altLang="ja-JP" sz="1600" b="0" dirty="0" err="1">
                  <a:latin typeface="+mj-lt"/>
                </a:rPr>
                <a:t>Tuổi</a:t>
              </a:r>
              <a:r>
                <a:rPr lang="en-US" altLang="ja-JP" sz="1600" b="0" dirty="0">
                  <a:latin typeface="+mj-lt"/>
                </a:rPr>
                <a:t>=30</a:t>
              </a:r>
            </a:p>
          </p:txBody>
        </p:sp>
        <p:sp>
          <p:nvSpPr>
            <p:cNvPr id="383043" name="Rectangle 67">
              <a:extLst>
                <a:ext uri="{FF2B5EF4-FFF2-40B4-BE49-F238E27FC236}">
                  <a16:creationId xmlns:a16="http://schemas.microsoft.com/office/drawing/2014/main" id="{806021C7-3AAC-FA19-8E21-BBCAE47719AA}"/>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Lấy</a:t>
              </a:r>
              <a:r>
                <a:rPr lang="en-US" altLang="ja-JP" sz="1600" b="0" dirty="0">
                  <a:latin typeface="+mj-lt"/>
                </a:rPr>
                <a:t> </a:t>
              </a:r>
              <a:r>
                <a:rPr lang="en-US" altLang="ja-JP" sz="1600" b="0" dirty="0" err="1">
                  <a:latin typeface="+mj-lt"/>
                </a:rPr>
                <a:t>tên</a:t>
              </a:r>
              <a:endParaRPr lang="en-US" altLang="ja-JP" sz="1600" b="0" dirty="0">
                <a:latin typeface="+mj-lt"/>
              </a:endParaRPr>
            </a:p>
            <a:p>
              <a:r>
                <a:rPr lang="en-US" altLang="ja-JP" sz="1600" b="0" dirty="0" err="1">
                  <a:latin typeface="+mj-lt"/>
                </a:rPr>
                <a:t>Lấy</a:t>
              </a:r>
              <a:r>
                <a:rPr lang="en-US" altLang="ja-JP" sz="1600" b="0" dirty="0">
                  <a:latin typeface="+mj-lt"/>
                </a:rPr>
                <a:t> </a:t>
              </a:r>
              <a:r>
                <a:rPr lang="en-US" altLang="ja-JP" sz="1600" b="0" dirty="0" err="1">
                  <a:latin typeface="+mj-lt"/>
                </a:rPr>
                <a:t>tuổi</a:t>
              </a:r>
              <a:endParaRPr lang="en-US" altLang="ja-JP" sz="1600" b="0" dirty="0">
                <a:latin typeface="+mj-lt"/>
              </a:endParaRPr>
            </a:p>
            <a:p>
              <a:r>
                <a:rPr lang="en-US" altLang="ja-JP" sz="1600" b="0" dirty="0">
                  <a:latin typeface="+mj-lt"/>
                </a:rPr>
                <a:t>Set </a:t>
              </a:r>
              <a:r>
                <a:rPr lang="en-US" altLang="ja-JP" sz="1600" b="0" dirty="0" err="1">
                  <a:latin typeface="+mj-lt"/>
                </a:rPr>
                <a:t>tuổi</a:t>
              </a:r>
              <a:endParaRPr lang="en-US" altLang="ja-JP" sz="1600" b="0" dirty="0">
                <a:latin typeface="+mj-lt"/>
              </a:endParaRPr>
            </a:p>
          </p:txBody>
        </p:sp>
      </p:grpSp>
      <p:grpSp>
        <p:nvGrpSpPr>
          <p:cNvPr id="383044" name="Group 68">
            <a:extLst>
              <a:ext uri="{FF2B5EF4-FFF2-40B4-BE49-F238E27FC236}">
                <a16:creationId xmlns:a16="http://schemas.microsoft.com/office/drawing/2014/main" id="{31C09AE0-68D3-B19F-A500-A341DD52589A}"/>
              </a:ext>
            </a:extLst>
          </p:cNvPr>
          <p:cNvGrpSpPr>
            <a:grpSpLocks/>
          </p:cNvGrpSpPr>
          <p:nvPr/>
        </p:nvGrpSpPr>
        <p:grpSpPr bwMode="auto">
          <a:xfrm>
            <a:off x="6630988" y="4764088"/>
            <a:ext cx="2273300" cy="1770062"/>
            <a:chOff x="640" y="4949"/>
            <a:chExt cx="859" cy="879"/>
          </a:xfrm>
        </p:grpSpPr>
        <p:sp>
          <p:nvSpPr>
            <p:cNvPr id="383045" name="Rectangle 69">
              <a:extLst>
                <a:ext uri="{FF2B5EF4-FFF2-40B4-BE49-F238E27FC236}">
                  <a16:creationId xmlns:a16="http://schemas.microsoft.com/office/drawing/2014/main" id="{DFE0AF3B-2418-3A7C-B6EC-D3987E5457CA}"/>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dirty="0">
                  <a:latin typeface="+mj-lt"/>
                </a:rPr>
                <a:t>Kawamura</a:t>
              </a:r>
              <a:r>
                <a:rPr lang="ja-JP" altLang="en-US" sz="1600" u="sng" dirty="0">
                  <a:latin typeface="+mj-lt"/>
                </a:rPr>
                <a:t>：</a:t>
              </a:r>
              <a:r>
                <a:rPr lang="en-US" altLang="ja-JP" sz="1600" u="sng" dirty="0" err="1">
                  <a:latin typeface="+mj-lt"/>
                </a:rPr>
                <a:t>Người</a:t>
              </a:r>
              <a:endParaRPr lang="en-US" altLang="ja-JP" sz="1600" u="sng" dirty="0">
                <a:latin typeface="+mj-lt"/>
              </a:endParaRPr>
            </a:p>
          </p:txBody>
        </p:sp>
        <p:sp>
          <p:nvSpPr>
            <p:cNvPr id="383046" name="Rectangle 70">
              <a:extLst>
                <a:ext uri="{FF2B5EF4-FFF2-40B4-BE49-F238E27FC236}">
                  <a16:creationId xmlns:a16="http://schemas.microsoft.com/office/drawing/2014/main" id="{9DBF45E9-3C00-5CD9-A882-22E7A4FF7FFF}"/>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Tên</a:t>
              </a:r>
              <a:r>
                <a:rPr lang="en-US" altLang="ja-JP" sz="1600" b="0" dirty="0">
                  <a:latin typeface="+mj-lt"/>
                </a:rPr>
                <a:t>=Kawamura Hanako</a:t>
              </a:r>
            </a:p>
            <a:p>
              <a:r>
                <a:rPr lang="en-US" altLang="ja-JP" sz="1600" b="0" dirty="0" err="1">
                  <a:latin typeface="+mj-lt"/>
                </a:rPr>
                <a:t>Tuổi</a:t>
              </a:r>
              <a:r>
                <a:rPr lang="en-US" altLang="ja-JP" sz="1600" b="0" dirty="0">
                  <a:latin typeface="+mj-lt"/>
                </a:rPr>
                <a:t>=20</a:t>
              </a:r>
            </a:p>
          </p:txBody>
        </p:sp>
        <p:sp>
          <p:nvSpPr>
            <p:cNvPr id="383047" name="Rectangle 71">
              <a:extLst>
                <a:ext uri="{FF2B5EF4-FFF2-40B4-BE49-F238E27FC236}">
                  <a16:creationId xmlns:a16="http://schemas.microsoft.com/office/drawing/2014/main" id="{4BB4E2E3-6966-6511-A0CA-83C3246177C8}"/>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Lấy</a:t>
              </a:r>
              <a:r>
                <a:rPr lang="en-US" altLang="ja-JP" sz="1600" b="0" dirty="0">
                  <a:latin typeface="+mj-lt"/>
                </a:rPr>
                <a:t> </a:t>
              </a:r>
              <a:r>
                <a:rPr lang="en-US" altLang="ja-JP" sz="1600" b="0" dirty="0" err="1">
                  <a:latin typeface="+mj-lt"/>
                </a:rPr>
                <a:t>tên</a:t>
              </a:r>
              <a:endParaRPr lang="en-US" altLang="ja-JP" sz="1600" b="0" dirty="0">
                <a:latin typeface="+mj-lt"/>
              </a:endParaRPr>
            </a:p>
            <a:p>
              <a:r>
                <a:rPr lang="en-US" altLang="ja-JP" sz="1600" b="0" dirty="0" err="1">
                  <a:latin typeface="+mj-lt"/>
                </a:rPr>
                <a:t>Lấy</a:t>
              </a:r>
              <a:r>
                <a:rPr lang="en-US" altLang="ja-JP" sz="1600" b="0" dirty="0">
                  <a:latin typeface="+mj-lt"/>
                </a:rPr>
                <a:t> </a:t>
              </a:r>
              <a:r>
                <a:rPr lang="en-US" altLang="ja-JP" sz="1600" b="0" dirty="0" err="1">
                  <a:latin typeface="+mj-lt"/>
                </a:rPr>
                <a:t>tuổi</a:t>
              </a:r>
              <a:endParaRPr lang="en-US" altLang="ja-JP" sz="1600" b="0" dirty="0">
                <a:latin typeface="+mj-lt"/>
              </a:endParaRPr>
            </a:p>
            <a:p>
              <a:r>
                <a:rPr lang="en-US" altLang="ja-JP" sz="1600" b="0" dirty="0">
                  <a:latin typeface="+mj-lt"/>
                </a:rPr>
                <a:t>Set </a:t>
              </a:r>
              <a:r>
                <a:rPr lang="en-US" altLang="ja-JP" sz="1600" b="0" dirty="0" err="1">
                  <a:latin typeface="+mj-lt"/>
                </a:rPr>
                <a:t>tuổi</a:t>
              </a:r>
              <a:endParaRPr lang="en-US" altLang="ja-JP" sz="1600" b="0" dirty="0">
                <a:latin typeface="+mj-lt"/>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D1836A1-819D-C423-AA66-1C6745044EEB}"/>
              </a:ext>
            </a:extLst>
          </p:cNvPr>
          <p:cNvSpPr>
            <a:spLocks noGrp="1"/>
          </p:cNvSpPr>
          <p:nvPr>
            <p:ph type="sldNum" sz="quarter" idx="10"/>
          </p:nvPr>
        </p:nvSpPr>
        <p:spPr/>
        <p:txBody>
          <a:bodyPr/>
          <a:lstStyle/>
          <a:p>
            <a:fld id="{4EFB44DC-9DCD-41C5-916E-4A863C3B042E}" type="slidenum">
              <a:rPr lang="en-US" altLang="ja-JP"/>
              <a:pPr/>
              <a:t>7</a:t>
            </a:fld>
            <a:endParaRPr lang="en-US" altLang="ja-JP"/>
          </a:p>
        </p:txBody>
      </p:sp>
      <p:sp>
        <p:nvSpPr>
          <p:cNvPr id="432130" name="Rectangle 2">
            <a:extLst>
              <a:ext uri="{FF2B5EF4-FFF2-40B4-BE49-F238E27FC236}">
                <a16:creationId xmlns:a16="http://schemas.microsoft.com/office/drawing/2014/main" id="{D52769EA-A92C-6043-A098-E19EE9F6A5FD}"/>
              </a:ext>
            </a:extLst>
          </p:cNvPr>
          <p:cNvSpPr>
            <a:spLocks noChangeArrowheads="1"/>
          </p:cNvSpPr>
          <p:nvPr/>
        </p:nvSpPr>
        <p:spPr bwMode="auto">
          <a:xfrm>
            <a:off x="344488" y="2276475"/>
            <a:ext cx="9091612" cy="4257675"/>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2131" name="Rectangle 3">
            <a:extLst>
              <a:ext uri="{FF2B5EF4-FFF2-40B4-BE49-F238E27FC236}">
                <a16:creationId xmlns:a16="http://schemas.microsoft.com/office/drawing/2014/main" id="{6DED3CBA-2AEE-6391-3275-7089E69CC26E}"/>
              </a:ext>
            </a:extLst>
          </p:cNvPr>
          <p:cNvSpPr>
            <a:spLocks noGrp="1" noChangeArrowheads="1"/>
          </p:cNvSpPr>
          <p:nvPr>
            <p:ph type="title"/>
          </p:nvPr>
        </p:nvSpPr>
        <p:spPr>
          <a:xfrm>
            <a:off x="344488" y="354760"/>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Class </a:t>
            </a:r>
            <a:r>
              <a:rPr lang="en-US" altLang="ja-JP" dirty="0" err="1">
                <a:latin typeface="Arial" panose="020B0604020202020204" pitchFamily="34" charset="0"/>
                <a:ea typeface="MS UI Gothic" panose="020B0600070205080204" pitchFamily="50" charset="-128"/>
              </a:rPr>
              <a:t>và</a:t>
            </a:r>
            <a:r>
              <a:rPr lang="en-US" altLang="ja-JP" dirty="0">
                <a:latin typeface="Arial" panose="020B0604020202020204" pitchFamily="34" charset="0"/>
                <a:ea typeface="MS UI Gothic" panose="020B0600070205080204" pitchFamily="50" charset="-128"/>
              </a:rPr>
              <a:t> object (2)</a:t>
            </a:r>
          </a:p>
        </p:txBody>
      </p:sp>
      <p:sp>
        <p:nvSpPr>
          <p:cNvPr id="432132" name="Rectangle 4">
            <a:extLst>
              <a:ext uri="{FF2B5EF4-FFF2-40B4-BE49-F238E27FC236}">
                <a16:creationId xmlns:a16="http://schemas.microsoft.com/office/drawing/2014/main" id="{CC6F7E6F-FDD9-457F-80A2-319B52FD9DB3}"/>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32137" name="Rectangle 9">
            <a:extLst>
              <a:ext uri="{FF2B5EF4-FFF2-40B4-BE49-F238E27FC236}">
                <a16:creationId xmlns:a16="http://schemas.microsoft.com/office/drawing/2014/main" id="{6E427BFF-EDC0-195A-B54C-4E49BC384748}"/>
              </a:ext>
            </a:extLst>
          </p:cNvPr>
          <p:cNvSpPr>
            <a:spLocks noChangeArrowheads="1"/>
          </p:cNvSpPr>
          <p:nvPr/>
        </p:nvSpPr>
        <p:spPr bwMode="auto">
          <a:xfrm>
            <a:off x="2138363" y="2987675"/>
            <a:ext cx="881062"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MS UI Gothic" panose="020B0600070205080204" pitchFamily="50" charset="-128"/>
              </a:rPr>
              <a:t>Class</a:t>
            </a:r>
          </a:p>
        </p:txBody>
      </p:sp>
      <p:sp>
        <p:nvSpPr>
          <p:cNvPr id="432138" name="Rectangle 10">
            <a:extLst>
              <a:ext uri="{FF2B5EF4-FFF2-40B4-BE49-F238E27FC236}">
                <a16:creationId xmlns:a16="http://schemas.microsoft.com/office/drawing/2014/main" id="{2288B403-0891-1E95-66B0-BCBAABA3397F}"/>
              </a:ext>
            </a:extLst>
          </p:cNvPr>
          <p:cNvSpPr>
            <a:spLocks noChangeArrowheads="1"/>
          </p:cNvSpPr>
          <p:nvPr/>
        </p:nvSpPr>
        <p:spPr bwMode="auto">
          <a:xfrm>
            <a:off x="4468813" y="3090863"/>
            <a:ext cx="1428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t>Đối tượng</a:t>
            </a:r>
          </a:p>
        </p:txBody>
      </p:sp>
      <p:grpSp>
        <p:nvGrpSpPr>
          <p:cNvPr id="432139" name="Group 11">
            <a:extLst>
              <a:ext uri="{FF2B5EF4-FFF2-40B4-BE49-F238E27FC236}">
                <a16:creationId xmlns:a16="http://schemas.microsoft.com/office/drawing/2014/main" id="{9BD6FB6F-3B79-CB4E-0A47-369153D8A4CF}"/>
              </a:ext>
            </a:extLst>
          </p:cNvPr>
          <p:cNvGrpSpPr>
            <a:grpSpLocks/>
          </p:cNvGrpSpPr>
          <p:nvPr/>
        </p:nvGrpSpPr>
        <p:grpSpPr bwMode="auto">
          <a:xfrm>
            <a:off x="3770313" y="4141788"/>
            <a:ext cx="490537" cy="671512"/>
            <a:chOff x="1308" y="1715"/>
            <a:chExt cx="385" cy="657"/>
          </a:xfrm>
        </p:grpSpPr>
        <p:sp>
          <p:nvSpPr>
            <p:cNvPr id="432140" name="Oval 12">
              <a:extLst>
                <a:ext uri="{FF2B5EF4-FFF2-40B4-BE49-F238E27FC236}">
                  <a16:creationId xmlns:a16="http://schemas.microsoft.com/office/drawing/2014/main" id="{AE789394-7E67-B164-A938-58FABABAA29B}"/>
                </a:ext>
              </a:extLst>
            </p:cNvPr>
            <p:cNvSpPr>
              <a:spLocks noChangeArrowheads="1"/>
            </p:cNvSpPr>
            <p:nvPr/>
          </p:nvSpPr>
          <p:spPr bwMode="auto">
            <a:xfrm>
              <a:off x="1324" y="1715"/>
              <a:ext cx="208" cy="208"/>
            </a:xfrm>
            <a:prstGeom prst="ellipse">
              <a:avLst/>
            </a:prstGeom>
            <a:noFill/>
            <a:ln w="508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2141" name="Line 13">
              <a:extLst>
                <a:ext uri="{FF2B5EF4-FFF2-40B4-BE49-F238E27FC236}">
                  <a16:creationId xmlns:a16="http://schemas.microsoft.com/office/drawing/2014/main" id="{E11EC49F-1588-9B46-C40D-506B050A119D}"/>
                </a:ext>
              </a:extLst>
            </p:cNvPr>
            <p:cNvSpPr>
              <a:spLocks noChangeShapeType="1"/>
            </p:cNvSpPr>
            <p:nvPr/>
          </p:nvSpPr>
          <p:spPr bwMode="auto">
            <a:xfrm>
              <a:off x="1452" y="1939"/>
              <a:ext cx="0" cy="192"/>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2142" name="Freeform 14">
              <a:extLst>
                <a:ext uri="{FF2B5EF4-FFF2-40B4-BE49-F238E27FC236}">
                  <a16:creationId xmlns:a16="http://schemas.microsoft.com/office/drawing/2014/main" id="{67515749-6D23-5DFD-FA8E-BABEB795879D}"/>
                </a:ext>
              </a:extLst>
            </p:cNvPr>
            <p:cNvSpPr>
              <a:spLocks/>
            </p:cNvSpPr>
            <p:nvPr/>
          </p:nvSpPr>
          <p:spPr bwMode="auto">
            <a:xfrm>
              <a:off x="1308" y="2131"/>
              <a:ext cx="289" cy="241"/>
            </a:xfrm>
            <a:custGeom>
              <a:avLst/>
              <a:gdLst>
                <a:gd name="T0" fmla="*/ 0 w 289"/>
                <a:gd name="T1" fmla="*/ 240 h 241"/>
                <a:gd name="T2" fmla="*/ 144 w 289"/>
                <a:gd name="T3" fmla="*/ 0 h 241"/>
                <a:gd name="T4" fmla="*/ 288 w 289"/>
                <a:gd name="T5" fmla="*/ 240 h 241"/>
              </a:gdLst>
              <a:ahLst/>
              <a:cxnLst>
                <a:cxn ang="0">
                  <a:pos x="T0" y="T1"/>
                </a:cxn>
                <a:cxn ang="0">
                  <a:pos x="T2" y="T3"/>
                </a:cxn>
                <a:cxn ang="0">
                  <a:pos x="T4" y="T5"/>
                </a:cxn>
              </a:cxnLst>
              <a:rect l="0" t="0" r="r" b="b"/>
              <a:pathLst>
                <a:path w="289" h="241">
                  <a:moveTo>
                    <a:pt x="0" y="240"/>
                  </a:moveTo>
                  <a:lnTo>
                    <a:pt x="144" y="0"/>
                  </a:lnTo>
                  <a:lnTo>
                    <a:pt x="288" y="24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2143" name="Freeform 15">
              <a:extLst>
                <a:ext uri="{FF2B5EF4-FFF2-40B4-BE49-F238E27FC236}">
                  <a16:creationId xmlns:a16="http://schemas.microsoft.com/office/drawing/2014/main" id="{EDF63BA6-3608-B43E-FBAD-75B0620A6C6B}"/>
                </a:ext>
              </a:extLst>
            </p:cNvPr>
            <p:cNvSpPr>
              <a:spLocks/>
            </p:cNvSpPr>
            <p:nvPr/>
          </p:nvSpPr>
          <p:spPr bwMode="auto">
            <a:xfrm>
              <a:off x="1308" y="1939"/>
              <a:ext cx="385" cy="193"/>
            </a:xfrm>
            <a:custGeom>
              <a:avLst/>
              <a:gdLst>
                <a:gd name="T0" fmla="*/ 0 w 385"/>
                <a:gd name="T1" fmla="*/ 192 h 193"/>
                <a:gd name="T2" fmla="*/ 48 w 385"/>
                <a:gd name="T3" fmla="*/ 96 h 193"/>
                <a:gd name="T4" fmla="*/ 384 w 385"/>
                <a:gd name="T5" fmla="*/ 0 h 193"/>
              </a:gdLst>
              <a:ahLst/>
              <a:cxnLst>
                <a:cxn ang="0">
                  <a:pos x="T0" y="T1"/>
                </a:cxn>
                <a:cxn ang="0">
                  <a:pos x="T2" y="T3"/>
                </a:cxn>
                <a:cxn ang="0">
                  <a:pos x="T4" y="T5"/>
                </a:cxn>
              </a:cxnLst>
              <a:rect l="0" t="0" r="r" b="b"/>
              <a:pathLst>
                <a:path w="385" h="193">
                  <a:moveTo>
                    <a:pt x="0" y="192"/>
                  </a:moveTo>
                  <a:lnTo>
                    <a:pt x="48" y="96"/>
                  </a:lnTo>
                  <a:lnTo>
                    <a:pt x="384" y="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sp>
        <p:nvSpPr>
          <p:cNvPr id="432144" name="Freeform 16">
            <a:extLst>
              <a:ext uri="{FF2B5EF4-FFF2-40B4-BE49-F238E27FC236}">
                <a16:creationId xmlns:a16="http://schemas.microsoft.com/office/drawing/2014/main" id="{1C89DD82-07CA-266E-20C8-F9D093A8CB55}"/>
              </a:ext>
            </a:extLst>
          </p:cNvPr>
          <p:cNvSpPr>
            <a:spLocks/>
          </p:cNvSpPr>
          <p:nvPr/>
        </p:nvSpPr>
        <p:spPr bwMode="auto">
          <a:xfrm>
            <a:off x="5846763" y="4710113"/>
            <a:ext cx="517525" cy="1314450"/>
          </a:xfrm>
          <a:custGeom>
            <a:avLst/>
            <a:gdLst>
              <a:gd name="T0" fmla="*/ 236 w 481"/>
              <a:gd name="T1" fmla="*/ 56 h 1165"/>
              <a:gd name="T2" fmla="*/ 196 w 481"/>
              <a:gd name="T3" fmla="*/ 140 h 1165"/>
              <a:gd name="T4" fmla="*/ 208 w 481"/>
              <a:gd name="T5" fmla="*/ 200 h 1165"/>
              <a:gd name="T6" fmla="*/ 244 w 481"/>
              <a:gd name="T7" fmla="*/ 224 h 1165"/>
              <a:gd name="T8" fmla="*/ 184 w 481"/>
              <a:gd name="T9" fmla="*/ 260 h 1165"/>
              <a:gd name="T10" fmla="*/ 112 w 481"/>
              <a:gd name="T11" fmla="*/ 320 h 1165"/>
              <a:gd name="T12" fmla="*/ 104 w 481"/>
              <a:gd name="T13" fmla="*/ 428 h 1165"/>
              <a:gd name="T14" fmla="*/ 84 w 481"/>
              <a:gd name="T15" fmla="*/ 528 h 1165"/>
              <a:gd name="T16" fmla="*/ 92 w 481"/>
              <a:gd name="T17" fmla="*/ 612 h 1165"/>
              <a:gd name="T18" fmla="*/ 144 w 481"/>
              <a:gd name="T19" fmla="*/ 659 h 1165"/>
              <a:gd name="T20" fmla="*/ 124 w 481"/>
              <a:gd name="T21" fmla="*/ 564 h 1165"/>
              <a:gd name="T22" fmla="*/ 144 w 481"/>
              <a:gd name="T23" fmla="*/ 472 h 1165"/>
              <a:gd name="T24" fmla="*/ 164 w 481"/>
              <a:gd name="T25" fmla="*/ 368 h 1165"/>
              <a:gd name="T26" fmla="*/ 196 w 481"/>
              <a:gd name="T27" fmla="*/ 448 h 1165"/>
              <a:gd name="T28" fmla="*/ 180 w 481"/>
              <a:gd name="T29" fmla="*/ 512 h 1165"/>
              <a:gd name="T30" fmla="*/ 160 w 481"/>
              <a:gd name="T31" fmla="*/ 612 h 1165"/>
              <a:gd name="T32" fmla="*/ 152 w 481"/>
              <a:gd name="T33" fmla="*/ 688 h 1165"/>
              <a:gd name="T34" fmla="*/ 136 w 481"/>
              <a:gd name="T35" fmla="*/ 748 h 1165"/>
              <a:gd name="T36" fmla="*/ 116 w 481"/>
              <a:gd name="T37" fmla="*/ 848 h 1165"/>
              <a:gd name="T38" fmla="*/ 104 w 481"/>
              <a:gd name="T39" fmla="*/ 935 h 1165"/>
              <a:gd name="T40" fmla="*/ 76 w 481"/>
              <a:gd name="T41" fmla="*/ 1064 h 1165"/>
              <a:gd name="T42" fmla="*/ 0 w 481"/>
              <a:gd name="T43" fmla="*/ 1144 h 1165"/>
              <a:gd name="T44" fmla="*/ 80 w 481"/>
              <a:gd name="T45" fmla="*/ 1107 h 1165"/>
              <a:gd name="T46" fmla="*/ 120 w 481"/>
              <a:gd name="T47" fmla="*/ 1044 h 1165"/>
              <a:gd name="T48" fmla="*/ 156 w 481"/>
              <a:gd name="T49" fmla="*/ 960 h 1165"/>
              <a:gd name="T50" fmla="*/ 180 w 481"/>
              <a:gd name="T51" fmla="*/ 904 h 1165"/>
              <a:gd name="T52" fmla="*/ 212 w 481"/>
              <a:gd name="T53" fmla="*/ 856 h 1165"/>
              <a:gd name="T54" fmla="*/ 308 w 481"/>
              <a:gd name="T55" fmla="*/ 864 h 1165"/>
              <a:gd name="T56" fmla="*/ 340 w 481"/>
              <a:gd name="T57" fmla="*/ 900 h 1165"/>
              <a:gd name="T58" fmla="*/ 348 w 481"/>
              <a:gd name="T59" fmla="*/ 1008 h 1165"/>
              <a:gd name="T60" fmla="*/ 360 w 481"/>
              <a:gd name="T61" fmla="*/ 1084 h 1165"/>
              <a:gd name="T62" fmla="*/ 424 w 481"/>
              <a:gd name="T63" fmla="*/ 1164 h 1165"/>
              <a:gd name="T64" fmla="*/ 392 w 481"/>
              <a:gd name="T65" fmla="*/ 1084 h 1165"/>
              <a:gd name="T66" fmla="*/ 400 w 481"/>
              <a:gd name="T67" fmla="*/ 980 h 1165"/>
              <a:gd name="T68" fmla="*/ 388 w 481"/>
              <a:gd name="T69" fmla="*/ 880 h 1165"/>
              <a:gd name="T70" fmla="*/ 408 w 481"/>
              <a:gd name="T71" fmla="*/ 815 h 1165"/>
              <a:gd name="T72" fmla="*/ 416 w 481"/>
              <a:gd name="T73" fmla="*/ 680 h 1165"/>
              <a:gd name="T74" fmla="*/ 424 w 481"/>
              <a:gd name="T75" fmla="*/ 577 h 1165"/>
              <a:gd name="T76" fmla="*/ 404 w 481"/>
              <a:gd name="T77" fmla="*/ 496 h 1165"/>
              <a:gd name="T78" fmla="*/ 360 w 481"/>
              <a:gd name="T79" fmla="*/ 456 h 1165"/>
              <a:gd name="T80" fmla="*/ 364 w 481"/>
              <a:gd name="T81" fmla="*/ 371 h 1165"/>
              <a:gd name="T82" fmla="*/ 404 w 481"/>
              <a:gd name="T83" fmla="*/ 376 h 1165"/>
              <a:gd name="T84" fmla="*/ 424 w 481"/>
              <a:gd name="T85" fmla="*/ 456 h 1165"/>
              <a:gd name="T86" fmla="*/ 440 w 481"/>
              <a:gd name="T87" fmla="*/ 532 h 1165"/>
              <a:gd name="T88" fmla="*/ 436 w 481"/>
              <a:gd name="T89" fmla="*/ 616 h 1165"/>
              <a:gd name="T90" fmla="*/ 472 w 481"/>
              <a:gd name="T91" fmla="*/ 588 h 1165"/>
              <a:gd name="T92" fmla="*/ 476 w 481"/>
              <a:gd name="T93" fmla="*/ 488 h 1165"/>
              <a:gd name="T94" fmla="*/ 460 w 481"/>
              <a:gd name="T95" fmla="*/ 392 h 1165"/>
              <a:gd name="T96" fmla="*/ 436 w 481"/>
              <a:gd name="T97" fmla="*/ 336 h 1165"/>
              <a:gd name="T98" fmla="*/ 408 w 481"/>
              <a:gd name="T99" fmla="*/ 260 h 1165"/>
              <a:gd name="T100" fmla="*/ 300 w 481"/>
              <a:gd name="T101" fmla="*/ 248 h 1165"/>
              <a:gd name="T102" fmla="*/ 296 w 481"/>
              <a:gd name="T103" fmla="*/ 200 h 1165"/>
              <a:gd name="T104" fmla="*/ 360 w 481"/>
              <a:gd name="T105" fmla="*/ 195 h 1165"/>
              <a:gd name="T106" fmla="*/ 368 w 481"/>
              <a:gd name="T107" fmla="*/ 116 h 1165"/>
              <a:gd name="T108" fmla="*/ 336 w 481"/>
              <a:gd name="T109" fmla="*/ 32 h 1165"/>
              <a:gd name="T110" fmla="*/ 272 w 481"/>
              <a:gd name="T111" fmla="*/ 8 h 1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81" h="1165">
                <a:moveTo>
                  <a:pt x="248" y="19"/>
                </a:moveTo>
                <a:lnTo>
                  <a:pt x="236" y="56"/>
                </a:lnTo>
                <a:lnTo>
                  <a:pt x="216" y="104"/>
                </a:lnTo>
                <a:lnTo>
                  <a:pt x="196" y="140"/>
                </a:lnTo>
                <a:lnTo>
                  <a:pt x="188" y="180"/>
                </a:lnTo>
                <a:lnTo>
                  <a:pt x="208" y="200"/>
                </a:lnTo>
                <a:lnTo>
                  <a:pt x="244" y="195"/>
                </a:lnTo>
                <a:lnTo>
                  <a:pt x="244" y="224"/>
                </a:lnTo>
                <a:lnTo>
                  <a:pt x="244" y="244"/>
                </a:lnTo>
                <a:lnTo>
                  <a:pt x="184" y="260"/>
                </a:lnTo>
                <a:lnTo>
                  <a:pt x="124" y="281"/>
                </a:lnTo>
                <a:lnTo>
                  <a:pt x="112" y="320"/>
                </a:lnTo>
                <a:lnTo>
                  <a:pt x="104" y="376"/>
                </a:lnTo>
                <a:lnTo>
                  <a:pt x="104" y="428"/>
                </a:lnTo>
                <a:lnTo>
                  <a:pt x="88" y="476"/>
                </a:lnTo>
                <a:lnTo>
                  <a:pt x="84" y="528"/>
                </a:lnTo>
                <a:lnTo>
                  <a:pt x="92" y="571"/>
                </a:lnTo>
                <a:lnTo>
                  <a:pt x="92" y="612"/>
                </a:lnTo>
                <a:lnTo>
                  <a:pt x="112" y="643"/>
                </a:lnTo>
                <a:lnTo>
                  <a:pt x="144" y="659"/>
                </a:lnTo>
                <a:lnTo>
                  <a:pt x="140" y="616"/>
                </a:lnTo>
                <a:lnTo>
                  <a:pt x="124" y="564"/>
                </a:lnTo>
                <a:lnTo>
                  <a:pt x="132" y="516"/>
                </a:lnTo>
                <a:lnTo>
                  <a:pt x="144" y="472"/>
                </a:lnTo>
                <a:lnTo>
                  <a:pt x="156" y="420"/>
                </a:lnTo>
                <a:lnTo>
                  <a:pt x="164" y="368"/>
                </a:lnTo>
                <a:lnTo>
                  <a:pt x="188" y="416"/>
                </a:lnTo>
                <a:lnTo>
                  <a:pt x="196" y="448"/>
                </a:lnTo>
                <a:lnTo>
                  <a:pt x="200" y="481"/>
                </a:lnTo>
                <a:lnTo>
                  <a:pt x="180" y="512"/>
                </a:lnTo>
                <a:lnTo>
                  <a:pt x="168" y="552"/>
                </a:lnTo>
                <a:lnTo>
                  <a:pt x="160" y="612"/>
                </a:lnTo>
                <a:lnTo>
                  <a:pt x="156" y="644"/>
                </a:lnTo>
                <a:lnTo>
                  <a:pt x="152" y="688"/>
                </a:lnTo>
                <a:lnTo>
                  <a:pt x="144" y="720"/>
                </a:lnTo>
                <a:lnTo>
                  <a:pt x="136" y="748"/>
                </a:lnTo>
                <a:lnTo>
                  <a:pt x="124" y="800"/>
                </a:lnTo>
                <a:lnTo>
                  <a:pt x="116" y="848"/>
                </a:lnTo>
                <a:lnTo>
                  <a:pt x="112" y="895"/>
                </a:lnTo>
                <a:lnTo>
                  <a:pt x="104" y="935"/>
                </a:lnTo>
                <a:lnTo>
                  <a:pt x="92" y="995"/>
                </a:lnTo>
                <a:lnTo>
                  <a:pt x="76" y="1064"/>
                </a:lnTo>
                <a:lnTo>
                  <a:pt x="40" y="1084"/>
                </a:lnTo>
                <a:lnTo>
                  <a:pt x="0" y="1144"/>
                </a:lnTo>
                <a:lnTo>
                  <a:pt x="32" y="1144"/>
                </a:lnTo>
                <a:lnTo>
                  <a:pt x="80" y="1107"/>
                </a:lnTo>
                <a:lnTo>
                  <a:pt x="116" y="1080"/>
                </a:lnTo>
                <a:lnTo>
                  <a:pt x="120" y="1044"/>
                </a:lnTo>
                <a:lnTo>
                  <a:pt x="140" y="1000"/>
                </a:lnTo>
                <a:lnTo>
                  <a:pt x="156" y="960"/>
                </a:lnTo>
                <a:lnTo>
                  <a:pt x="164" y="931"/>
                </a:lnTo>
                <a:lnTo>
                  <a:pt x="180" y="904"/>
                </a:lnTo>
                <a:lnTo>
                  <a:pt x="188" y="872"/>
                </a:lnTo>
                <a:lnTo>
                  <a:pt x="212" y="856"/>
                </a:lnTo>
                <a:lnTo>
                  <a:pt x="248" y="860"/>
                </a:lnTo>
                <a:lnTo>
                  <a:pt x="308" y="864"/>
                </a:lnTo>
                <a:lnTo>
                  <a:pt x="344" y="864"/>
                </a:lnTo>
                <a:lnTo>
                  <a:pt x="340" y="900"/>
                </a:lnTo>
                <a:lnTo>
                  <a:pt x="336" y="940"/>
                </a:lnTo>
                <a:lnTo>
                  <a:pt x="348" y="1008"/>
                </a:lnTo>
                <a:lnTo>
                  <a:pt x="356" y="1031"/>
                </a:lnTo>
                <a:lnTo>
                  <a:pt x="360" y="1084"/>
                </a:lnTo>
                <a:lnTo>
                  <a:pt x="364" y="1136"/>
                </a:lnTo>
                <a:lnTo>
                  <a:pt x="424" y="1164"/>
                </a:lnTo>
                <a:lnTo>
                  <a:pt x="412" y="1127"/>
                </a:lnTo>
                <a:lnTo>
                  <a:pt x="392" y="1084"/>
                </a:lnTo>
                <a:lnTo>
                  <a:pt x="396" y="1028"/>
                </a:lnTo>
                <a:lnTo>
                  <a:pt x="400" y="980"/>
                </a:lnTo>
                <a:lnTo>
                  <a:pt x="396" y="944"/>
                </a:lnTo>
                <a:lnTo>
                  <a:pt x="388" y="880"/>
                </a:lnTo>
                <a:lnTo>
                  <a:pt x="416" y="872"/>
                </a:lnTo>
                <a:lnTo>
                  <a:pt x="408" y="815"/>
                </a:lnTo>
                <a:lnTo>
                  <a:pt x="412" y="752"/>
                </a:lnTo>
                <a:lnTo>
                  <a:pt x="416" y="680"/>
                </a:lnTo>
                <a:lnTo>
                  <a:pt x="428" y="624"/>
                </a:lnTo>
                <a:lnTo>
                  <a:pt x="424" y="577"/>
                </a:lnTo>
                <a:lnTo>
                  <a:pt x="404" y="524"/>
                </a:lnTo>
                <a:lnTo>
                  <a:pt x="404" y="496"/>
                </a:lnTo>
                <a:lnTo>
                  <a:pt x="384" y="476"/>
                </a:lnTo>
                <a:lnTo>
                  <a:pt x="360" y="456"/>
                </a:lnTo>
                <a:lnTo>
                  <a:pt x="368" y="407"/>
                </a:lnTo>
                <a:lnTo>
                  <a:pt x="364" y="371"/>
                </a:lnTo>
                <a:lnTo>
                  <a:pt x="380" y="340"/>
                </a:lnTo>
                <a:lnTo>
                  <a:pt x="404" y="376"/>
                </a:lnTo>
                <a:lnTo>
                  <a:pt x="416" y="416"/>
                </a:lnTo>
                <a:lnTo>
                  <a:pt x="424" y="456"/>
                </a:lnTo>
                <a:lnTo>
                  <a:pt x="432" y="496"/>
                </a:lnTo>
                <a:lnTo>
                  <a:pt x="440" y="532"/>
                </a:lnTo>
                <a:lnTo>
                  <a:pt x="448" y="564"/>
                </a:lnTo>
                <a:lnTo>
                  <a:pt x="436" y="616"/>
                </a:lnTo>
                <a:lnTo>
                  <a:pt x="456" y="632"/>
                </a:lnTo>
                <a:lnTo>
                  <a:pt x="472" y="588"/>
                </a:lnTo>
                <a:lnTo>
                  <a:pt x="480" y="541"/>
                </a:lnTo>
                <a:lnTo>
                  <a:pt x="476" y="488"/>
                </a:lnTo>
                <a:lnTo>
                  <a:pt x="472" y="432"/>
                </a:lnTo>
                <a:lnTo>
                  <a:pt x="460" y="392"/>
                </a:lnTo>
                <a:lnTo>
                  <a:pt x="452" y="368"/>
                </a:lnTo>
                <a:lnTo>
                  <a:pt x="436" y="336"/>
                </a:lnTo>
                <a:lnTo>
                  <a:pt x="432" y="304"/>
                </a:lnTo>
                <a:lnTo>
                  <a:pt x="408" y="260"/>
                </a:lnTo>
                <a:lnTo>
                  <a:pt x="352" y="248"/>
                </a:lnTo>
                <a:lnTo>
                  <a:pt x="300" y="248"/>
                </a:lnTo>
                <a:lnTo>
                  <a:pt x="300" y="228"/>
                </a:lnTo>
                <a:lnTo>
                  <a:pt x="296" y="200"/>
                </a:lnTo>
                <a:lnTo>
                  <a:pt x="332" y="204"/>
                </a:lnTo>
                <a:lnTo>
                  <a:pt x="360" y="195"/>
                </a:lnTo>
                <a:lnTo>
                  <a:pt x="360" y="159"/>
                </a:lnTo>
                <a:lnTo>
                  <a:pt x="368" y="116"/>
                </a:lnTo>
                <a:lnTo>
                  <a:pt x="360" y="68"/>
                </a:lnTo>
                <a:lnTo>
                  <a:pt x="336" y="32"/>
                </a:lnTo>
                <a:lnTo>
                  <a:pt x="312" y="0"/>
                </a:lnTo>
                <a:lnTo>
                  <a:pt x="272" y="8"/>
                </a:lnTo>
                <a:lnTo>
                  <a:pt x="248" y="19"/>
                </a:lnTo>
              </a:path>
            </a:pathLst>
          </a:custGeom>
          <a:solidFill>
            <a:srgbClr val="FFCC99"/>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2145" name="Freeform 17">
            <a:extLst>
              <a:ext uri="{FF2B5EF4-FFF2-40B4-BE49-F238E27FC236}">
                <a16:creationId xmlns:a16="http://schemas.microsoft.com/office/drawing/2014/main" id="{08880D0A-0CAB-A65D-EBE8-142437DEB56E}"/>
              </a:ext>
            </a:extLst>
          </p:cNvPr>
          <p:cNvSpPr>
            <a:spLocks/>
          </p:cNvSpPr>
          <p:nvPr/>
        </p:nvSpPr>
        <p:spPr bwMode="auto">
          <a:xfrm>
            <a:off x="5943600" y="2767013"/>
            <a:ext cx="460375" cy="1335087"/>
          </a:xfrm>
          <a:custGeom>
            <a:avLst/>
            <a:gdLst>
              <a:gd name="T0" fmla="*/ 282 w 436"/>
              <a:gd name="T1" fmla="*/ 77 h 1197"/>
              <a:gd name="T2" fmla="*/ 258 w 436"/>
              <a:gd name="T3" fmla="*/ 153 h 1197"/>
              <a:gd name="T4" fmla="*/ 288 w 436"/>
              <a:gd name="T5" fmla="*/ 196 h 1197"/>
              <a:gd name="T6" fmla="*/ 352 w 436"/>
              <a:gd name="T7" fmla="*/ 216 h 1197"/>
              <a:gd name="T8" fmla="*/ 402 w 436"/>
              <a:gd name="T9" fmla="*/ 245 h 1197"/>
              <a:gd name="T10" fmla="*/ 422 w 436"/>
              <a:gd name="T11" fmla="*/ 329 h 1197"/>
              <a:gd name="T12" fmla="*/ 431 w 436"/>
              <a:gd name="T13" fmla="*/ 423 h 1197"/>
              <a:gd name="T14" fmla="*/ 435 w 436"/>
              <a:gd name="T15" fmla="*/ 499 h 1197"/>
              <a:gd name="T16" fmla="*/ 408 w 436"/>
              <a:gd name="T17" fmla="*/ 584 h 1197"/>
              <a:gd name="T18" fmla="*/ 348 w 436"/>
              <a:gd name="T19" fmla="*/ 616 h 1197"/>
              <a:gd name="T20" fmla="*/ 372 w 436"/>
              <a:gd name="T21" fmla="*/ 520 h 1197"/>
              <a:gd name="T22" fmla="*/ 378 w 436"/>
              <a:gd name="T23" fmla="*/ 449 h 1197"/>
              <a:gd name="T24" fmla="*/ 355 w 436"/>
              <a:gd name="T25" fmla="*/ 331 h 1197"/>
              <a:gd name="T26" fmla="*/ 331 w 436"/>
              <a:gd name="T27" fmla="*/ 419 h 1197"/>
              <a:gd name="T28" fmla="*/ 331 w 436"/>
              <a:gd name="T29" fmla="*/ 495 h 1197"/>
              <a:gd name="T30" fmla="*/ 343 w 436"/>
              <a:gd name="T31" fmla="*/ 591 h 1197"/>
              <a:gd name="T32" fmla="*/ 351 w 436"/>
              <a:gd name="T33" fmla="*/ 668 h 1197"/>
              <a:gd name="T34" fmla="*/ 346 w 436"/>
              <a:gd name="T35" fmla="*/ 753 h 1197"/>
              <a:gd name="T36" fmla="*/ 348 w 436"/>
              <a:gd name="T37" fmla="*/ 852 h 1197"/>
              <a:gd name="T38" fmla="*/ 368 w 436"/>
              <a:gd name="T39" fmla="*/ 960 h 1197"/>
              <a:gd name="T40" fmla="*/ 380 w 436"/>
              <a:gd name="T41" fmla="*/ 1080 h 1197"/>
              <a:gd name="T42" fmla="*/ 416 w 436"/>
              <a:gd name="T43" fmla="*/ 1176 h 1197"/>
              <a:gd name="T44" fmla="*/ 364 w 436"/>
              <a:gd name="T45" fmla="*/ 1184 h 1197"/>
              <a:gd name="T46" fmla="*/ 320 w 436"/>
              <a:gd name="T47" fmla="*/ 1128 h 1197"/>
              <a:gd name="T48" fmla="*/ 296 w 436"/>
              <a:gd name="T49" fmla="*/ 1036 h 1197"/>
              <a:gd name="T50" fmla="*/ 280 w 436"/>
              <a:gd name="T51" fmla="*/ 824 h 1197"/>
              <a:gd name="T52" fmla="*/ 256 w 436"/>
              <a:gd name="T53" fmla="*/ 688 h 1197"/>
              <a:gd name="T54" fmla="*/ 199 w 436"/>
              <a:gd name="T55" fmla="*/ 775 h 1197"/>
              <a:gd name="T56" fmla="*/ 179 w 436"/>
              <a:gd name="T57" fmla="*/ 895 h 1197"/>
              <a:gd name="T58" fmla="*/ 184 w 436"/>
              <a:gd name="T59" fmla="*/ 1076 h 1197"/>
              <a:gd name="T60" fmla="*/ 164 w 436"/>
              <a:gd name="T61" fmla="*/ 1148 h 1197"/>
              <a:gd name="T62" fmla="*/ 108 w 436"/>
              <a:gd name="T63" fmla="*/ 1196 h 1197"/>
              <a:gd name="T64" fmla="*/ 108 w 436"/>
              <a:gd name="T65" fmla="*/ 1108 h 1197"/>
              <a:gd name="T66" fmla="*/ 111 w 436"/>
              <a:gd name="T67" fmla="*/ 987 h 1197"/>
              <a:gd name="T68" fmla="*/ 108 w 436"/>
              <a:gd name="T69" fmla="*/ 888 h 1197"/>
              <a:gd name="T70" fmla="*/ 112 w 436"/>
              <a:gd name="T71" fmla="*/ 804 h 1197"/>
              <a:gd name="T72" fmla="*/ 108 w 436"/>
              <a:gd name="T73" fmla="*/ 700 h 1197"/>
              <a:gd name="T74" fmla="*/ 95 w 436"/>
              <a:gd name="T75" fmla="*/ 559 h 1197"/>
              <a:gd name="T76" fmla="*/ 111 w 436"/>
              <a:gd name="T77" fmla="*/ 491 h 1197"/>
              <a:gd name="T78" fmla="*/ 107 w 436"/>
              <a:gd name="T79" fmla="*/ 427 h 1197"/>
              <a:gd name="T80" fmla="*/ 107 w 436"/>
              <a:gd name="T81" fmla="*/ 359 h 1197"/>
              <a:gd name="T82" fmla="*/ 87 w 436"/>
              <a:gd name="T83" fmla="*/ 359 h 1197"/>
              <a:gd name="T84" fmla="*/ 72 w 436"/>
              <a:gd name="T85" fmla="*/ 432 h 1197"/>
              <a:gd name="T86" fmla="*/ 72 w 436"/>
              <a:gd name="T87" fmla="*/ 516 h 1197"/>
              <a:gd name="T88" fmla="*/ 100 w 436"/>
              <a:gd name="T89" fmla="*/ 608 h 1197"/>
              <a:gd name="T90" fmla="*/ 19 w 436"/>
              <a:gd name="T91" fmla="*/ 571 h 1197"/>
              <a:gd name="T92" fmla="*/ 0 w 436"/>
              <a:gd name="T93" fmla="*/ 468 h 1197"/>
              <a:gd name="T94" fmla="*/ 15 w 436"/>
              <a:gd name="T95" fmla="*/ 383 h 1197"/>
              <a:gd name="T96" fmla="*/ 26 w 436"/>
              <a:gd name="T97" fmla="*/ 301 h 1197"/>
              <a:gd name="T98" fmla="*/ 48 w 436"/>
              <a:gd name="T99" fmla="*/ 224 h 1197"/>
              <a:gd name="T100" fmla="*/ 104 w 436"/>
              <a:gd name="T101" fmla="*/ 208 h 1197"/>
              <a:gd name="T102" fmla="*/ 172 w 436"/>
              <a:gd name="T103" fmla="*/ 188 h 1197"/>
              <a:gd name="T104" fmla="*/ 170 w 436"/>
              <a:gd name="T105" fmla="*/ 149 h 1197"/>
              <a:gd name="T106" fmla="*/ 158 w 436"/>
              <a:gd name="T107" fmla="*/ 97 h 1197"/>
              <a:gd name="T108" fmla="*/ 170 w 436"/>
              <a:gd name="T109" fmla="*/ 9 h 1197"/>
              <a:gd name="T110" fmla="*/ 260 w 436"/>
              <a:gd name="T111" fmla="*/ 12 h 1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36" h="1197">
                <a:moveTo>
                  <a:pt x="280" y="28"/>
                </a:moveTo>
                <a:lnTo>
                  <a:pt x="282" y="77"/>
                </a:lnTo>
                <a:lnTo>
                  <a:pt x="278" y="121"/>
                </a:lnTo>
                <a:lnTo>
                  <a:pt x="258" y="153"/>
                </a:lnTo>
                <a:lnTo>
                  <a:pt x="258" y="185"/>
                </a:lnTo>
                <a:lnTo>
                  <a:pt x="288" y="196"/>
                </a:lnTo>
                <a:lnTo>
                  <a:pt x="328" y="204"/>
                </a:lnTo>
                <a:lnTo>
                  <a:pt x="352" y="216"/>
                </a:lnTo>
                <a:lnTo>
                  <a:pt x="382" y="229"/>
                </a:lnTo>
                <a:lnTo>
                  <a:pt x="402" y="245"/>
                </a:lnTo>
                <a:lnTo>
                  <a:pt x="410" y="281"/>
                </a:lnTo>
                <a:lnTo>
                  <a:pt x="422" y="329"/>
                </a:lnTo>
                <a:lnTo>
                  <a:pt x="426" y="373"/>
                </a:lnTo>
                <a:lnTo>
                  <a:pt x="431" y="423"/>
                </a:lnTo>
                <a:lnTo>
                  <a:pt x="428" y="456"/>
                </a:lnTo>
                <a:lnTo>
                  <a:pt x="435" y="499"/>
                </a:lnTo>
                <a:lnTo>
                  <a:pt x="426" y="541"/>
                </a:lnTo>
                <a:lnTo>
                  <a:pt x="408" y="584"/>
                </a:lnTo>
                <a:lnTo>
                  <a:pt x="384" y="616"/>
                </a:lnTo>
                <a:lnTo>
                  <a:pt x="348" y="616"/>
                </a:lnTo>
                <a:lnTo>
                  <a:pt x="352" y="560"/>
                </a:lnTo>
                <a:lnTo>
                  <a:pt x="372" y="520"/>
                </a:lnTo>
                <a:lnTo>
                  <a:pt x="380" y="476"/>
                </a:lnTo>
                <a:lnTo>
                  <a:pt x="378" y="449"/>
                </a:lnTo>
                <a:lnTo>
                  <a:pt x="366" y="393"/>
                </a:lnTo>
                <a:lnTo>
                  <a:pt x="355" y="331"/>
                </a:lnTo>
                <a:lnTo>
                  <a:pt x="335" y="383"/>
                </a:lnTo>
                <a:lnTo>
                  <a:pt x="331" y="419"/>
                </a:lnTo>
                <a:lnTo>
                  <a:pt x="323" y="455"/>
                </a:lnTo>
                <a:lnTo>
                  <a:pt x="331" y="495"/>
                </a:lnTo>
                <a:lnTo>
                  <a:pt x="335" y="532"/>
                </a:lnTo>
                <a:lnTo>
                  <a:pt x="343" y="591"/>
                </a:lnTo>
                <a:lnTo>
                  <a:pt x="347" y="624"/>
                </a:lnTo>
                <a:lnTo>
                  <a:pt x="351" y="668"/>
                </a:lnTo>
                <a:lnTo>
                  <a:pt x="348" y="712"/>
                </a:lnTo>
                <a:lnTo>
                  <a:pt x="346" y="753"/>
                </a:lnTo>
                <a:lnTo>
                  <a:pt x="346" y="797"/>
                </a:lnTo>
                <a:lnTo>
                  <a:pt x="348" y="852"/>
                </a:lnTo>
                <a:lnTo>
                  <a:pt x="356" y="896"/>
                </a:lnTo>
                <a:lnTo>
                  <a:pt x="368" y="960"/>
                </a:lnTo>
                <a:lnTo>
                  <a:pt x="376" y="1016"/>
                </a:lnTo>
                <a:lnTo>
                  <a:pt x="380" y="1080"/>
                </a:lnTo>
                <a:lnTo>
                  <a:pt x="388" y="1124"/>
                </a:lnTo>
                <a:lnTo>
                  <a:pt x="416" y="1176"/>
                </a:lnTo>
                <a:lnTo>
                  <a:pt x="399" y="1191"/>
                </a:lnTo>
                <a:lnTo>
                  <a:pt x="364" y="1184"/>
                </a:lnTo>
                <a:lnTo>
                  <a:pt x="344" y="1144"/>
                </a:lnTo>
                <a:lnTo>
                  <a:pt x="320" y="1128"/>
                </a:lnTo>
                <a:lnTo>
                  <a:pt x="304" y="1084"/>
                </a:lnTo>
                <a:lnTo>
                  <a:pt x="296" y="1036"/>
                </a:lnTo>
                <a:lnTo>
                  <a:pt x="288" y="904"/>
                </a:lnTo>
                <a:lnTo>
                  <a:pt x="280" y="824"/>
                </a:lnTo>
                <a:lnTo>
                  <a:pt x="271" y="759"/>
                </a:lnTo>
                <a:lnTo>
                  <a:pt x="256" y="688"/>
                </a:lnTo>
                <a:lnTo>
                  <a:pt x="208" y="688"/>
                </a:lnTo>
                <a:lnTo>
                  <a:pt x="199" y="775"/>
                </a:lnTo>
                <a:lnTo>
                  <a:pt x="191" y="839"/>
                </a:lnTo>
                <a:lnTo>
                  <a:pt x="179" y="895"/>
                </a:lnTo>
                <a:lnTo>
                  <a:pt x="180" y="992"/>
                </a:lnTo>
                <a:lnTo>
                  <a:pt x="184" y="1076"/>
                </a:lnTo>
                <a:lnTo>
                  <a:pt x="160" y="1104"/>
                </a:lnTo>
                <a:lnTo>
                  <a:pt x="164" y="1148"/>
                </a:lnTo>
                <a:lnTo>
                  <a:pt x="136" y="1184"/>
                </a:lnTo>
                <a:lnTo>
                  <a:pt x="108" y="1196"/>
                </a:lnTo>
                <a:lnTo>
                  <a:pt x="92" y="1164"/>
                </a:lnTo>
                <a:lnTo>
                  <a:pt x="108" y="1108"/>
                </a:lnTo>
                <a:lnTo>
                  <a:pt x="107" y="1047"/>
                </a:lnTo>
                <a:lnTo>
                  <a:pt x="111" y="987"/>
                </a:lnTo>
                <a:lnTo>
                  <a:pt x="107" y="923"/>
                </a:lnTo>
                <a:lnTo>
                  <a:pt x="108" y="888"/>
                </a:lnTo>
                <a:lnTo>
                  <a:pt x="112" y="844"/>
                </a:lnTo>
                <a:lnTo>
                  <a:pt x="112" y="804"/>
                </a:lnTo>
                <a:lnTo>
                  <a:pt x="112" y="748"/>
                </a:lnTo>
                <a:lnTo>
                  <a:pt x="108" y="700"/>
                </a:lnTo>
                <a:lnTo>
                  <a:pt x="108" y="648"/>
                </a:lnTo>
                <a:lnTo>
                  <a:pt x="95" y="559"/>
                </a:lnTo>
                <a:lnTo>
                  <a:pt x="107" y="527"/>
                </a:lnTo>
                <a:lnTo>
                  <a:pt x="111" y="491"/>
                </a:lnTo>
                <a:lnTo>
                  <a:pt x="103" y="459"/>
                </a:lnTo>
                <a:lnTo>
                  <a:pt x="107" y="427"/>
                </a:lnTo>
                <a:lnTo>
                  <a:pt x="107" y="395"/>
                </a:lnTo>
                <a:lnTo>
                  <a:pt x="107" y="359"/>
                </a:lnTo>
                <a:lnTo>
                  <a:pt x="95" y="327"/>
                </a:lnTo>
                <a:lnTo>
                  <a:pt x="87" y="359"/>
                </a:lnTo>
                <a:lnTo>
                  <a:pt x="87" y="396"/>
                </a:lnTo>
                <a:lnTo>
                  <a:pt x="72" y="432"/>
                </a:lnTo>
                <a:lnTo>
                  <a:pt x="71" y="475"/>
                </a:lnTo>
                <a:lnTo>
                  <a:pt x="72" y="516"/>
                </a:lnTo>
                <a:lnTo>
                  <a:pt x="76" y="564"/>
                </a:lnTo>
                <a:lnTo>
                  <a:pt x="100" y="608"/>
                </a:lnTo>
                <a:lnTo>
                  <a:pt x="56" y="628"/>
                </a:lnTo>
                <a:lnTo>
                  <a:pt x="19" y="571"/>
                </a:lnTo>
                <a:lnTo>
                  <a:pt x="8" y="528"/>
                </a:lnTo>
                <a:lnTo>
                  <a:pt x="0" y="468"/>
                </a:lnTo>
                <a:lnTo>
                  <a:pt x="7" y="419"/>
                </a:lnTo>
                <a:lnTo>
                  <a:pt x="15" y="383"/>
                </a:lnTo>
                <a:lnTo>
                  <a:pt x="23" y="347"/>
                </a:lnTo>
                <a:lnTo>
                  <a:pt x="26" y="301"/>
                </a:lnTo>
                <a:lnTo>
                  <a:pt x="30" y="261"/>
                </a:lnTo>
                <a:lnTo>
                  <a:pt x="48" y="224"/>
                </a:lnTo>
                <a:lnTo>
                  <a:pt x="76" y="216"/>
                </a:lnTo>
                <a:lnTo>
                  <a:pt x="104" y="208"/>
                </a:lnTo>
                <a:lnTo>
                  <a:pt x="140" y="204"/>
                </a:lnTo>
                <a:lnTo>
                  <a:pt x="172" y="188"/>
                </a:lnTo>
                <a:lnTo>
                  <a:pt x="184" y="164"/>
                </a:lnTo>
                <a:lnTo>
                  <a:pt x="170" y="149"/>
                </a:lnTo>
                <a:lnTo>
                  <a:pt x="158" y="121"/>
                </a:lnTo>
                <a:lnTo>
                  <a:pt x="158" y="97"/>
                </a:lnTo>
                <a:lnTo>
                  <a:pt x="166" y="53"/>
                </a:lnTo>
                <a:lnTo>
                  <a:pt x="170" y="9"/>
                </a:lnTo>
                <a:lnTo>
                  <a:pt x="220" y="0"/>
                </a:lnTo>
                <a:lnTo>
                  <a:pt x="260" y="12"/>
                </a:lnTo>
                <a:lnTo>
                  <a:pt x="280" y="2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2146" name="Rectangle 18">
            <a:extLst>
              <a:ext uri="{FF2B5EF4-FFF2-40B4-BE49-F238E27FC236}">
                <a16:creationId xmlns:a16="http://schemas.microsoft.com/office/drawing/2014/main" id="{BF0C9A2E-7A89-5FFF-B41F-59785D8869FC}"/>
              </a:ext>
            </a:extLst>
          </p:cNvPr>
          <p:cNvSpPr>
            <a:spLocks noChangeArrowheads="1"/>
          </p:cNvSpPr>
          <p:nvPr/>
        </p:nvSpPr>
        <p:spPr bwMode="auto">
          <a:xfrm>
            <a:off x="292100" y="4108450"/>
            <a:ext cx="1289050"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600" dirty="0" err="1">
                <a:latin typeface="+mj-lt"/>
              </a:rPr>
              <a:t>Thuộc</a:t>
            </a:r>
            <a:r>
              <a:rPr lang="en-US" altLang="ja-JP" sz="1600" dirty="0">
                <a:latin typeface="+mj-lt"/>
              </a:rPr>
              <a:t> </a:t>
            </a:r>
            <a:r>
              <a:rPr lang="en-US" altLang="ja-JP" sz="1600" dirty="0" err="1">
                <a:latin typeface="+mj-lt"/>
              </a:rPr>
              <a:t>tính</a:t>
            </a:r>
            <a:endParaRPr lang="en-US" altLang="ja-JP" sz="1600" dirty="0">
              <a:latin typeface="+mj-lt"/>
            </a:endParaRPr>
          </a:p>
        </p:txBody>
      </p:sp>
      <p:sp>
        <p:nvSpPr>
          <p:cNvPr id="432147" name="Rectangle 19">
            <a:extLst>
              <a:ext uri="{FF2B5EF4-FFF2-40B4-BE49-F238E27FC236}">
                <a16:creationId xmlns:a16="http://schemas.microsoft.com/office/drawing/2014/main" id="{F046CA98-01E7-0E3F-2FBA-7A708CEBA050}"/>
              </a:ext>
            </a:extLst>
          </p:cNvPr>
          <p:cNvSpPr>
            <a:spLocks noChangeArrowheads="1"/>
          </p:cNvSpPr>
          <p:nvPr/>
        </p:nvSpPr>
        <p:spPr bwMode="auto">
          <a:xfrm>
            <a:off x="412750" y="4540250"/>
            <a:ext cx="1054100" cy="581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eaLnBrk="0" hangingPunct="0"/>
            <a:r>
              <a:rPr lang="en-US" altLang="ja-JP" sz="1600" dirty="0">
                <a:latin typeface="+mj-lt"/>
              </a:rPr>
              <a:t>Thao </a:t>
            </a:r>
            <a:r>
              <a:rPr lang="en-US" altLang="ja-JP" sz="1600" dirty="0" err="1">
                <a:latin typeface="+mj-lt"/>
              </a:rPr>
              <a:t>tác</a:t>
            </a:r>
            <a:endParaRPr lang="en-US" altLang="ja-JP" sz="1600" dirty="0">
              <a:latin typeface="+mj-lt"/>
            </a:endParaRPr>
          </a:p>
          <a:p>
            <a:pPr algn="ctr" eaLnBrk="0" hangingPunct="0"/>
            <a:r>
              <a:rPr lang="en-US" altLang="ja-JP" sz="1600" dirty="0">
                <a:latin typeface="+mj-lt"/>
              </a:rPr>
              <a:t>(</a:t>
            </a:r>
            <a:r>
              <a:rPr lang="en-US" altLang="ja-JP" sz="1600" dirty="0" err="1">
                <a:latin typeface="+mj-lt"/>
              </a:rPr>
              <a:t>Hành</a:t>
            </a:r>
            <a:r>
              <a:rPr lang="en-US" altLang="ja-JP" sz="1600" dirty="0">
                <a:latin typeface="+mj-lt"/>
              </a:rPr>
              <a:t> vi)</a:t>
            </a:r>
          </a:p>
        </p:txBody>
      </p:sp>
      <p:sp>
        <p:nvSpPr>
          <p:cNvPr id="432148" name="Rectangle 20">
            <a:extLst>
              <a:ext uri="{FF2B5EF4-FFF2-40B4-BE49-F238E27FC236}">
                <a16:creationId xmlns:a16="http://schemas.microsoft.com/office/drawing/2014/main" id="{0BF3ECC7-2D00-6F69-F45C-F24B2A1A2532}"/>
              </a:ext>
            </a:extLst>
          </p:cNvPr>
          <p:cNvSpPr>
            <a:spLocks noChangeArrowheads="1"/>
          </p:cNvSpPr>
          <p:nvPr/>
        </p:nvSpPr>
        <p:spPr bwMode="auto">
          <a:xfrm>
            <a:off x="4402138" y="5497513"/>
            <a:ext cx="1373187"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t>Đối tượng</a:t>
            </a:r>
          </a:p>
        </p:txBody>
      </p:sp>
      <p:sp>
        <p:nvSpPr>
          <p:cNvPr id="432149" name="AutoShape 21">
            <a:extLst>
              <a:ext uri="{FF2B5EF4-FFF2-40B4-BE49-F238E27FC236}">
                <a16:creationId xmlns:a16="http://schemas.microsoft.com/office/drawing/2014/main" id="{EC785E2B-5586-DC66-37C4-0DC66F713317}"/>
              </a:ext>
            </a:extLst>
          </p:cNvPr>
          <p:cNvSpPr>
            <a:spLocks noChangeArrowheads="1"/>
          </p:cNvSpPr>
          <p:nvPr/>
        </p:nvSpPr>
        <p:spPr bwMode="auto">
          <a:xfrm rot="-915307">
            <a:off x="4414838" y="3744913"/>
            <a:ext cx="1289050" cy="125412"/>
          </a:xfrm>
          <a:prstGeom prst="rightArrow">
            <a:avLst>
              <a:gd name="adj1" fmla="val 50000"/>
              <a:gd name="adj2" fmla="val 256963"/>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432150" name="AutoShape 22">
            <a:extLst>
              <a:ext uri="{FF2B5EF4-FFF2-40B4-BE49-F238E27FC236}">
                <a16:creationId xmlns:a16="http://schemas.microsoft.com/office/drawing/2014/main" id="{0B43EF7B-B45E-0380-42B8-C19CE7483284}"/>
              </a:ext>
            </a:extLst>
          </p:cNvPr>
          <p:cNvSpPr>
            <a:spLocks noChangeArrowheads="1"/>
          </p:cNvSpPr>
          <p:nvPr/>
        </p:nvSpPr>
        <p:spPr bwMode="auto">
          <a:xfrm rot="1351234" flipV="1">
            <a:off x="4364038" y="5002213"/>
            <a:ext cx="1289050" cy="142875"/>
          </a:xfrm>
          <a:prstGeom prst="rightArrow">
            <a:avLst>
              <a:gd name="adj1" fmla="val 50000"/>
              <a:gd name="adj2" fmla="val 225556"/>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nvGrpSpPr>
          <p:cNvPr id="432151" name="Group 23">
            <a:extLst>
              <a:ext uri="{FF2B5EF4-FFF2-40B4-BE49-F238E27FC236}">
                <a16:creationId xmlns:a16="http://schemas.microsoft.com/office/drawing/2014/main" id="{8646126F-33A9-569E-C9D1-11C37D8F53C9}"/>
              </a:ext>
            </a:extLst>
          </p:cNvPr>
          <p:cNvGrpSpPr>
            <a:grpSpLocks/>
          </p:cNvGrpSpPr>
          <p:nvPr/>
        </p:nvGrpSpPr>
        <p:grpSpPr bwMode="auto">
          <a:xfrm>
            <a:off x="1473200" y="3411538"/>
            <a:ext cx="2054225" cy="2044700"/>
            <a:chOff x="640" y="4949"/>
            <a:chExt cx="859" cy="879"/>
          </a:xfrm>
        </p:grpSpPr>
        <p:sp>
          <p:nvSpPr>
            <p:cNvPr id="432152" name="Rectangle 24">
              <a:extLst>
                <a:ext uri="{FF2B5EF4-FFF2-40B4-BE49-F238E27FC236}">
                  <a16:creationId xmlns:a16="http://schemas.microsoft.com/office/drawing/2014/main" id="{53971FB7-C47A-78A6-C44E-2848EBF385B1}"/>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t>Người</a:t>
              </a:r>
            </a:p>
          </p:txBody>
        </p:sp>
        <p:sp>
          <p:nvSpPr>
            <p:cNvPr id="432153" name="Rectangle 25">
              <a:extLst>
                <a:ext uri="{FF2B5EF4-FFF2-40B4-BE49-F238E27FC236}">
                  <a16:creationId xmlns:a16="http://schemas.microsoft.com/office/drawing/2014/main" id="{6B083400-0008-5EF5-80F9-593106633E2C}"/>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Tên</a:t>
              </a:r>
              <a:endParaRPr lang="en-US" altLang="ja-JP" sz="1800" b="0" dirty="0">
                <a:latin typeface="+mj-lt"/>
              </a:endParaRPr>
            </a:p>
            <a:p>
              <a:r>
                <a:rPr lang="en-US" altLang="ja-JP" sz="1800" b="0" dirty="0" err="1">
                  <a:latin typeface="+mj-lt"/>
                </a:rPr>
                <a:t>Tuổi</a:t>
              </a:r>
              <a:endParaRPr lang="en-US" altLang="ja-JP" sz="1800" b="0" dirty="0">
                <a:latin typeface="+mj-lt"/>
              </a:endParaRPr>
            </a:p>
          </p:txBody>
        </p:sp>
        <p:sp>
          <p:nvSpPr>
            <p:cNvPr id="432154" name="Rectangle 26">
              <a:extLst>
                <a:ext uri="{FF2B5EF4-FFF2-40B4-BE49-F238E27FC236}">
                  <a16:creationId xmlns:a16="http://schemas.microsoft.com/office/drawing/2014/main" id="{1E8AEE01-BDD3-6AC8-F7AD-B378627AB93B}"/>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Lấy</a:t>
              </a:r>
              <a:r>
                <a:rPr lang="en-US" altLang="ja-JP" sz="1800" b="0" dirty="0">
                  <a:latin typeface="+mj-lt"/>
                </a:rPr>
                <a:t> </a:t>
              </a:r>
              <a:r>
                <a:rPr lang="en-US" altLang="ja-JP" sz="1800" b="0" dirty="0" err="1">
                  <a:latin typeface="+mj-lt"/>
                </a:rPr>
                <a:t>tên</a:t>
              </a:r>
              <a:endParaRPr lang="en-US" altLang="ja-JP" sz="1800" b="0" dirty="0">
                <a:latin typeface="+mj-lt"/>
              </a:endParaRPr>
            </a:p>
            <a:p>
              <a:r>
                <a:rPr lang="en-US" altLang="ja-JP" sz="1800" b="0" dirty="0" err="1">
                  <a:latin typeface="+mj-lt"/>
                </a:rPr>
                <a:t>Lấy</a:t>
              </a:r>
              <a:r>
                <a:rPr lang="en-US" altLang="ja-JP" sz="1800" b="0" dirty="0">
                  <a:latin typeface="+mj-lt"/>
                </a:rPr>
                <a:t> </a:t>
              </a:r>
              <a:r>
                <a:rPr lang="en-US" altLang="ja-JP" sz="1800" b="0" dirty="0" err="1">
                  <a:latin typeface="+mj-lt"/>
                </a:rPr>
                <a:t>tuổi</a:t>
              </a:r>
              <a:endParaRPr lang="en-US" altLang="ja-JP" sz="1800" b="0" dirty="0">
                <a:latin typeface="+mj-lt"/>
              </a:endParaRPr>
            </a:p>
            <a:p>
              <a:r>
                <a:rPr lang="en-US" altLang="ja-JP" sz="1800" b="0" dirty="0">
                  <a:latin typeface="+mj-lt"/>
                </a:rPr>
                <a:t>Set </a:t>
              </a:r>
              <a:r>
                <a:rPr lang="en-US" altLang="ja-JP" sz="1800" b="0" dirty="0" err="1">
                  <a:latin typeface="+mj-lt"/>
                </a:rPr>
                <a:t>tuổi</a:t>
              </a:r>
              <a:endParaRPr lang="en-US" altLang="ja-JP" sz="1800" b="0" dirty="0">
                <a:latin typeface="+mj-lt"/>
              </a:endParaRPr>
            </a:p>
          </p:txBody>
        </p:sp>
      </p:grpSp>
      <p:grpSp>
        <p:nvGrpSpPr>
          <p:cNvPr id="432155" name="Group 27">
            <a:extLst>
              <a:ext uri="{FF2B5EF4-FFF2-40B4-BE49-F238E27FC236}">
                <a16:creationId xmlns:a16="http://schemas.microsoft.com/office/drawing/2014/main" id="{056B3009-81B7-AD96-67CC-14F33FB97760}"/>
              </a:ext>
            </a:extLst>
          </p:cNvPr>
          <p:cNvGrpSpPr>
            <a:grpSpLocks/>
          </p:cNvGrpSpPr>
          <p:nvPr/>
        </p:nvGrpSpPr>
        <p:grpSpPr bwMode="auto">
          <a:xfrm>
            <a:off x="6635750" y="2549525"/>
            <a:ext cx="2197100" cy="1771650"/>
            <a:chOff x="640" y="4949"/>
            <a:chExt cx="859" cy="879"/>
          </a:xfrm>
        </p:grpSpPr>
        <p:sp>
          <p:nvSpPr>
            <p:cNvPr id="432156" name="Rectangle 28">
              <a:extLst>
                <a:ext uri="{FF2B5EF4-FFF2-40B4-BE49-F238E27FC236}">
                  <a16:creationId xmlns:a16="http://schemas.microsoft.com/office/drawing/2014/main" id="{30FEA6DB-4C12-2F8B-CA49-EE1865DDE977}"/>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dirty="0">
                  <a:latin typeface="+mj-lt"/>
                </a:rPr>
                <a:t>Yamada</a:t>
              </a:r>
              <a:r>
                <a:rPr lang="ja-JP" altLang="en-US" sz="1600" u="sng" dirty="0">
                  <a:latin typeface="+mj-lt"/>
                </a:rPr>
                <a:t>：</a:t>
              </a:r>
              <a:r>
                <a:rPr lang="en-US" altLang="ja-JP" sz="1600" u="sng" dirty="0" err="1">
                  <a:latin typeface="+mj-lt"/>
                </a:rPr>
                <a:t>người</a:t>
              </a:r>
              <a:endParaRPr lang="en-US" altLang="ja-JP" sz="1600" u="sng" dirty="0">
                <a:latin typeface="+mj-lt"/>
              </a:endParaRPr>
            </a:p>
          </p:txBody>
        </p:sp>
        <p:sp>
          <p:nvSpPr>
            <p:cNvPr id="432157" name="Rectangle 29">
              <a:extLst>
                <a:ext uri="{FF2B5EF4-FFF2-40B4-BE49-F238E27FC236}">
                  <a16:creationId xmlns:a16="http://schemas.microsoft.com/office/drawing/2014/main" id="{BC729C20-465B-04A6-3913-2F667FF0EDAC}"/>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Tên</a:t>
              </a:r>
              <a:r>
                <a:rPr lang="en-US" altLang="ja-JP" sz="1600" b="0" dirty="0">
                  <a:latin typeface="+mj-lt"/>
                </a:rPr>
                <a:t>=Yamada Taro</a:t>
              </a:r>
            </a:p>
            <a:p>
              <a:r>
                <a:rPr lang="en-US" altLang="ja-JP" sz="1600" b="0" dirty="0" err="1">
                  <a:latin typeface="+mj-lt"/>
                </a:rPr>
                <a:t>Tuổi</a:t>
              </a:r>
              <a:r>
                <a:rPr lang="en-US" altLang="ja-JP" sz="1600" b="0" dirty="0">
                  <a:latin typeface="+mj-lt"/>
                </a:rPr>
                <a:t>=30</a:t>
              </a:r>
            </a:p>
          </p:txBody>
        </p:sp>
        <p:sp>
          <p:nvSpPr>
            <p:cNvPr id="432158" name="Rectangle 30">
              <a:extLst>
                <a:ext uri="{FF2B5EF4-FFF2-40B4-BE49-F238E27FC236}">
                  <a16:creationId xmlns:a16="http://schemas.microsoft.com/office/drawing/2014/main" id="{1F6714E3-D538-AB4B-DBFE-7F83F450BED7}"/>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Lấy</a:t>
              </a:r>
              <a:r>
                <a:rPr lang="en-US" altLang="ja-JP" sz="1600" b="0" dirty="0">
                  <a:latin typeface="+mj-lt"/>
                </a:rPr>
                <a:t> </a:t>
              </a:r>
              <a:r>
                <a:rPr lang="en-US" altLang="ja-JP" sz="1600" b="0" dirty="0" err="1">
                  <a:latin typeface="+mj-lt"/>
                </a:rPr>
                <a:t>tên</a:t>
              </a:r>
              <a:endParaRPr lang="en-US" altLang="ja-JP" sz="1600" b="0" dirty="0">
                <a:latin typeface="+mj-lt"/>
              </a:endParaRPr>
            </a:p>
            <a:p>
              <a:r>
                <a:rPr lang="en-US" altLang="ja-JP" sz="1600" b="0" dirty="0" err="1">
                  <a:latin typeface="+mj-lt"/>
                </a:rPr>
                <a:t>Lấy</a:t>
              </a:r>
              <a:r>
                <a:rPr lang="en-US" altLang="ja-JP" sz="1600" b="0" dirty="0">
                  <a:latin typeface="+mj-lt"/>
                </a:rPr>
                <a:t> </a:t>
              </a:r>
              <a:r>
                <a:rPr lang="en-US" altLang="ja-JP" sz="1600" b="0" dirty="0" err="1">
                  <a:latin typeface="+mj-lt"/>
                </a:rPr>
                <a:t>tuổi</a:t>
              </a:r>
              <a:endParaRPr lang="en-US" altLang="ja-JP" sz="1600" b="0" dirty="0">
                <a:latin typeface="+mj-lt"/>
              </a:endParaRPr>
            </a:p>
            <a:p>
              <a:r>
                <a:rPr lang="en-US" altLang="ja-JP" sz="1600" b="0" dirty="0">
                  <a:latin typeface="+mj-lt"/>
                </a:rPr>
                <a:t>Set </a:t>
              </a:r>
              <a:r>
                <a:rPr lang="en-US" altLang="ja-JP" sz="1600" b="0" dirty="0" err="1">
                  <a:latin typeface="+mj-lt"/>
                </a:rPr>
                <a:t>tuổi</a:t>
              </a:r>
              <a:endParaRPr lang="en-US" altLang="ja-JP" sz="1600" b="0" dirty="0">
                <a:latin typeface="+mj-lt"/>
              </a:endParaRPr>
            </a:p>
          </p:txBody>
        </p:sp>
      </p:grpSp>
      <p:grpSp>
        <p:nvGrpSpPr>
          <p:cNvPr id="432159" name="Group 31">
            <a:extLst>
              <a:ext uri="{FF2B5EF4-FFF2-40B4-BE49-F238E27FC236}">
                <a16:creationId xmlns:a16="http://schemas.microsoft.com/office/drawing/2014/main" id="{BFA16C4E-F981-B585-DB94-5BD00F09ED30}"/>
              </a:ext>
            </a:extLst>
          </p:cNvPr>
          <p:cNvGrpSpPr>
            <a:grpSpLocks/>
          </p:cNvGrpSpPr>
          <p:nvPr/>
        </p:nvGrpSpPr>
        <p:grpSpPr bwMode="auto">
          <a:xfrm>
            <a:off x="6630988" y="4462463"/>
            <a:ext cx="2235200" cy="1719262"/>
            <a:chOff x="640" y="4949"/>
            <a:chExt cx="859" cy="879"/>
          </a:xfrm>
        </p:grpSpPr>
        <p:sp>
          <p:nvSpPr>
            <p:cNvPr id="432160" name="Rectangle 32">
              <a:extLst>
                <a:ext uri="{FF2B5EF4-FFF2-40B4-BE49-F238E27FC236}">
                  <a16:creationId xmlns:a16="http://schemas.microsoft.com/office/drawing/2014/main" id="{5F7AD0DA-B6E8-3042-99AC-DB72CB28387A}"/>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dirty="0">
                  <a:latin typeface="+mj-lt"/>
                </a:rPr>
                <a:t>Kawamura</a:t>
              </a:r>
              <a:r>
                <a:rPr lang="ja-JP" altLang="en-US" sz="1600" u="sng" dirty="0">
                  <a:latin typeface="+mj-lt"/>
                </a:rPr>
                <a:t>：</a:t>
              </a:r>
              <a:r>
                <a:rPr lang="en-US" altLang="ja-JP" sz="1600" u="sng" dirty="0" err="1">
                  <a:latin typeface="+mj-lt"/>
                </a:rPr>
                <a:t>người</a:t>
              </a:r>
              <a:endParaRPr lang="en-US" altLang="ja-JP" sz="1600" u="sng" dirty="0">
                <a:latin typeface="+mj-lt"/>
              </a:endParaRPr>
            </a:p>
          </p:txBody>
        </p:sp>
        <p:sp>
          <p:nvSpPr>
            <p:cNvPr id="432161" name="Rectangle 33">
              <a:extLst>
                <a:ext uri="{FF2B5EF4-FFF2-40B4-BE49-F238E27FC236}">
                  <a16:creationId xmlns:a16="http://schemas.microsoft.com/office/drawing/2014/main" id="{12D046AA-28DD-B5B6-E9B1-E3CB2CA018EF}"/>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Tên</a:t>
              </a:r>
              <a:r>
                <a:rPr lang="en-US" altLang="ja-JP" sz="1600" b="0" dirty="0">
                  <a:latin typeface="+mj-lt"/>
                </a:rPr>
                <a:t>=Kawamura Hanako</a:t>
              </a:r>
            </a:p>
            <a:p>
              <a:r>
                <a:rPr lang="en-US" altLang="ja-JP" sz="1600" b="0" dirty="0" err="1">
                  <a:latin typeface="+mj-lt"/>
                </a:rPr>
                <a:t>Tuổi</a:t>
              </a:r>
              <a:r>
                <a:rPr lang="en-US" altLang="ja-JP" sz="1600" b="0" dirty="0">
                  <a:latin typeface="+mj-lt"/>
                </a:rPr>
                <a:t>=20</a:t>
              </a:r>
            </a:p>
          </p:txBody>
        </p:sp>
        <p:sp>
          <p:nvSpPr>
            <p:cNvPr id="432162" name="Rectangle 34">
              <a:extLst>
                <a:ext uri="{FF2B5EF4-FFF2-40B4-BE49-F238E27FC236}">
                  <a16:creationId xmlns:a16="http://schemas.microsoft.com/office/drawing/2014/main" id="{2293E2AD-017B-DA40-8EAA-22D4C286F0BD}"/>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Lấy</a:t>
              </a:r>
              <a:r>
                <a:rPr lang="en-US" altLang="ja-JP" sz="1600" b="0" dirty="0">
                  <a:latin typeface="+mj-lt"/>
                </a:rPr>
                <a:t> </a:t>
              </a:r>
              <a:r>
                <a:rPr lang="en-US" altLang="ja-JP" sz="1600" b="0" dirty="0" err="1">
                  <a:latin typeface="+mj-lt"/>
                </a:rPr>
                <a:t>tên</a:t>
              </a:r>
              <a:endParaRPr lang="en-US" altLang="ja-JP" sz="1600" b="0" dirty="0">
                <a:latin typeface="+mj-lt"/>
              </a:endParaRPr>
            </a:p>
            <a:p>
              <a:r>
                <a:rPr lang="en-US" altLang="ja-JP" sz="1600" b="0" dirty="0" err="1">
                  <a:latin typeface="+mj-lt"/>
                </a:rPr>
                <a:t>Lấy</a:t>
              </a:r>
              <a:r>
                <a:rPr lang="en-US" altLang="ja-JP" sz="1600" b="0" dirty="0">
                  <a:latin typeface="+mj-lt"/>
                </a:rPr>
                <a:t> </a:t>
              </a:r>
              <a:r>
                <a:rPr lang="en-US" altLang="ja-JP" sz="1600" b="0" dirty="0" err="1">
                  <a:latin typeface="+mj-lt"/>
                </a:rPr>
                <a:t>tuổi</a:t>
              </a:r>
              <a:endParaRPr lang="en-US" altLang="ja-JP" sz="1600" b="0" dirty="0">
                <a:latin typeface="+mj-lt"/>
              </a:endParaRPr>
            </a:p>
            <a:p>
              <a:r>
                <a:rPr lang="en-US" altLang="ja-JP" sz="1600" b="0" dirty="0">
                  <a:latin typeface="+mj-lt"/>
                </a:rPr>
                <a:t>Set </a:t>
              </a:r>
              <a:r>
                <a:rPr lang="en-US" altLang="ja-JP" sz="1600" b="0" dirty="0" err="1">
                  <a:latin typeface="+mj-lt"/>
                </a:rPr>
                <a:t>tuổi</a:t>
              </a:r>
              <a:endParaRPr lang="en-US" altLang="ja-JP" sz="1600" b="0" dirty="0">
                <a:latin typeface="+mj-lt"/>
              </a:endParaRPr>
            </a:p>
          </p:txBody>
        </p:sp>
      </p:grpSp>
      <p:sp>
        <p:nvSpPr>
          <p:cNvPr id="432163" name="Rectangle 35">
            <a:extLst>
              <a:ext uri="{FF2B5EF4-FFF2-40B4-BE49-F238E27FC236}">
                <a16:creationId xmlns:a16="http://schemas.microsoft.com/office/drawing/2014/main" id="{8447E62B-A07F-FF5D-C1F8-37772CD72B73}"/>
              </a:ext>
            </a:extLst>
          </p:cNvPr>
          <p:cNvSpPr>
            <a:spLocks noChangeArrowheads="1"/>
          </p:cNvSpPr>
          <p:nvPr/>
        </p:nvSpPr>
        <p:spPr bwMode="auto">
          <a:xfrm>
            <a:off x="344488" y="7429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Thuộc tính</a:t>
            </a: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32164" name="Rectangle 36">
            <a:extLst>
              <a:ext uri="{FF2B5EF4-FFF2-40B4-BE49-F238E27FC236}">
                <a16:creationId xmlns:a16="http://schemas.microsoft.com/office/drawing/2014/main" id="{541DDDAA-49FE-372B-B092-90165D9C125A}"/>
              </a:ext>
            </a:extLst>
          </p:cNvPr>
          <p:cNvSpPr>
            <a:spLocks noChangeArrowheads="1"/>
          </p:cNvSpPr>
          <p:nvPr/>
        </p:nvSpPr>
        <p:spPr bwMode="auto">
          <a:xfrm>
            <a:off x="344488" y="1204913"/>
            <a:ext cx="9120187" cy="893762"/>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nội dung biểu hiện tính chất và trạng thái của đối tượng </a:t>
            </a:r>
          </a:p>
          <a:p>
            <a:pPr>
              <a:buFont typeface="Wingdings" panose="05000000000000000000" pitchFamily="2" charset="2"/>
              <a:buNone/>
            </a:pPr>
            <a:r>
              <a:rPr lang="en-US" altLang="ja-JP" sz="2000">
                <a:latin typeface="Arial" panose="020B0604020202020204" pitchFamily="34" charset="0"/>
              </a:rPr>
              <a:t>Mỗi đối tượng sẽ có một giá trị hiện thực trong thuộc tính.</a:t>
            </a:r>
            <a:r>
              <a:rPr lang="en-US" altLang="ja-JP" sz="2000">
                <a:solidFill>
                  <a:srgbClr val="0033CC"/>
                </a:solidFill>
                <a:latin typeface="Arial" panose="020B0604020202020204" pitchFamily="34" charset="0"/>
              </a:rPr>
              <a:t> </a:t>
            </a:r>
          </a:p>
        </p:txBody>
      </p:sp>
      <p:sp>
        <p:nvSpPr>
          <p:cNvPr id="432166" name="AutoShape 38">
            <a:extLst>
              <a:ext uri="{FF2B5EF4-FFF2-40B4-BE49-F238E27FC236}">
                <a16:creationId xmlns:a16="http://schemas.microsoft.com/office/drawing/2014/main" id="{0B62FFB7-6EF9-9CCB-9740-6280267FCDA2}"/>
              </a:ext>
            </a:extLst>
          </p:cNvPr>
          <p:cNvSpPr>
            <a:spLocks noChangeArrowheads="1"/>
          </p:cNvSpPr>
          <p:nvPr/>
        </p:nvSpPr>
        <p:spPr bwMode="auto">
          <a:xfrm>
            <a:off x="8469313" y="2851150"/>
            <a:ext cx="944562" cy="714375"/>
          </a:xfrm>
          <a:prstGeom prst="wedgeRoundRectCallout">
            <a:avLst>
              <a:gd name="adj1" fmla="val -80588"/>
              <a:gd name="adj2" fmla="val 21556"/>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400" b="0" dirty="0" err="1">
                <a:latin typeface="+mj-lt"/>
                <a:cs typeface="Times New Roman" panose="02020603050405020304" pitchFamily="18" charset="0"/>
              </a:rPr>
              <a:t>Giá</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trị</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thực</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hiện</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vốn</a:t>
            </a:r>
            <a:r>
              <a:rPr lang="en-US" altLang="ja-JP" sz="1400" b="0" dirty="0">
                <a:latin typeface="+mj-lt"/>
                <a:cs typeface="Times New Roman" panose="02020603050405020304" pitchFamily="18" charset="0"/>
              </a:rPr>
              <a:t> có</a:t>
            </a:r>
          </a:p>
        </p:txBody>
      </p:sp>
      <p:sp>
        <p:nvSpPr>
          <p:cNvPr id="432167" name="AutoShape 39">
            <a:extLst>
              <a:ext uri="{FF2B5EF4-FFF2-40B4-BE49-F238E27FC236}">
                <a16:creationId xmlns:a16="http://schemas.microsoft.com/office/drawing/2014/main" id="{DE52C173-8F2D-B056-986E-F4E1BE21DB4F}"/>
              </a:ext>
            </a:extLst>
          </p:cNvPr>
          <p:cNvSpPr>
            <a:spLocks noChangeArrowheads="1"/>
          </p:cNvSpPr>
          <p:nvPr/>
        </p:nvSpPr>
        <p:spPr bwMode="auto">
          <a:xfrm>
            <a:off x="8497887" y="5234782"/>
            <a:ext cx="944563" cy="754062"/>
          </a:xfrm>
          <a:prstGeom prst="wedgeRoundRectCallout">
            <a:avLst>
              <a:gd name="adj1" fmla="val -121803"/>
              <a:gd name="adj2" fmla="val -63394"/>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400" b="0" dirty="0" err="1">
                <a:latin typeface="+mj-lt"/>
                <a:cs typeface="Times New Roman" panose="02020603050405020304" pitchFamily="18" charset="0"/>
              </a:rPr>
              <a:t>Giá</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trị</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thực</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hiện</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vốn</a:t>
            </a:r>
            <a:r>
              <a:rPr lang="en-US" altLang="ja-JP" sz="1400" b="0" dirty="0">
                <a:latin typeface="+mj-lt"/>
                <a:cs typeface="Times New Roman" panose="02020603050405020304" pitchFamily="18" charset="0"/>
              </a:rPr>
              <a:t> có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3B4E5B24-AAB8-5666-D011-CB4A53EFAE84}"/>
              </a:ext>
            </a:extLst>
          </p:cNvPr>
          <p:cNvSpPr>
            <a:spLocks noGrp="1"/>
          </p:cNvSpPr>
          <p:nvPr>
            <p:ph type="sldNum" sz="quarter" idx="10"/>
          </p:nvPr>
        </p:nvSpPr>
        <p:spPr/>
        <p:txBody>
          <a:bodyPr/>
          <a:lstStyle/>
          <a:p>
            <a:fld id="{ECF7413C-3B78-4259-99D4-B4DB04C5581A}" type="slidenum">
              <a:rPr lang="en-US" altLang="ja-JP"/>
              <a:pPr/>
              <a:t>8</a:t>
            </a:fld>
            <a:endParaRPr lang="en-US" altLang="ja-JP"/>
          </a:p>
        </p:txBody>
      </p:sp>
      <p:sp>
        <p:nvSpPr>
          <p:cNvPr id="434178" name="Rectangle 2">
            <a:extLst>
              <a:ext uri="{FF2B5EF4-FFF2-40B4-BE49-F238E27FC236}">
                <a16:creationId xmlns:a16="http://schemas.microsoft.com/office/drawing/2014/main" id="{ACFB954C-C199-29DC-4A3F-5403FF100C78}"/>
              </a:ext>
            </a:extLst>
          </p:cNvPr>
          <p:cNvSpPr>
            <a:spLocks noChangeArrowheads="1"/>
          </p:cNvSpPr>
          <p:nvPr/>
        </p:nvSpPr>
        <p:spPr bwMode="auto">
          <a:xfrm>
            <a:off x="344488" y="2276475"/>
            <a:ext cx="9091612" cy="4257675"/>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179" name="Rectangle 3">
            <a:extLst>
              <a:ext uri="{FF2B5EF4-FFF2-40B4-BE49-F238E27FC236}">
                <a16:creationId xmlns:a16="http://schemas.microsoft.com/office/drawing/2014/main" id="{2A192403-6FB5-E4FF-9A60-BE9F146E45C7}"/>
              </a:ext>
            </a:extLst>
          </p:cNvPr>
          <p:cNvSpPr>
            <a:spLocks noGrp="1" noChangeArrowheads="1"/>
          </p:cNvSpPr>
          <p:nvPr>
            <p:ph type="title"/>
          </p:nvPr>
        </p:nvSpPr>
        <p:spPr>
          <a:xfrm>
            <a:off x="344488" y="319088"/>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Class </a:t>
            </a:r>
            <a:r>
              <a:rPr lang="en-US" altLang="ja-JP" dirty="0" err="1">
                <a:latin typeface="Arial" panose="020B0604020202020204" pitchFamily="34" charset="0"/>
                <a:ea typeface="MS UI Gothic" panose="020B0600070205080204" pitchFamily="50" charset="-128"/>
              </a:rPr>
              <a:t>và</a:t>
            </a:r>
            <a:r>
              <a:rPr lang="en-US" altLang="ja-JP" dirty="0">
                <a:latin typeface="Arial" panose="020B0604020202020204" pitchFamily="34" charset="0"/>
                <a:ea typeface="MS UI Gothic" panose="020B0600070205080204" pitchFamily="50" charset="-128"/>
              </a:rPr>
              <a:t> object (3)</a:t>
            </a:r>
          </a:p>
        </p:txBody>
      </p:sp>
      <p:sp>
        <p:nvSpPr>
          <p:cNvPr id="434180" name="Rectangle 4">
            <a:extLst>
              <a:ext uri="{FF2B5EF4-FFF2-40B4-BE49-F238E27FC236}">
                <a16:creationId xmlns:a16="http://schemas.microsoft.com/office/drawing/2014/main" id="{48F73D16-9342-8E3E-F34A-83DABAE19DB0}"/>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34188" name="Freeform 12">
            <a:extLst>
              <a:ext uri="{FF2B5EF4-FFF2-40B4-BE49-F238E27FC236}">
                <a16:creationId xmlns:a16="http://schemas.microsoft.com/office/drawing/2014/main" id="{0D8EE7DF-AA10-B9D8-3D6D-3962B9D30C69}"/>
              </a:ext>
            </a:extLst>
          </p:cNvPr>
          <p:cNvSpPr>
            <a:spLocks/>
          </p:cNvSpPr>
          <p:nvPr/>
        </p:nvSpPr>
        <p:spPr bwMode="auto">
          <a:xfrm>
            <a:off x="5846763" y="4710113"/>
            <a:ext cx="517525" cy="1314450"/>
          </a:xfrm>
          <a:custGeom>
            <a:avLst/>
            <a:gdLst>
              <a:gd name="T0" fmla="*/ 236 w 481"/>
              <a:gd name="T1" fmla="*/ 56 h 1165"/>
              <a:gd name="T2" fmla="*/ 196 w 481"/>
              <a:gd name="T3" fmla="*/ 140 h 1165"/>
              <a:gd name="T4" fmla="*/ 208 w 481"/>
              <a:gd name="T5" fmla="*/ 200 h 1165"/>
              <a:gd name="T6" fmla="*/ 244 w 481"/>
              <a:gd name="T7" fmla="*/ 224 h 1165"/>
              <a:gd name="T8" fmla="*/ 184 w 481"/>
              <a:gd name="T9" fmla="*/ 260 h 1165"/>
              <a:gd name="T10" fmla="*/ 112 w 481"/>
              <a:gd name="T11" fmla="*/ 320 h 1165"/>
              <a:gd name="T12" fmla="*/ 104 w 481"/>
              <a:gd name="T13" fmla="*/ 428 h 1165"/>
              <a:gd name="T14" fmla="*/ 84 w 481"/>
              <a:gd name="T15" fmla="*/ 528 h 1165"/>
              <a:gd name="T16" fmla="*/ 92 w 481"/>
              <a:gd name="T17" fmla="*/ 612 h 1165"/>
              <a:gd name="T18" fmla="*/ 144 w 481"/>
              <a:gd name="T19" fmla="*/ 659 h 1165"/>
              <a:gd name="T20" fmla="*/ 124 w 481"/>
              <a:gd name="T21" fmla="*/ 564 h 1165"/>
              <a:gd name="T22" fmla="*/ 144 w 481"/>
              <a:gd name="T23" fmla="*/ 472 h 1165"/>
              <a:gd name="T24" fmla="*/ 164 w 481"/>
              <a:gd name="T25" fmla="*/ 368 h 1165"/>
              <a:gd name="T26" fmla="*/ 196 w 481"/>
              <a:gd name="T27" fmla="*/ 448 h 1165"/>
              <a:gd name="T28" fmla="*/ 180 w 481"/>
              <a:gd name="T29" fmla="*/ 512 h 1165"/>
              <a:gd name="T30" fmla="*/ 160 w 481"/>
              <a:gd name="T31" fmla="*/ 612 h 1165"/>
              <a:gd name="T32" fmla="*/ 152 w 481"/>
              <a:gd name="T33" fmla="*/ 688 h 1165"/>
              <a:gd name="T34" fmla="*/ 136 w 481"/>
              <a:gd name="T35" fmla="*/ 748 h 1165"/>
              <a:gd name="T36" fmla="*/ 116 w 481"/>
              <a:gd name="T37" fmla="*/ 848 h 1165"/>
              <a:gd name="T38" fmla="*/ 104 w 481"/>
              <a:gd name="T39" fmla="*/ 935 h 1165"/>
              <a:gd name="T40" fmla="*/ 76 w 481"/>
              <a:gd name="T41" fmla="*/ 1064 h 1165"/>
              <a:gd name="T42" fmla="*/ 0 w 481"/>
              <a:gd name="T43" fmla="*/ 1144 h 1165"/>
              <a:gd name="T44" fmla="*/ 80 w 481"/>
              <a:gd name="T45" fmla="*/ 1107 h 1165"/>
              <a:gd name="T46" fmla="*/ 120 w 481"/>
              <a:gd name="T47" fmla="*/ 1044 h 1165"/>
              <a:gd name="T48" fmla="*/ 156 w 481"/>
              <a:gd name="T49" fmla="*/ 960 h 1165"/>
              <a:gd name="T50" fmla="*/ 180 w 481"/>
              <a:gd name="T51" fmla="*/ 904 h 1165"/>
              <a:gd name="T52" fmla="*/ 212 w 481"/>
              <a:gd name="T53" fmla="*/ 856 h 1165"/>
              <a:gd name="T54" fmla="*/ 308 w 481"/>
              <a:gd name="T55" fmla="*/ 864 h 1165"/>
              <a:gd name="T56" fmla="*/ 340 w 481"/>
              <a:gd name="T57" fmla="*/ 900 h 1165"/>
              <a:gd name="T58" fmla="*/ 348 w 481"/>
              <a:gd name="T59" fmla="*/ 1008 h 1165"/>
              <a:gd name="T60" fmla="*/ 360 w 481"/>
              <a:gd name="T61" fmla="*/ 1084 h 1165"/>
              <a:gd name="T62" fmla="*/ 424 w 481"/>
              <a:gd name="T63" fmla="*/ 1164 h 1165"/>
              <a:gd name="T64" fmla="*/ 392 w 481"/>
              <a:gd name="T65" fmla="*/ 1084 h 1165"/>
              <a:gd name="T66" fmla="*/ 400 w 481"/>
              <a:gd name="T67" fmla="*/ 980 h 1165"/>
              <a:gd name="T68" fmla="*/ 388 w 481"/>
              <a:gd name="T69" fmla="*/ 880 h 1165"/>
              <a:gd name="T70" fmla="*/ 408 w 481"/>
              <a:gd name="T71" fmla="*/ 815 h 1165"/>
              <a:gd name="T72" fmla="*/ 416 w 481"/>
              <a:gd name="T73" fmla="*/ 680 h 1165"/>
              <a:gd name="T74" fmla="*/ 424 w 481"/>
              <a:gd name="T75" fmla="*/ 577 h 1165"/>
              <a:gd name="T76" fmla="*/ 404 w 481"/>
              <a:gd name="T77" fmla="*/ 496 h 1165"/>
              <a:gd name="T78" fmla="*/ 360 w 481"/>
              <a:gd name="T79" fmla="*/ 456 h 1165"/>
              <a:gd name="T80" fmla="*/ 364 w 481"/>
              <a:gd name="T81" fmla="*/ 371 h 1165"/>
              <a:gd name="T82" fmla="*/ 404 w 481"/>
              <a:gd name="T83" fmla="*/ 376 h 1165"/>
              <a:gd name="T84" fmla="*/ 424 w 481"/>
              <a:gd name="T85" fmla="*/ 456 h 1165"/>
              <a:gd name="T86" fmla="*/ 440 w 481"/>
              <a:gd name="T87" fmla="*/ 532 h 1165"/>
              <a:gd name="T88" fmla="*/ 436 w 481"/>
              <a:gd name="T89" fmla="*/ 616 h 1165"/>
              <a:gd name="T90" fmla="*/ 472 w 481"/>
              <a:gd name="T91" fmla="*/ 588 h 1165"/>
              <a:gd name="T92" fmla="*/ 476 w 481"/>
              <a:gd name="T93" fmla="*/ 488 h 1165"/>
              <a:gd name="T94" fmla="*/ 460 w 481"/>
              <a:gd name="T95" fmla="*/ 392 h 1165"/>
              <a:gd name="T96" fmla="*/ 436 w 481"/>
              <a:gd name="T97" fmla="*/ 336 h 1165"/>
              <a:gd name="T98" fmla="*/ 408 w 481"/>
              <a:gd name="T99" fmla="*/ 260 h 1165"/>
              <a:gd name="T100" fmla="*/ 300 w 481"/>
              <a:gd name="T101" fmla="*/ 248 h 1165"/>
              <a:gd name="T102" fmla="*/ 296 w 481"/>
              <a:gd name="T103" fmla="*/ 200 h 1165"/>
              <a:gd name="T104" fmla="*/ 360 w 481"/>
              <a:gd name="T105" fmla="*/ 195 h 1165"/>
              <a:gd name="T106" fmla="*/ 368 w 481"/>
              <a:gd name="T107" fmla="*/ 116 h 1165"/>
              <a:gd name="T108" fmla="*/ 336 w 481"/>
              <a:gd name="T109" fmla="*/ 32 h 1165"/>
              <a:gd name="T110" fmla="*/ 272 w 481"/>
              <a:gd name="T111" fmla="*/ 8 h 1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81" h="1165">
                <a:moveTo>
                  <a:pt x="248" y="19"/>
                </a:moveTo>
                <a:lnTo>
                  <a:pt x="236" y="56"/>
                </a:lnTo>
                <a:lnTo>
                  <a:pt x="216" y="104"/>
                </a:lnTo>
                <a:lnTo>
                  <a:pt x="196" y="140"/>
                </a:lnTo>
                <a:lnTo>
                  <a:pt x="188" y="180"/>
                </a:lnTo>
                <a:lnTo>
                  <a:pt x="208" y="200"/>
                </a:lnTo>
                <a:lnTo>
                  <a:pt x="244" y="195"/>
                </a:lnTo>
                <a:lnTo>
                  <a:pt x="244" y="224"/>
                </a:lnTo>
                <a:lnTo>
                  <a:pt x="244" y="244"/>
                </a:lnTo>
                <a:lnTo>
                  <a:pt x="184" y="260"/>
                </a:lnTo>
                <a:lnTo>
                  <a:pt x="124" y="281"/>
                </a:lnTo>
                <a:lnTo>
                  <a:pt x="112" y="320"/>
                </a:lnTo>
                <a:lnTo>
                  <a:pt x="104" y="376"/>
                </a:lnTo>
                <a:lnTo>
                  <a:pt x="104" y="428"/>
                </a:lnTo>
                <a:lnTo>
                  <a:pt x="88" y="476"/>
                </a:lnTo>
                <a:lnTo>
                  <a:pt x="84" y="528"/>
                </a:lnTo>
                <a:lnTo>
                  <a:pt x="92" y="571"/>
                </a:lnTo>
                <a:lnTo>
                  <a:pt x="92" y="612"/>
                </a:lnTo>
                <a:lnTo>
                  <a:pt x="112" y="643"/>
                </a:lnTo>
                <a:lnTo>
                  <a:pt x="144" y="659"/>
                </a:lnTo>
                <a:lnTo>
                  <a:pt x="140" y="616"/>
                </a:lnTo>
                <a:lnTo>
                  <a:pt x="124" y="564"/>
                </a:lnTo>
                <a:lnTo>
                  <a:pt x="132" y="516"/>
                </a:lnTo>
                <a:lnTo>
                  <a:pt x="144" y="472"/>
                </a:lnTo>
                <a:lnTo>
                  <a:pt x="156" y="420"/>
                </a:lnTo>
                <a:lnTo>
                  <a:pt x="164" y="368"/>
                </a:lnTo>
                <a:lnTo>
                  <a:pt x="188" y="416"/>
                </a:lnTo>
                <a:lnTo>
                  <a:pt x="196" y="448"/>
                </a:lnTo>
                <a:lnTo>
                  <a:pt x="200" y="481"/>
                </a:lnTo>
                <a:lnTo>
                  <a:pt x="180" y="512"/>
                </a:lnTo>
                <a:lnTo>
                  <a:pt x="168" y="552"/>
                </a:lnTo>
                <a:lnTo>
                  <a:pt x="160" y="612"/>
                </a:lnTo>
                <a:lnTo>
                  <a:pt x="156" y="644"/>
                </a:lnTo>
                <a:lnTo>
                  <a:pt x="152" y="688"/>
                </a:lnTo>
                <a:lnTo>
                  <a:pt x="144" y="720"/>
                </a:lnTo>
                <a:lnTo>
                  <a:pt x="136" y="748"/>
                </a:lnTo>
                <a:lnTo>
                  <a:pt x="124" y="800"/>
                </a:lnTo>
                <a:lnTo>
                  <a:pt x="116" y="848"/>
                </a:lnTo>
                <a:lnTo>
                  <a:pt x="112" y="895"/>
                </a:lnTo>
                <a:lnTo>
                  <a:pt x="104" y="935"/>
                </a:lnTo>
                <a:lnTo>
                  <a:pt x="92" y="995"/>
                </a:lnTo>
                <a:lnTo>
                  <a:pt x="76" y="1064"/>
                </a:lnTo>
                <a:lnTo>
                  <a:pt x="40" y="1084"/>
                </a:lnTo>
                <a:lnTo>
                  <a:pt x="0" y="1144"/>
                </a:lnTo>
                <a:lnTo>
                  <a:pt x="32" y="1144"/>
                </a:lnTo>
                <a:lnTo>
                  <a:pt x="80" y="1107"/>
                </a:lnTo>
                <a:lnTo>
                  <a:pt x="116" y="1080"/>
                </a:lnTo>
                <a:lnTo>
                  <a:pt x="120" y="1044"/>
                </a:lnTo>
                <a:lnTo>
                  <a:pt x="140" y="1000"/>
                </a:lnTo>
                <a:lnTo>
                  <a:pt x="156" y="960"/>
                </a:lnTo>
                <a:lnTo>
                  <a:pt x="164" y="931"/>
                </a:lnTo>
                <a:lnTo>
                  <a:pt x="180" y="904"/>
                </a:lnTo>
                <a:lnTo>
                  <a:pt x="188" y="872"/>
                </a:lnTo>
                <a:lnTo>
                  <a:pt x="212" y="856"/>
                </a:lnTo>
                <a:lnTo>
                  <a:pt x="248" y="860"/>
                </a:lnTo>
                <a:lnTo>
                  <a:pt x="308" y="864"/>
                </a:lnTo>
                <a:lnTo>
                  <a:pt x="344" y="864"/>
                </a:lnTo>
                <a:lnTo>
                  <a:pt x="340" y="900"/>
                </a:lnTo>
                <a:lnTo>
                  <a:pt x="336" y="940"/>
                </a:lnTo>
                <a:lnTo>
                  <a:pt x="348" y="1008"/>
                </a:lnTo>
                <a:lnTo>
                  <a:pt x="356" y="1031"/>
                </a:lnTo>
                <a:lnTo>
                  <a:pt x="360" y="1084"/>
                </a:lnTo>
                <a:lnTo>
                  <a:pt x="364" y="1136"/>
                </a:lnTo>
                <a:lnTo>
                  <a:pt x="424" y="1164"/>
                </a:lnTo>
                <a:lnTo>
                  <a:pt x="412" y="1127"/>
                </a:lnTo>
                <a:lnTo>
                  <a:pt x="392" y="1084"/>
                </a:lnTo>
                <a:lnTo>
                  <a:pt x="396" y="1028"/>
                </a:lnTo>
                <a:lnTo>
                  <a:pt x="400" y="980"/>
                </a:lnTo>
                <a:lnTo>
                  <a:pt x="396" y="944"/>
                </a:lnTo>
                <a:lnTo>
                  <a:pt x="388" y="880"/>
                </a:lnTo>
                <a:lnTo>
                  <a:pt x="416" y="872"/>
                </a:lnTo>
                <a:lnTo>
                  <a:pt x="408" y="815"/>
                </a:lnTo>
                <a:lnTo>
                  <a:pt x="412" y="752"/>
                </a:lnTo>
                <a:lnTo>
                  <a:pt x="416" y="680"/>
                </a:lnTo>
                <a:lnTo>
                  <a:pt x="428" y="624"/>
                </a:lnTo>
                <a:lnTo>
                  <a:pt x="424" y="577"/>
                </a:lnTo>
                <a:lnTo>
                  <a:pt x="404" y="524"/>
                </a:lnTo>
                <a:lnTo>
                  <a:pt x="404" y="496"/>
                </a:lnTo>
                <a:lnTo>
                  <a:pt x="384" y="476"/>
                </a:lnTo>
                <a:lnTo>
                  <a:pt x="360" y="456"/>
                </a:lnTo>
                <a:lnTo>
                  <a:pt x="368" y="407"/>
                </a:lnTo>
                <a:lnTo>
                  <a:pt x="364" y="371"/>
                </a:lnTo>
                <a:lnTo>
                  <a:pt x="380" y="340"/>
                </a:lnTo>
                <a:lnTo>
                  <a:pt x="404" y="376"/>
                </a:lnTo>
                <a:lnTo>
                  <a:pt x="416" y="416"/>
                </a:lnTo>
                <a:lnTo>
                  <a:pt x="424" y="456"/>
                </a:lnTo>
                <a:lnTo>
                  <a:pt x="432" y="496"/>
                </a:lnTo>
                <a:lnTo>
                  <a:pt x="440" y="532"/>
                </a:lnTo>
                <a:lnTo>
                  <a:pt x="448" y="564"/>
                </a:lnTo>
                <a:lnTo>
                  <a:pt x="436" y="616"/>
                </a:lnTo>
                <a:lnTo>
                  <a:pt x="456" y="632"/>
                </a:lnTo>
                <a:lnTo>
                  <a:pt x="472" y="588"/>
                </a:lnTo>
                <a:lnTo>
                  <a:pt x="480" y="541"/>
                </a:lnTo>
                <a:lnTo>
                  <a:pt x="476" y="488"/>
                </a:lnTo>
                <a:lnTo>
                  <a:pt x="472" y="432"/>
                </a:lnTo>
                <a:lnTo>
                  <a:pt x="460" y="392"/>
                </a:lnTo>
                <a:lnTo>
                  <a:pt x="452" y="368"/>
                </a:lnTo>
                <a:lnTo>
                  <a:pt x="436" y="336"/>
                </a:lnTo>
                <a:lnTo>
                  <a:pt x="432" y="304"/>
                </a:lnTo>
                <a:lnTo>
                  <a:pt x="408" y="260"/>
                </a:lnTo>
                <a:lnTo>
                  <a:pt x="352" y="248"/>
                </a:lnTo>
                <a:lnTo>
                  <a:pt x="300" y="248"/>
                </a:lnTo>
                <a:lnTo>
                  <a:pt x="300" y="228"/>
                </a:lnTo>
                <a:lnTo>
                  <a:pt x="296" y="200"/>
                </a:lnTo>
                <a:lnTo>
                  <a:pt x="332" y="204"/>
                </a:lnTo>
                <a:lnTo>
                  <a:pt x="360" y="195"/>
                </a:lnTo>
                <a:lnTo>
                  <a:pt x="360" y="159"/>
                </a:lnTo>
                <a:lnTo>
                  <a:pt x="368" y="116"/>
                </a:lnTo>
                <a:lnTo>
                  <a:pt x="360" y="68"/>
                </a:lnTo>
                <a:lnTo>
                  <a:pt x="336" y="32"/>
                </a:lnTo>
                <a:lnTo>
                  <a:pt x="312" y="0"/>
                </a:lnTo>
                <a:lnTo>
                  <a:pt x="272" y="8"/>
                </a:lnTo>
                <a:lnTo>
                  <a:pt x="248" y="19"/>
                </a:lnTo>
              </a:path>
            </a:pathLst>
          </a:custGeom>
          <a:solidFill>
            <a:srgbClr val="FFCC99"/>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4189" name="Freeform 13">
            <a:extLst>
              <a:ext uri="{FF2B5EF4-FFF2-40B4-BE49-F238E27FC236}">
                <a16:creationId xmlns:a16="http://schemas.microsoft.com/office/drawing/2014/main" id="{4AEAF489-899E-E274-ED9F-A315A71D39EF}"/>
              </a:ext>
            </a:extLst>
          </p:cNvPr>
          <p:cNvSpPr>
            <a:spLocks/>
          </p:cNvSpPr>
          <p:nvPr/>
        </p:nvSpPr>
        <p:spPr bwMode="auto">
          <a:xfrm>
            <a:off x="5943600" y="2767013"/>
            <a:ext cx="460375" cy="1335087"/>
          </a:xfrm>
          <a:custGeom>
            <a:avLst/>
            <a:gdLst>
              <a:gd name="T0" fmla="*/ 282 w 436"/>
              <a:gd name="T1" fmla="*/ 77 h 1197"/>
              <a:gd name="T2" fmla="*/ 258 w 436"/>
              <a:gd name="T3" fmla="*/ 153 h 1197"/>
              <a:gd name="T4" fmla="*/ 288 w 436"/>
              <a:gd name="T5" fmla="*/ 196 h 1197"/>
              <a:gd name="T6" fmla="*/ 352 w 436"/>
              <a:gd name="T7" fmla="*/ 216 h 1197"/>
              <a:gd name="T8" fmla="*/ 402 w 436"/>
              <a:gd name="T9" fmla="*/ 245 h 1197"/>
              <a:gd name="T10" fmla="*/ 422 w 436"/>
              <a:gd name="T11" fmla="*/ 329 h 1197"/>
              <a:gd name="T12" fmla="*/ 431 w 436"/>
              <a:gd name="T13" fmla="*/ 423 h 1197"/>
              <a:gd name="T14" fmla="*/ 435 w 436"/>
              <a:gd name="T15" fmla="*/ 499 h 1197"/>
              <a:gd name="T16" fmla="*/ 408 w 436"/>
              <a:gd name="T17" fmla="*/ 584 h 1197"/>
              <a:gd name="T18" fmla="*/ 348 w 436"/>
              <a:gd name="T19" fmla="*/ 616 h 1197"/>
              <a:gd name="T20" fmla="*/ 372 w 436"/>
              <a:gd name="T21" fmla="*/ 520 h 1197"/>
              <a:gd name="T22" fmla="*/ 378 w 436"/>
              <a:gd name="T23" fmla="*/ 449 h 1197"/>
              <a:gd name="T24" fmla="*/ 355 w 436"/>
              <a:gd name="T25" fmla="*/ 331 h 1197"/>
              <a:gd name="T26" fmla="*/ 331 w 436"/>
              <a:gd name="T27" fmla="*/ 419 h 1197"/>
              <a:gd name="T28" fmla="*/ 331 w 436"/>
              <a:gd name="T29" fmla="*/ 495 h 1197"/>
              <a:gd name="T30" fmla="*/ 343 w 436"/>
              <a:gd name="T31" fmla="*/ 591 h 1197"/>
              <a:gd name="T32" fmla="*/ 351 w 436"/>
              <a:gd name="T33" fmla="*/ 668 h 1197"/>
              <a:gd name="T34" fmla="*/ 346 w 436"/>
              <a:gd name="T35" fmla="*/ 753 h 1197"/>
              <a:gd name="T36" fmla="*/ 348 w 436"/>
              <a:gd name="T37" fmla="*/ 852 h 1197"/>
              <a:gd name="T38" fmla="*/ 368 w 436"/>
              <a:gd name="T39" fmla="*/ 960 h 1197"/>
              <a:gd name="T40" fmla="*/ 380 w 436"/>
              <a:gd name="T41" fmla="*/ 1080 h 1197"/>
              <a:gd name="T42" fmla="*/ 416 w 436"/>
              <a:gd name="T43" fmla="*/ 1176 h 1197"/>
              <a:gd name="T44" fmla="*/ 364 w 436"/>
              <a:gd name="T45" fmla="*/ 1184 h 1197"/>
              <a:gd name="T46" fmla="*/ 320 w 436"/>
              <a:gd name="T47" fmla="*/ 1128 h 1197"/>
              <a:gd name="T48" fmla="*/ 296 w 436"/>
              <a:gd name="T49" fmla="*/ 1036 h 1197"/>
              <a:gd name="T50" fmla="*/ 280 w 436"/>
              <a:gd name="T51" fmla="*/ 824 h 1197"/>
              <a:gd name="T52" fmla="*/ 256 w 436"/>
              <a:gd name="T53" fmla="*/ 688 h 1197"/>
              <a:gd name="T54" fmla="*/ 199 w 436"/>
              <a:gd name="T55" fmla="*/ 775 h 1197"/>
              <a:gd name="T56" fmla="*/ 179 w 436"/>
              <a:gd name="T57" fmla="*/ 895 h 1197"/>
              <a:gd name="T58" fmla="*/ 184 w 436"/>
              <a:gd name="T59" fmla="*/ 1076 h 1197"/>
              <a:gd name="T60" fmla="*/ 164 w 436"/>
              <a:gd name="T61" fmla="*/ 1148 h 1197"/>
              <a:gd name="T62" fmla="*/ 108 w 436"/>
              <a:gd name="T63" fmla="*/ 1196 h 1197"/>
              <a:gd name="T64" fmla="*/ 108 w 436"/>
              <a:gd name="T65" fmla="*/ 1108 h 1197"/>
              <a:gd name="T66" fmla="*/ 111 w 436"/>
              <a:gd name="T67" fmla="*/ 987 h 1197"/>
              <a:gd name="T68" fmla="*/ 108 w 436"/>
              <a:gd name="T69" fmla="*/ 888 h 1197"/>
              <a:gd name="T70" fmla="*/ 112 w 436"/>
              <a:gd name="T71" fmla="*/ 804 h 1197"/>
              <a:gd name="T72" fmla="*/ 108 w 436"/>
              <a:gd name="T73" fmla="*/ 700 h 1197"/>
              <a:gd name="T74" fmla="*/ 95 w 436"/>
              <a:gd name="T75" fmla="*/ 559 h 1197"/>
              <a:gd name="T76" fmla="*/ 111 w 436"/>
              <a:gd name="T77" fmla="*/ 491 h 1197"/>
              <a:gd name="T78" fmla="*/ 107 w 436"/>
              <a:gd name="T79" fmla="*/ 427 h 1197"/>
              <a:gd name="T80" fmla="*/ 107 w 436"/>
              <a:gd name="T81" fmla="*/ 359 h 1197"/>
              <a:gd name="T82" fmla="*/ 87 w 436"/>
              <a:gd name="T83" fmla="*/ 359 h 1197"/>
              <a:gd name="T84" fmla="*/ 72 w 436"/>
              <a:gd name="T85" fmla="*/ 432 h 1197"/>
              <a:gd name="T86" fmla="*/ 72 w 436"/>
              <a:gd name="T87" fmla="*/ 516 h 1197"/>
              <a:gd name="T88" fmla="*/ 100 w 436"/>
              <a:gd name="T89" fmla="*/ 608 h 1197"/>
              <a:gd name="T90" fmla="*/ 19 w 436"/>
              <a:gd name="T91" fmla="*/ 571 h 1197"/>
              <a:gd name="T92" fmla="*/ 0 w 436"/>
              <a:gd name="T93" fmla="*/ 468 h 1197"/>
              <a:gd name="T94" fmla="*/ 15 w 436"/>
              <a:gd name="T95" fmla="*/ 383 h 1197"/>
              <a:gd name="T96" fmla="*/ 26 w 436"/>
              <a:gd name="T97" fmla="*/ 301 h 1197"/>
              <a:gd name="T98" fmla="*/ 48 w 436"/>
              <a:gd name="T99" fmla="*/ 224 h 1197"/>
              <a:gd name="T100" fmla="*/ 104 w 436"/>
              <a:gd name="T101" fmla="*/ 208 h 1197"/>
              <a:gd name="T102" fmla="*/ 172 w 436"/>
              <a:gd name="T103" fmla="*/ 188 h 1197"/>
              <a:gd name="T104" fmla="*/ 170 w 436"/>
              <a:gd name="T105" fmla="*/ 149 h 1197"/>
              <a:gd name="T106" fmla="*/ 158 w 436"/>
              <a:gd name="T107" fmla="*/ 97 h 1197"/>
              <a:gd name="T108" fmla="*/ 170 w 436"/>
              <a:gd name="T109" fmla="*/ 9 h 1197"/>
              <a:gd name="T110" fmla="*/ 260 w 436"/>
              <a:gd name="T111" fmla="*/ 12 h 1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36" h="1197">
                <a:moveTo>
                  <a:pt x="280" y="28"/>
                </a:moveTo>
                <a:lnTo>
                  <a:pt x="282" y="77"/>
                </a:lnTo>
                <a:lnTo>
                  <a:pt x="278" y="121"/>
                </a:lnTo>
                <a:lnTo>
                  <a:pt x="258" y="153"/>
                </a:lnTo>
                <a:lnTo>
                  <a:pt x="258" y="185"/>
                </a:lnTo>
                <a:lnTo>
                  <a:pt x="288" y="196"/>
                </a:lnTo>
                <a:lnTo>
                  <a:pt x="328" y="204"/>
                </a:lnTo>
                <a:lnTo>
                  <a:pt x="352" y="216"/>
                </a:lnTo>
                <a:lnTo>
                  <a:pt x="382" y="229"/>
                </a:lnTo>
                <a:lnTo>
                  <a:pt x="402" y="245"/>
                </a:lnTo>
                <a:lnTo>
                  <a:pt x="410" y="281"/>
                </a:lnTo>
                <a:lnTo>
                  <a:pt x="422" y="329"/>
                </a:lnTo>
                <a:lnTo>
                  <a:pt x="426" y="373"/>
                </a:lnTo>
                <a:lnTo>
                  <a:pt x="431" y="423"/>
                </a:lnTo>
                <a:lnTo>
                  <a:pt x="428" y="456"/>
                </a:lnTo>
                <a:lnTo>
                  <a:pt x="435" y="499"/>
                </a:lnTo>
                <a:lnTo>
                  <a:pt x="426" y="541"/>
                </a:lnTo>
                <a:lnTo>
                  <a:pt x="408" y="584"/>
                </a:lnTo>
                <a:lnTo>
                  <a:pt x="384" y="616"/>
                </a:lnTo>
                <a:lnTo>
                  <a:pt x="348" y="616"/>
                </a:lnTo>
                <a:lnTo>
                  <a:pt x="352" y="560"/>
                </a:lnTo>
                <a:lnTo>
                  <a:pt x="372" y="520"/>
                </a:lnTo>
                <a:lnTo>
                  <a:pt x="380" y="476"/>
                </a:lnTo>
                <a:lnTo>
                  <a:pt x="378" y="449"/>
                </a:lnTo>
                <a:lnTo>
                  <a:pt x="366" y="393"/>
                </a:lnTo>
                <a:lnTo>
                  <a:pt x="355" y="331"/>
                </a:lnTo>
                <a:lnTo>
                  <a:pt x="335" y="383"/>
                </a:lnTo>
                <a:lnTo>
                  <a:pt x="331" y="419"/>
                </a:lnTo>
                <a:lnTo>
                  <a:pt x="323" y="455"/>
                </a:lnTo>
                <a:lnTo>
                  <a:pt x="331" y="495"/>
                </a:lnTo>
                <a:lnTo>
                  <a:pt x="335" y="532"/>
                </a:lnTo>
                <a:lnTo>
                  <a:pt x="343" y="591"/>
                </a:lnTo>
                <a:lnTo>
                  <a:pt x="347" y="624"/>
                </a:lnTo>
                <a:lnTo>
                  <a:pt x="351" y="668"/>
                </a:lnTo>
                <a:lnTo>
                  <a:pt x="348" y="712"/>
                </a:lnTo>
                <a:lnTo>
                  <a:pt x="346" y="753"/>
                </a:lnTo>
                <a:lnTo>
                  <a:pt x="346" y="797"/>
                </a:lnTo>
                <a:lnTo>
                  <a:pt x="348" y="852"/>
                </a:lnTo>
                <a:lnTo>
                  <a:pt x="356" y="896"/>
                </a:lnTo>
                <a:lnTo>
                  <a:pt x="368" y="960"/>
                </a:lnTo>
                <a:lnTo>
                  <a:pt x="376" y="1016"/>
                </a:lnTo>
                <a:lnTo>
                  <a:pt x="380" y="1080"/>
                </a:lnTo>
                <a:lnTo>
                  <a:pt x="388" y="1124"/>
                </a:lnTo>
                <a:lnTo>
                  <a:pt x="416" y="1176"/>
                </a:lnTo>
                <a:lnTo>
                  <a:pt x="399" y="1191"/>
                </a:lnTo>
                <a:lnTo>
                  <a:pt x="364" y="1184"/>
                </a:lnTo>
                <a:lnTo>
                  <a:pt x="344" y="1144"/>
                </a:lnTo>
                <a:lnTo>
                  <a:pt x="320" y="1128"/>
                </a:lnTo>
                <a:lnTo>
                  <a:pt x="304" y="1084"/>
                </a:lnTo>
                <a:lnTo>
                  <a:pt x="296" y="1036"/>
                </a:lnTo>
                <a:lnTo>
                  <a:pt x="288" y="904"/>
                </a:lnTo>
                <a:lnTo>
                  <a:pt x="280" y="824"/>
                </a:lnTo>
                <a:lnTo>
                  <a:pt x="271" y="759"/>
                </a:lnTo>
                <a:lnTo>
                  <a:pt x="256" y="688"/>
                </a:lnTo>
                <a:lnTo>
                  <a:pt x="208" y="688"/>
                </a:lnTo>
                <a:lnTo>
                  <a:pt x="199" y="775"/>
                </a:lnTo>
                <a:lnTo>
                  <a:pt x="191" y="839"/>
                </a:lnTo>
                <a:lnTo>
                  <a:pt x="179" y="895"/>
                </a:lnTo>
                <a:lnTo>
                  <a:pt x="180" y="992"/>
                </a:lnTo>
                <a:lnTo>
                  <a:pt x="184" y="1076"/>
                </a:lnTo>
                <a:lnTo>
                  <a:pt x="160" y="1104"/>
                </a:lnTo>
                <a:lnTo>
                  <a:pt x="164" y="1148"/>
                </a:lnTo>
                <a:lnTo>
                  <a:pt x="136" y="1184"/>
                </a:lnTo>
                <a:lnTo>
                  <a:pt x="108" y="1196"/>
                </a:lnTo>
                <a:lnTo>
                  <a:pt x="92" y="1164"/>
                </a:lnTo>
                <a:lnTo>
                  <a:pt x="108" y="1108"/>
                </a:lnTo>
                <a:lnTo>
                  <a:pt x="107" y="1047"/>
                </a:lnTo>
                <a:lnTo>
                  <a:pt x="111" y="987"/>
                </a:lnTo>
                <a:lnTo>
                  <a:pt x="107" y="923"/>
                </a:lnTo>
                <a:lnTo>
                  <a:pt x="108" y="888"/>
                </a:lnTo>
                <a:lnTo>
                  <a:pt x="112" y="844"/>
                </a:lnTo>
                <a:lnTo>
                  <a:pt x="112" y="804"/>
                </a:lnTo>
                <a:lnTo>
                  <a:pt x="112" y="748"/>
                </a:lnTo>
                <a:lnTo>
                  <a:pt x="108" y="700"/>
                </a:lnTo>
                <a:lnTo>
                  <a:pt x="108" y="648"/>
                </a:lnTo>
                <a:lnTo>
                  <a:pt x="95" y="559"/>
                </a:lnTo>
                <a:lnTo>
                  <a:pt x="107" y="527"/>
                </a:lnTo>
                <a:lnTo>
                  <a:pt x="111" y="491"/>
                </a:lnTo>
                <a:lnTo>
                  <a:pt x="103" y="459"/>
                </a:lnTo>
                <a:lnTo>
                  <a:pt x="107" y="427"/>
                </a:lnTo>
                <a:lnTo>
                  <a:pt x="107" y="395"/>
                </a:lnTo>
                <a:lnTo>
                  <a:pt x="107" y="359"/>
                </a:lnTo>
                <a:lnTo>
                  <a:pt x="95" y="327"/>
                </a:lnTo>
                <a:lnTo>
                  <a:pt x="87" y="359"/>
                </a:lnTo>
                <a:lnTo>
                  <a:pt x="87" y="396"/>
                </a:lnTo>
                <a:lnTo>
                  <a:pt x="72" y="432"/>
                </a:lnTo>
                <a:lnTo>
                  <a:pt x="71" y="475"/>
                </a:lnTo>
                <a:lnTo>
                  <a:pt x="72" y="516"/>
                </a:lnTo>
                <a:lnTo>
                  <a:pt x="76" y="564"/>
                </a:lnTo>
                <a:lnTo>
                  <a:pt x="100" y="608"/>
                </a:lnTo>
                <a:lnTo>
                  <a:pt x="56" y="628"/>
                </a:lnTo>
                <a:lnTo>
                  <a:pt x="19" y="571"/>
                </a:lnTo>
                <a:lnTo>
                  <a:pt x="8" y="528"/>
                </a:lnTo>
                <a:lnTo>
                  <a:pt x="0" y="468"/>
                </a:lnTo>
                <a:lnTo>
                  <a:pt x="7" y="419"/>
                </a:lnTo>
                <a:lnTo>
                  <a:pt x="15" y="383"/>
                </a:lnTo>
                <a:lnTo>
                  <a:pt x="23" y="347"/>
                </a:lnTo>
                <a:lnTo>
                  <a:pt x="26" y="301"/>
                </a:lnTo>
                <a:lnTo>
                  <a:pt x="30" y="261"/>
                </a:lnTo>
                <a:lnTo>
                  <a:pt x="48" y="224"/>
                </a:lnTo>
                <a:lnTo>
                  <a:pt x="76" y="216"/>
                </a:lnTo>
                <a:lnTo>
                  <a:pt x="104" y="208"/>
                </a:lnTo>
                <a:lnTo>
                  <a:pt x="140" y="204"/>
                </a:lnTo>
                <a:lnTo>
                  <a:pt x="172" y="188"/>
                </a:lnTo>
                <a:lnTo>
                  <a:pt x="184" y="164"/>
                </a:lnTo>
                <a:lnTo>
                  <a:pt x="170" y="149"/>
                </a:lnTo>
                <a:lnTo>
                  <a:pt x="158" y="121"/>
                </a:lnTo>
                <a:lnTo>
                  <a:pt x="158" y="97"/>
                </a:lnTo>
                <a:lnTo>
                  <a:pt x="166" y="53"/>
                </a:lnTo>
                <a:lnTo>
                  <a:pt x="170" y="9"/>
                </a:lnTo>
                <a:lnTo>
                  <a:pt x="220" y="0"/>
                </a:lnTo>
                <a:lnTo>
                  <a:pt x="260" y="12"/>
                </a:lnTo>
                <a:lnTo>
                  <a:pt x="280" y="2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434241" name="Group 65">
            <a:extLst>
              <a:ext uri="{FF2B5EF4-FFF2-40B4-BE49-F238E27FC236}">
                <a16:creationId xmlns:a16="http://schemas.microsoft.com/office/drawing/2014/main" id="{9050920F-2F60-F4B4-36F9-ABDF03B72691}"/>
              </a:ext>
            </a:extLst>
          </p:cNvPr>
          <p:cNvGrpSpPr>
            <a:grpSpLocks/>
          </p:cNvGrpSpPr>
          <p:nvPr/>
        </p:nvGrpSpPr>
        <p:grpSpPr bwMode="auto">
          <a:xfrm>
            <a:off x="6635750" y="2536825"/>
            <a:ext cx="2273300" cy="1784350"/>
            <a:chOff x="4180" y="1598"/>
            <a:chExt cx="1144" cy="1124"/>
          </a:xfrm>
        </p:grpSpPr>
        <p:sp>
          <p:nvSpPr>
            <p:cNvPr id="434200" name="Rectangle 24">
              <a:extLst>
                <a:ext uri="{FF2B5EF4-FFF2-40B4-BE49-F238E27FC236}">
                  <a16:creationId xmlns:a16="http://schemas.microsoft.com/office/drawing/2014/main" id="{D00072BB-DEA1-A1A7-A4AC-14C3D8458543}"/>
                </a:ext>
              </a:extLst>
            </p:cNvPr>
            <p:cNvSpPr>
              <a:spLocks noChangeArrowheads="1"/>
            </p:cNvSpPr>
            <p:nvPr/>
          </p:nvSpPr>
          <p:spPr bwMode="auto">
            <a:xfrm>
              <a:off x="4180" y="1598"/>
              <a:ext cx="1144" cy="2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a:t>Yamada</a:t>
              </a:r>
              <a:r>
                <a:rPr lang="ja-JP" altLang="en-US" sz="1600" u="sng"/>
                <a:t>：</a:t>
              </a:r>
              <a:r>
                <a:rPr lang="en-US" altLang="ja-JP" sz="1600" u="sng"/>
                <a:t>người</a:t>
              </a:r>
            </a:p>
          </p:txBody>
        </p:sp>
        <p:sp>
          <p:nvSpPr>
            <p:cNvPr id="434201" name="Rectangle 25">
              <a:extLst>
                <a:ext uri="{FF2B5EF4-FFF2-40B4-BE49-F238E27FC236}">
                  <a16:creationId xmlns:a16="http://schemas.microsoft.com/office/drawing/2014/main" id="{C01AB67D-E4B3-D0DB-2F47-8B8E5087AB47}"/>
                </a:ext>
              </a:extLst>
            </p:cNvPr>
            <p:cNvSpPr>
              <a:spLocks noChangeArrowheads="1"/>
            </p:cNvSpPr>
            <p:nvPr/>
          </p:nvSpPr>
          <p:spPr bwMode="auto">
            <a:xfrm>
              <a:off x="4180" y="1808"/>
              <a:ext cx="1144" cy="391"/>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a:t>Tên=Yamada Taro</a:t>
              </a:r>
            </a:p>
            <a:p>
              <a:r>
                <a:rPr lang="en-US" altLang="ja-JP" sz="1600" b="0"/>
                <a:t>Tuổi=30</a:t>
              </a:r>
            </a:p>
          </p:txBody>
        </p:sp>
        <p:sp>
          <p:nvSpPr>
            <p:cNvPr id="434202" name="Rectangle 26">
              <a:extLst>
                <a:ext uri="{FF2B5EF4-FFF2-40B4-BE49-F238E27FC236}">
                  <a16:creationId xmlns:a16="http://schemas.microsoft.com/office/drawing/2014/main" id="{A8D42AF3-1055-CACC-E848-DB946DF1B3A2}"/>
                </a:ext>
              </a:extLst>
            </p:cNvPr>
            <p:cNvSpPr>
              <a:spLocks noChangeArrowheads="1"/>
            </p:cNvSpPr>
            <p:nvPr/>
          </p:nvSpPr>
          <p:spPr bwMode="auto">
            <a:xfrm>
              <a:off x="4180" y="2202"/>
              <a:ext cx="1144" cy="52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a:t>Lấy tên</a:t>
              </a:r>
            </a:p>
            <a:p>
              <a:r>
                <a:rPr lang="en-US" altLang="ja-JP" sz="1600" b="0"/>
                <a:t>Lấy tuổi</a:t>
              </a:r>
            </a:p>
            <a:p>
              <a:r>
                <a:rPr lang="en-US" altLang="ja-JP" sz="1600" b="0"/>
                <a:t>Set tuổi</a:t>
              </a:r>
            </a:p>
          </p:txBody>
        </p:sp>
      </p:grpSp>
      <p:grpSp>
        <p:nvGrpSpPr>
          <p:cNvPr id="434203" name="Group 27">
            <a:extLst>
              <a:ext uri="{FF2B5EF4-FFF2-40B4-BE49-F238E27FC236}">
                <a16:creationId xmlns:a16="http://schemas.microsoft.com/office/drawing/2014/main" id="{E0D67209-ED6B-DF9D-EEEA-00191D0DA721}"/>
              </a:ext>
            </a:extLst>
          </p:cNvPr>
          <p:cNvGrpSpPr>
            <a:grpSpLocks/>
          </p:cNvGrpSpPr>
          <p:nvPr/>
        </p:nvGrpSpPr>
        <p:grpSpPr bwMode="auto">
          <a:xfrm>
            <a:off x="6630988" y="4437063"/>
            <a:ext cx="2286000" cy="1824037"/>
            <a:chOff x="640" y="4949"/>
            <a:chExt cx="859" cy="879"/>
          </a:xfrm>
        </p:grpSpPr>
        <p:sp>
          <p:nvSpPr>
            <p:cNvPr id="434204" name="Rectangle 28">
              <a:extLst>
                <a:ext uri="{FF2B5EF4-FFF2-40B4-BE49-F238E27FC236}">
                  <a16:creationId xmlns:a16="http://schemas.microsoft.com/office/drawing/2014/main" id="{100563F2-738C-F772-4557-C94083C359CF}"/>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a:t>Kawamura</a:t>
              </a:r>
              <a:r>
                <a:rPr lang="ja-JP" altLang="en-US" sz="1600" u="sng"/>
                <a:t>：</a:t>
              </a:r>
              <a:r>
                <a:rPr lang="en-US" altLang="ja-JP" sz="1600" u="sng"/>
                <a:t>người</a:t>
              </a:r>
            </a:p>
          </p:txBody>
        </p:sp>
        <p:sp>
          <p:nvSpPr>
            <p:cNvPr id="434205" name="Rectangle 29">
              <a:extLst>
                <a:ext uri="{FF2B5EF4-FFF2-40B4-BE49-F238E27FC236}">
                  <a16:creationId xmlns:a16="http://schemas.microsoft.com/office/drawing/2014/main" id="{151D9B39-31EE-48E6-5BF1-563D843DA8DE}"/>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Tên</a:t>
              </a:r>
              <a:r>
                <a:rPr lang="en-US" altLang="ja-JP" sz="1600" b="0" dirty="0">
                  <a:latin typeface="+mj-lt"/>
                </a:rPr>
                <a:t>=Kawamura Hanako</a:t>
              </a:r>
            </a:p>
            <a:p>
              <a:r>
                <a:rPr lang="en-US" altLang="ja-JP" sz="1600" b="0" dirty="0" err="1">
                  <a:latin typeface="+mj-lt"/>
                </a:rPr>
                <a:t>Tuổi</a:t>
              </a:r>
              <a:r>
                <a:rPr lang="en-US" altLang="ja-JP" sz="1600" b="0" dirty="0">
                  <a:latin typeface="+mj-lt"/>
                </a:rPr>
                <a:t>=20</a:t>
              </a:r>
            </a:p>
          </p:txBody>
        </p:sp>
        <p:sp>
          <p:nvSpPr>
            <p:cNvPr id="434206" name="Rectangle 30">
              <a:extLst>
                <a:ext uri="{FF2B5EF4-FFF2-40B4-BE49-F238E27FC236}">
                  <a16:creationId xmlns:a16="http://schemas.microsoft.com/office/drawing/2014/main" id="{BC7E70D4-01C9-1894-7ABC-21EDE917296A}"/>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a:t>Lấy tên</a:t>
              </a:r>
            </a:p>
            <a:p>
              <a:r>
                <a:rPr lang="en-US" altLang="ja-JP" sz="1600" b="0"/>
                <a:t>Lấy tuổi</a:t>
              </a:r>
            </a:p>
            <a:p>
              <a:r>
                <a:rPr lang="en-US" altLang="ja-JP" sz="1600" b="0"/>
                <a:t>Set tên</a:t>
              </a:r>
            </a:p>
          </p:txBody>
        </p:sp>
      </p:grpSp>
      <p:sp>
        <p:nvSpPr>
          <p:cNvPr id="434209" name="AutoShape 33">
            <a:extLst>
              <a:ext uri="{FF2B5EF4-FFF2-40B4-BE49-F238E27FC236}">
                <a16:creationId xmlns:a16="http://schemas.microsoft.com/office/drawing/2014/main" id="{3EC0848D-1FF0-0720-0B3B-2D943ECAF886}"/>
              </a:ext>
            </a:extLst>
          </p:cNvPr>
          <p:cNvSpPr>
            <a:spLocks noChangeArrowheads="1"/>
          </p:cNvSpPr>
          <p:nvPr/>
        </p:nvSpPr>
        <p:spPr bwMode="auto">
          <a:xfrm>
            <a:off x="8469313" y="3660775"/>
            <a:ext cx="966786" cy="427038"/>
          </a:xfrm>
          <a:prstGeom prst="wedgeRoundRectCallout">
            <a:avLst>
              <a:gd name="adj1" fmla="val -85338"/>
              <a:gd name="adj2" fmla="val 8366"/>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b="0" dirty="0">
                <a:cs typeface="Times New Roman" panose="02020603050405020304" pitchFamily="18" charset="0"/>
              </a:rPr>
              <a:t>Thao </a:t>
            </a:r>
            <a:r>
              <a:rPr lang="en-US" altLang="ja-JP" sz="1400" b="0" dirty="0" err="1">
                <a:cs typeface="Times New Roman" panose="02020603050405020304" pitchFamily="18" charset="0"/>
              </a:rPr>
              <a:t>tác</a:t>
            </a:r>
            <a:endParaRPr lang="en-US" altLang="ja-JP" sz="1400" b="0" dirty="0">
              <a:cs typeface="Times New Roman" panose="02020603050405020304" pitchFamily="18" charset="0"/>
            </a:endParaRPr>
          </a:p>
        </p:txBody>
      </p:sp>
      <p:sp>
        <p:nvSpPr>
          <p:cNvPr id="434211" name="Rectangle 35">
            <a:extLst>
              <a:ext uri="{FF2B5EF4-FFF2-40B4-BE49-F238E27FC236}">
                <a16:creationId xmlns:a16="http://schemas.microsoft.com/office/drawing/2014/main" id="{C799AD9E-4ACD-CCCE-2619-66205F7FB068}"/>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34212" name="Rectangle 36">
            <a:extLst>
              <a:ext uri="{FF2B5EF4-FFF2-40B4-BE49-F238E27FC236}">
                <a16:creationId xmlns:a16="http://schemas.microsoft.com/office/drawing/2014/main" id="{F3DC7367-B6B5-5B5E-4E80-F910BA2FF434}"/>
              </a:ext>
            </a:extLst>
          </p:cNvPr>
          <p:cNvSpPr>
            <a:spLocks noChangeArrowheads="1"/>
          </p:cNvSpPr>
          <p:nvPr/>
        </p:nvSpPr>
        <p:spPr bwMode="auto">
          <a:xfrm>
            <a:off x="344488" y="7429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Thao tác</a:t>
            </a:r>
          </a:p>
          <a:p>
            <a:pPr lvl="1"/>
            <a:endParaRPr lang="en-US" altLang="ja-JP" sz="2400" b="0">
              <a:latin typeface="Arial" panose="020B0604020202020204" pitchFamily="34" charset="0"/>
            </a:endParaRPr>
          </a:p>
        </p:txBody>
      </p:sp>
      <p:sp>
        <p:nvSpPr>
          <p:cNvPr id="434213" name="Rectangle 37">
            <a:extLst>
              <a:ext uri="{FF2B5EF4-FFF2-40B4-BE49-F238E27FC236}">
                <a16:creationId xmlns:a16="http://schemas.microsoft.com/office/drawing/2014/main" id="{3465F814-F4BC-B8DC-48BA-50972C4E3173}"/>
              </a:ext>
            </a:extLst>
          </p:cNvPr>
          <p:cNvSpPr>
            <a:spLocks noChangeArrowheads="1"/>
          </p:cNvSpPr>
          <p:nvPr/>
        </p:nvSpPr>
        <p:spPr bwMode="auto">
          <a:xfrm>
            <a:off x="344488" y="1204913"/>
            <a:ext cx="9120187" cy="9794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dirty="0" err="1">
                <a:latin typeface="Arial" panose="020B0604020202020204" pitchFamily="34" charset="0"/>
              </a:rPr>
              <a:t>Là</a:t>
            </a:r>
            <a:r>
              <a:rPr lang="en-US" altLang="ja-JP" sz="2000" dirty="0">
                <a:latin typeface="Arial" panose="020B0604020202020204" pitchFamily="34" charset="0"/>
              </a:rPr>
              <a:t> </a:t>
            </a:r>
            <a:r>
              <a:rPr lang="en-US" altLang="ja-JP" sz="2000" dirty="0" err="1">
                <a:latin typeface="Arial" panose="020B0604020202020204" pitchFamily="34" charset="0"/>
              </a:rPr>
              <a:t>chức</a:t>
            </a:r>
            <a:r>
              <a:rPr lang="en-US" altLang="ja-JP" sz="2000" dirty="0">
                <a:latin typeface="Arial" panose="020B0604020202020204" pitchFamily="34" charset="0"/>
              </a:rPr>
              <a:t> </a:t>
            </a:r>
            <a:r>
              <a:rPr lang="en-US" altLang="ja-JP" sz="2000" dirty="0" err="1">
                <a:latin typeface="Arial" panose="020B0604020202020204" pitchFamily="34" charset="0"/>
              </a:rPr>
              <a:t>năng</a:t>
            </a:r>
            <a:r>
              <a:rPr lang="en-US" altLang="ja-JP" sz="2000" dirty="0">
                <a:latin typeface="Arial" panose="020B0604020202020204" pitchFamily="34" charset="0"/>
              </a:rPr>
              <a:t> </a:t>
            </a:r>
            <a:r>
              <a:rPr lang="en-US" altLang="ja-JP" sz="2000" dirty="0" err="1">
                <a:latin typeface="Arial" panose="020B0604020202020204" pitchFamily="34" charset="0"/>
              </a:rPr>
              <a:t>mà</a:t>
            </a:r>
            <a:r>
              <a:rPr lang="en-US" altLang="ja-JP" sz="2000" dirty="0">
                <a:latin typeface="Arial" panose="020B0604020202020204" pitchFamily="34" charset="0"/>
              </a:rPr>
              <a:t> object </a:t>
            </a:r>
            <a:r>
              <a:rPr lang="en-US" altLang="ja-JP" sz="2000" dirty="0" err="1">
                <a:latin typeface="Arial" panose="020B0604020202020204" pitchFamily="34" charset="0"/>
              </a:rPr>
              <a:t>đang</a:t>
            </a:r>
            <a:r>
              <a:rPr lang="en-US" altLang="ja-JP" sz="2000" dirty="0">
                <a:latin typeface="Arial" panose="020B0604020202020204" pitchFamily="34" charset="0"/>
              </a:rPr>
              <a:t> </a:t>
            </a:r>
            <a:r>
              <a:rPr lang="en-US" altLang="ja-JP" sz="2000" dirty="0" err="1">
                <a:latin typeface="Arial" panose="020B0604020202020204" pitchFamily="34" charset="0"/>
              </a:rPr>
              <a:t>có</a:t>
            </a:r>
            <a:r>
              <a:rPr lang="en-US" altLang="ja-JP" sz="2000" dirty="0">
                <a:latin typeface="Arial" panose="020B0604020202020204" pitchFamily="34" charset="0"/>
              </a:rPr>
              <a:t>. </a:t>
            </a:r>
          </a:p>
          <a:p>
            <a:pPr>
              <a:buFont typeface="Wingdings" panose="05000000000000000000" pitchFamily="2" charset="2"/>
              <a:buNone/>
            </a:pPr>
            <a:r>
              <a:rPr lang="en-US" altLang="ja-JP" sz="2000" dirty="0">
                <a:latin typeface="Arial" panose="020B0604020202020204" pitchFamily="34" charset="0"/>
              </a:rPr>
              <a:t>Khi </a:t>
            </a:r>
            <a:r>
              <a:rPr lang="en-US" altLang="ja-JP" sz="2000" dirty="0" err="1">
                <a:latin typeface="Arial" panose="020B0604020202020204" pitchFamily="34" charset="0"/>
              </a:rPr>
              <a:t>có</a:t>
            </a:r>
            <a:r>
              <a:rPr lang="en-US" altLang="ja-JP" sz="2000" dirty="0">
                <a:latin typeface="Arial" panose="020B0604020202020204" pitchFamily="34" charset="0"/>
              </a:rPr>
              <a:t> </a:t>
            </a:r>
            <a:r>
              <a:rPr lang="en-US" altLang="ja-JP" sz="2000" dirty="0" err="1">
                <a:latin typeface="Arial" panose="020B0604020202020204" pitchFamily="34" charset="0"/>
              </a:rPr>
              <a:t>yêu</a:t>
            </a:r>
            <a:r>
              <a:rPr lang="en-US" altLang="ja-JP" sz="2000" dirty="0">
                <a:latin typeface="Arial" panose="020B0604020202020204" pitchFamily="34" charset="0"/>
              </a:rPr>
              <a:t> </a:t>
            </a:r>
            <a:r>
              <a:rPr lang="en-US" altLang="ja-JP" sz="2000" dirty="0" err="1">
                <a:latin typeface="Arial" panose="020B0604020202020204" pitchFamily="34" charset="0"/>
              </a:rPr>
              <a:t>cầu</a:t>
            </a:r>
            <a:r>
              <a:rPr lang="en-US" altLang="ja-JP" sz="2000" dirty="0">
                <a:latin typeface="Arial" panose="020B0604020202020204" pitchFamily="34" charset="0"/>
              </a:rPr>
              <a:t> </a:t>
            </a:r>
            <a:r>
              <a:rPr lang="en-US" altLang="ja-JP" sz="2000" dirty="0" err="1">
                <a:latin typeface="Arial" panose="020B0604020202020204" pitchFamily="34" charset="0"/>
              </a:rPr>
              <a:t>thực</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với</a:t>
            </a:r>
            <a:r>
              <a:rPr lang="en-US" altLang="ja-JP" sz="2000" dirty="0">
                <a:latin typeface="Arial" panose="020B0604020202020204" pitchFamily="34" charset="0"/>
              </a:rPr>
              <a:t> </a:t>
            </a:r>
            <a:r>
              <a:rPr lang="en-US" altLang="ja-JP" sz="2000" dirty="0" err="1">
                <a:latin typeface="Arial" panose="020B0604020202020204" pitchFamily="34" charset="0"/>
              </a:rPr>
              <a:t>thao</a:t>
            </a:r>
            <a:r>
              <a:rPr lang="en-US" altLang="ja-JP" sz="2000" dirty="0">
                <a:latin typeface="Arial" panose="020B0604020202020204" pitchFamily="34" charset="0"/>
              </a:rPr>
              <a:t> </a:t>
            </a:r>
            <a:r>
              <a:rPr lang="en-US" altLang="ja-JP" sz="2000" dirty="0" err="1">
                <a:latin typeface="Arial" panose="020B0604020202020204" pitchFamily="34" charset="0"/>
              </a:rPr>
              <a:t>tác</a:t>
            </a:r>
            <a:r>
              <a:rPr lang="en-US" altLang="ja-JP" sz="2000" dirty="0">
                <a:latin typeface="Arial" panose="020B0604020202020204" pitchFamily="34" charset="0"/>
              </a:rPr>
              <a:t> (</a:t>
            </a:r>
            <a:r>
              <a:rPr lang="en-US" altLang="ja-JP" sz="2000" dirty="0" err="1">
                <a:latin typeface="Arial" panose="020B0604020202020204" pitchFamily="34" charset="0"/>
              </a:rPr>
              <a:t>gửi</a:t>
            </a:r>
            <a:r>
              <a:rPr lang="en-US" altLang="ja-JP" sz="2000" dirty="0">
                <a:latin typeface="Arial" panose="020B0604020202020204" pitchFamily="34" charset="0"/>
              </a:rPr>
              <a:t> message), </a:t>
            </a:r>
            <a:r>
              <a:rPr lang="en-US" altLang="ja-JP" sz="2000" dirty="0" err="1">
                <a:latin typeface="Arial" panose="020B0604020202020204" pitchFamily="34" charset="0"/>
              </a:rPr>
              <a:t>thì</a:t>
            </a:r>
            <a:r>
              <a:rPr lang="en-US" altLang="ja-JP" sz="2000" dirty="0">
                <a:latin typeface="Arial" panose="020B0604020202020204" pitchFamily="34" charset="0"/>
              </a:rPr>
              <a:t> </a:t>
            </a:r>
            <a:r>
              <a:rPr lang="en-US" altLang="ja-JP" sz="2000" dirty="0" err="1">
                <a:latin typeface="Arial" panose="020B0604020202020204" pitchFamily="34" charset="0"/>
              </a:rPr>
              <a:t>sẽ</a:t>
            </a:r>
            <a:r>
              <a:rPr lang="en-US" altLang="ja-JP" sz="2000" dirty="0">
                <a:latin typeface="Arial" panose="020B0604020202020204" pitchFamily="34" charset="0"/>
              </a:rPr>
              <a:t> </a:t>
            </a:r>
            <a:r>
              <a:rPr lang="en-US" altLang="ja-JP" sz="2000" dirty="0" err="1">
                <a:latin typeface="Arial" panose="020B0604020202020204" pitchFamily="34" charset="0"/>
              </a:rPr>
              <a:t>thực</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thao</a:t>
            </a:r>
            <a:r>
              <a:rPr lang="en-US" altLang="ja-JP" sz="2000" dirty="0">
                <a:latin typeface="Arial" panose="020B0604020202020204" pitchFamily="34" charset="0"/>
              </a:rPr>
              <a:t> </a:t>
            </a:r>
            <a:r>
              <a:rPr lang="en-US" altLang="ja-JP" sz="2000" dirty="0" err="1">
                <a:latin typeface="Arial" panose="020B0604020202020204" pitchFamily="34" charset="0"/>
              </a:rPr>
              <a:t>tác</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thê</a:t>
            </a:r>
            <a:r>
              <a:rPr lang="en-US" altLang="ja-JP" sz="2000" dirty="0">
                <a:latin typeface="Arial" panose="020B0604020202020204" pitchFamily="34" charset="0"/>
              </a:rPr>
              <a:t>́.</a:t>
            </a:r>
          </a:p>
        </p:txBody>
      </p:sp>
      <p:sp>
        <p:nvSpPr>
          <p:cNvPr id="434214" name="Line 38">
            <a:extLst>
              <a:ext uri="{FF2B5EF4-FFF2-40B4-BE49-F238E27FC236}">
                <a16:creationId xmlns:a16="http://schemas.microsoft.com/office/drawing/2014/main" id="{35AC1F28-4A0B-1BAB-CD32-59BCDF54D909}"/>
              </a:ext>
            </a:extLst>
          </p:cNvPr>
          <p:cNvSpPr>
            <a:spLocks noChangeShapeType="1"/>
          </p:cNvSpPr>
          <p:nvPr/>
        </p:nvSpPr>
        <p:spPr bwMode="auto">
          <a:xfrm flipV="1">
            <a:off x="1754188" y="3290888"/>
            <a:ext cx="4098925" cy="4762"/>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15" name="Line 39">
            <a:extLst>
              <a:ext uri="{FF2B5EF4-FFF2-40B4-BE49-F238E27FC236}">
                <a16:creationId xmlns:a16="http://schemas.microsoft.com/office/drawing/2014/main" id="{2180C973-D058-B54F-89BB-CB1BAAECED15}"/>
              </a:ext>
            </a:extLst>
          </p:cNvPr>
          <p:cNvSpPr>
            <a:spLocks noChangeShapeType="1"/>
          </p:cNvSpPr>
          <p:nvPr/>
        </p:nvSpPr>
        <p:spPr bwMode="auto">
          <a:xfrm>
            <a:off x="1800225" y="5291138"/>
            <a:ext cx="3937000" cy="1587"/>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18" name="Rectangle 42">
            <a:extLst>
              <a:ext uri="{FF2B5EF4-FFF2-40B4-BE49-F238E27FC236}">
                <a16:creationId xmlns:a16="http://schemas.microsoft.com/office/drawing/2014/main" id="{DFAB2089-1B08-8AA7-7821-4A165A897525}"/>
              </a:ext>
            </a:extLst>
          </p:cNvPr>
          <p:cNvSpPr>
            <a:spLocks noChangeArrowheads="1"/>
          </p:cNvSpPr>
          <p:nvPr/>
        </p:nvSpPr>
        <p:spPr bwMode="auto">
          <a:xfrm>
            <a:off x="1282700" y="4545013"/>
            <a:ext cx="4484688" cy="7085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ja-JP" altLang="en-US" sz="2000" dirty="0">
                <a:latin typeface="+mj-lt"/>
              </a:rPr>
              <a:t>「</a:t>
            </a:r>
            <a:r>
              <a:rPr lang="en-US" altLang="ja-JP" sz="2000" dirty="0" err="1">
                <a:latin typeface="+mj-lt"/>
              </a:rPr>
              <a:t>Hãy</a:t>
            </a:r>
            <a:r>
              <a:rPr lang="en-US" altLang="ja-JP" sz="2000" dirty="0">
                <a:latin typeface="+mj-lt"/>
              </a:rPr>
              <a:t> </a:t>
            </a:r>
            <a:r>
              <a:rPr lang="en-US" altLang="ja-JP" sz="2000" dirty="0" err="1">
                <a:latin typeface="+mj-lt"/>
              </a:rPr>
              <a:t>cho</a:t>
            </a:r>
            <a:r>
              <a:rPr lang="en-US" altLang="ja-JP" sz="2000" dirty="0">
                <a:latin typeface="+mj-lt"/>
              </a:rPr>
              <a:t> </a:t>
            </a:r>
            <a:r>
              <a:rPr lang="en-US" altLang="ja-JP" sz="2000" dirty="0" err="1">
                <a:latin typeface="+mj-lt"/>
              </a:rPr>
              <a:t>biết</a:t>
            </a:r>
            <a:r>
              <a:rPr lang="en-US" altLang="ja-JP" sz="2000" dirty="0">
                <a:latin typeface="+mj-lt"/>
              </a:rPr>
              <a:t> </a:t>
            </a:r>
            <a:r>
              <a:rPr lang="en-US" altLang="ja-JP" sz="2000" dirty="0" err="1">
                <a:latin typeface="+mj-lt"/>
              </a:rPr>
              <a:t>tên</a:t>
            </a:r>
            <a:r>
              <a:rPr lang="ja-JP" altLang="en-US" sz="2000" dirty="0">
                <a:latin typeface="+mj-lt"/>
              </a:rPr>
              <a:t>」</a:t>
            </a:r>
          </a:p>
          <a:p>
            <a:pPr algn="ctr" eaLnBrk="0" hangingPunct="0"/>
            <a:r>
              <a:rPr lang="ja-JP" altLang="en-US" sz="2000" dirty="0">
                <a:latin typeface="+mj-lt"/>
              </a:rPr>
              <a:t>（</a:t>
            </a:r>
            <a:r>
              <a:rPr lang="en-US" altLang="ja-JP" sz="2000" dirty="0" err="1">
                <a:latin typeface="+mj-lt"/>
              </a:rPr>
              <a:t>Gọi</a:t>
            </a:r>
            <a:r>
              <a:rPr lang="en-US" altLang="ja-JP" sz="2000" dirty="0">
                <a:latin typeface="+mj-lt"/>
              </a:rPr>
              <a:t> </a:t>
            </a:r>
            <a:r>
              <a:rPr lang="en-US" altLang="ja-JP" sz="2000" dirty="0" err="1">
                <a:latin typeface="+mj-lt"/>
              </a:rPr>
              <a:t>ra</a:t>
            </a:r>
            <a:r>
              <a:rPr lang="en-US" altLang="ja-JP" sz="2000" dirty="0">
                <a:latin typeface="+mj-lt"/>
              </a:rPr>
              <a:t> </a:t>
            </a:r>
            <a:r>
              <a:rPr lang="en-US" altLang="ja-JP" sz="2000" dirty="0" err="1">
                <a:latin typeface="+mj-lt"/>
              </a:rPr>
              <a:t>thao</a:t>
            </a:r>
            <a:r>
              <a:rPr lang="en-US" altLang="ja-JP" sz="2000" dirty="0">
                <a:latin typeface="+mj-lt"/>
              </a:rPr>
              <a:t> </a:t>
            </a:r>
            <a:r>
              <a:rPr lang="en-US" altLang="ja-JP" sz="2000" dirty="0" err="1">
                <a:latin typeface="+mj-lt"/>
              </a:rPr>
              <a:t>tác</a:t>
            </a:r>
            <a:r>
              <a:rPr lang="ja-JP" altLang="en-US" sz="2000" dirty="0">
                <a:latin typeface="+mj-lt"/>
              </a:rPr>
              <a:t>「</a:t>
            </a:r>
            <a:r>
              <a:rPr lang="en-US" altLang="ja-JP" sz="2000" dirty="0" err="1">
                <a:latin typeface="+mj-lt"/>
              </a:rPr>
              <a:t>Lấy</a:t>
            </a:r>
            <a:r>
              <a:rPr lang="en-US" altLang="ja-JP" sz="2000" dirty="0">
                <a:latin typeface="+mj-lt"/>
              </a:rPr>
              <a:t> </a:t>
            </a:r>
            <a:r>
              <a:rPr lang="en-US" altLang="ja-JP" sz="2000" dirty="0" err="1">
                <a:latin typeface="+mj-lt"/>
              </a:rPr>
              <a:t>tên</a:t>
            </a:r>
            <a:r>
              <a:rPr lang="ja-JP" altLang="en-US" sz="2000" dirty="0">
                <a:latin typeface="+mj-lt"/>
              </a:rPr>
              <a:t>」）</a:t>
            </a:r>
          </a:p>
        </p:txBody>
      </p:sp>
      <p:sp>
        <p:nvSpPr>
          <p:cNvPr id="434219" name="Rectangle 43">
            <a:extLst>
              <a:ext uri="{FF2B5EF4-FFF2-40B4-BE49-F238E27FC236}">
                <a16:creationId xmlns:a16="http://schemas.microsoft.com/office/drawing/2014/main" id="{97A3A940-D959-7EEA-4266-D255B58F62CA}"/>
              </a:ext>
            </a:extLst>
          </p:cNvPr>
          <p:cNvSpPr>
            <a:spLocks noChangeArrowheads="1"/>
          </p:cNvSpPr>
          <p:nvPr/>
        </p:nvSpPr>
        <p:spPr bwMode="auto">
          <a:xfrm>
            <a:off x="1692275" y="2498725"/>
            <a:ext cx="4022725" cy="7085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ja-JP" altLang="en-US" sz="2000" dirty="0">
                <a:latin typeface="+mj-lt"/>
              </a:rPr>
              <a:t>「</a:t>
            </a:r>
            <a:r>
              <a:rPr lang="en-US" altLang="ja-JP" sz="2000" dirty="0" err="1">
                <a:latin typeface="+mj-lt"/>
              </a:rPr>
              <a:t>Hãy</a:t>
            </a:r>
            <a:r>
              <a:rPr lang="en-US" altLang="ja-JP" sz="2000" dirty="0">
                <a:latin typeface="+mj-lt"/>
              </a:rPr>
              <a:t> </a:t>
            </a:r>
            <a:r>
              <a:rPr lang="en-US" altLang="ja-JP" sz="2000" dirty="0" err="1">
                <a:latin typeface="+mj-lt"/>
              </a:rPr>
              <a:t>cho</a:t>
            </a:r>
            <a:r>
              <a:rPr lang="en-US" altLang="ja-JP" sz="2000" dirty="0">
                <a:latin typeface="+mj-lt"/>
              </a:rPr>
              <a:t> </a:t>
            </a:r>
            <a:r>
              <a:rPr lang="en-US" altLang="ja-JP" sz="2000" dirty="0" err="1">
                <a:latin typeface="+mj-lt"/>
              </a:rPr>
              <a:t>biết</a:t>
            </a:r>
            <a:r>
              <a:rPr lang="en-US" altLang="ja-JP" sz="2000" dirty="0">
                <a:latin typeface="+mj-lt"/>
              </a:rPr>
              <a:t> </a:t>
            </a:r>
            <a:r>
              <a:rPr lang="en-US" altLang="ja-JP" sz="2000" dirty="0" err="1">
                <a:latin typeface="+mj-lt"/>
              </a:rPr>
              <a:t>tuổi</a:t>
            </a:r>
            <a:r>
              <a:rPr lang="ja-JP" altLang="en-US" sz="2000" dirty="0">
                <a:latin typeface="+mj-lt"/>
              </a:rPr>
              <a:t>」</a:t>
            </a:r>
          </a:p>
          <a:p>
            <a:pPr algn="ctr" eaLnBrk="0" hangingPunct="0"/>
            <a:r>
              <a:rPr lang="ja-JP" altLang="en-US" sz="2000" dirty="0">
                <a:latin typeface="+mj-lt"/>
              </a:rPr>
              <a:t>（</a:t>
            </a:r>
            <a:r>
              <a:rPr lang="en-US" altLang="ja-JP" sz="2000" dirty="0" err="1">
                <a:latin typeface="+mj-lt"/>
              </a:rPr>
              <a:t>Gọi</a:t>
            </a:r>
            <a:r>
              <a:rPr lang="en-US" altLang="ja-JP" sz="2000" dirty="0">
                <a:latin typeface="+mj-lt"/>
              </a:rPr>
              <a:t> </a:t>
            </a:r>
            <a:r>
              <a:rPr lang="en-US" altLang="ja-JP" sz="2000" dirty="0" err="1">
                <a:latin typeface="+mj-lt"/>
              </a:rPr>
              <a:t>ra</a:t>
            </a:r>
            <a:r>
              <a:rPr lang="en-US" altLang="ja-JP" sz="2000" dirty="0">
                <a:latin typeface="+mj-lt"/>
              </a:rPr>
              <a:t> </a:t>
            </a:r>
            <a:r>
              <a:rPr lang="en-US" altLang="ja-JP" sz="2000" dirty="0" err="1">
                <a:latin typeface="+mj-lt"/>
              </a:rPr>
              <a:t>thao</a:t>
            </a:r>
            <a:r>
              <a:rPr lang="en-US" altLang="ja-JP" sz="2000" dirty="0">
                <a:latin typeface="+mj-lt"/>
              </a:rPr>
              <a:t> </a:t>
            </a:r>
            <a:r>
              <a:rPr lang="en-US" altLang="ja-JP" sz="2000" dirty="0" err="1">
                <a:latin typeface="+mj-lt"/>
              </a:rPr>
              <a:t>tác</a:t>
            </a:r>
            <a:r>
              <a:rPr lang="ja-JP" altLang="en-US" sz="2000" dirty="0">
                <a:latin typeface="+mj-lt"/>
              </a:rPr>
              <a:t>「</a:t>
            </a:r>
            <a:r>
              <a:rPr lang="en-US" altLang="ja-JP" sz="2000" dirty="0" err="1">
                <a:latin typeface="+mj-lt"/>
              </a:rPr>
              <a:t>Lấy</a:t>
            </a:r>
            <a:r>
              <a:rPr lang="en-US" altLang="ja-JP" sz="2000" dirty="0">
                <a:latin typeface="+mj-lt"/>
              </a:rPr>
              <a:t> </a:t>
            </a:r>
            <a:r>
              <a:rPr lang="en-US" altLang="ja-JP" sz="2000" dirty="0" err="1">
                <a:latin typeface="+mj-lt"/>
              </a:rPr>
              <a:t>tuổi</a:t>
            </a:r>
            <a:r>
              <a:rPr lang="ja-JP" altLang="en-US" sz="2000" dirty="0">
                <a:latin typeface="+mj-lt"/>
              </a:rPr>
              <a:t>」）</a:t>
            </a:r>
          </a:p>
        </p:txBody>
      </p:sp>
      <p:sp>
        <p:nvSpPr>
          <p:cNvPr id="434220" name="Line 44">
            <a:extLst>
              <a:ext uri="{FF2B5EF4-FFF2-40B4-BE49-F238E27FC236}">
                <a16:creationId xmlns:a16="http://schemas.microsoft.com/office/drawing/2014/main" id="{E3FE3A95-E399-DCAA-C522-FC9D33D4B72C}"/>
              </a:ext>
            </a:extLst>
          </p:cNvPr>
          <p:cNvSpPr>
            <a:spLocks noChangeShapeType="1"/>
          </p:cNvSpPr>
          <p:nvPr/>
        </p:nvSpPr>
        <p:spPr bwMode="auto">
          <a:xfrm flipV="1">
            <a:off x="1754188" y="3592513"/>
            <a:ext cx="4098925" cy="4762"/>
          </a:xfrm>
          <a:prstGeom prst="line">
            <a:avLst/>
          </a:prstGeom>
          <a:noFill/>
          <a:ln w="57150">
            <a:solidFill>
              <a:schemeClr val="accent2"/>
            </a:solidFill>
            <a:prstDash val="dash"/>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21" name="Rectangle 45">
            <a:extLst>
              <a:ext uri="{FF2B5EF4-FFF2-40B4-BE49-F238E27FC236}">
                <a16:creationId xmlns:a16="http://schemas.microsoft.com/office/drawing/2014/main" id="{5EECB618-F742-EBCE-B9CC-9165FD42C216}"/>
              </a:ext>
            </a:extLst>
          </p:cNvPr>
          <p:cNvSpPr>
            <a:spLocks noChangeArrowheads="1"/>
          </p:cNvSpPr>
          <p:nvPr/>
        </p:nvSpPr>
        <p:spPr bwMode="auto">
          <a:xfrm>
            <a:off x="1731963" y="3614738"/>
            <a:ext cx="40227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ja-JP" altLang="en-US" sz="2000"/>
              <a:t>「</a:t>
            </a:r>
            <a:r>
              <a:rPr lang="en-US" altLang="ja-JP" sz="2000"/>
              <a:t>30 tuổi</a:t>
            </a:r>
            <a:r>
              <a:rPr lang="ja-JP" altLang="en-US" sz="2000"/>
              <a:t>」</a:t>
            </a:r>
          </a:p>
        </p:txBody>
      </p:sp>
      <p:grpSp>
        <p:nvGrpSpPr>
          <p:cNvPr id="434229" name="Group 53">
            <a:extLst>
              <a:ext uri="{FF2B5EF4-FFF2-40B4-BE49-F238E27FC236}">
                <a16:creationId xmlns:a16="http://schemas.microsoft.com/office/drawing/2014/main" id="{356F8E61-B68C-F8A2-FC9E-0A891847BE18}"/>
              </a:ext>
            </a:extLst>
          </p:cNvPr>
          <p:cNvGrpSpPr>
            <a:grpSpLocks/>
          </p:cNvGrpSpPr>
          <p:nvPr/>
        </p:nvGrpSpPr>
        <p:grpSpPr bwMode="auto">
          <a:xfrm>
            <a:off x="728663" y="2916238"/>
            <a:ext cx="522287" cy="749300"/>
            <a:chOff x="781" y="1712"/>
            <a:chExt cx="329" cy="472"/>
          </a:xfrm>
        </p:grpSpPr>
        <p:sp>
          <p:nvSpPr>
            <p:cNvPr id="434224" name="Line 48">
              <a:extLst>
                <a:ext uri="{FF2B5EF4-FFF2-40B4-BE49-F238E27FC236}">
                  <a16:creationId xmlns:a16="http://schemas.microsoft.com/office/drawing/2014/main" id="{91A8FFCC-DDD9-36F2-0B4D-48F72A8AF99F}"/>
                </a:ext>
              </a:extLst>
            </p:cNvPr>
            <p:cNvSpPr>
              <a:spLocks noChangeShapeType="1"/>
            </p:cNvSpPr>
            <p:nvPr/>
          </p:nvSpPr>
          <p:spPr bwMode="auto">
            <a:xfrm>
              <a:off x="945" y="1905"/>
              <a:ext cx="0" cy="124"/>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23" name="Oval 47">
              <a:extLst>
                <a:ext uri="{FF2B5EF4-FFF2-40B4-BE49-F238E27FC236}">
                  <a16:creationId xmlns:a16="http://schemas.microsoft.com/office/drawing/2014/main" id="{6B1D00E9-88ED-7331-3F88-464632F698FC}"/>
                </a:ext>
              </a:extLst>
            </p:cNvPr>
            <p:cNvSpPr>
              <a:spLocks noChangeArrowheads="1"/>
            </p:cNvSpPr>
            <p:nvPr/>
          </p:nvSpPr>
          <p:spPr bwMode="auto">
            <a:xfrm>
              <a:off x="858" y="1712"/>
              <a:ext cx="175" cy="183"/>
            </a:xfrm>
            <a:prstGeom prst="ellipse">
              <a:avLst/>
            </a:prstGeom>
            <a:noFill/>
            <a:ln w="508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25" name="Freeform 49">
              <a:extLst>
                <a:ext uri="{FF2B5EF4-FFF2-40B4-BE49-F238E27FC236}">
                  <a16:creationId xmlns:a16="http://schemas.microsoft.com/office/drawing/2014/main" id="{7AF7254E-1C78-4DF9-5886-F89AF2EA9F54}"/>
                </a:ext>
              </a:extLst>
            </p:cNvPr>
            <p:cNvSpPr>
              <a:spLocks/>
            </p:cNvSpPr>
            <p:nvPr/>
          </p:nvSpPr>
          <p:spPr bwMode="auto">
            <a:xfrm>
              <a:off x="829" y="2029"/>
              <a:ext cx="232" cy="155"/>
            </a:xfrm>
            <a:custGeom>
              <a:avLst/>
              <a:gdLst>
                <a:gd name="T0" fmla="*/ 0 w 289"/>
                <a:gd name="T1" fmla="*/ 240 h 241"/>
                <a:gd name="T2" fmla="*/ 144 w 289"/>
                <a:gd name="T3" fmla="*/ 0 h 241"/>
                <a:gd name="T4" fmla="*/ 288 w 289"/>
                <a:gd name="T5" fmla="*/ 240 h 241"/>
              </a:gdLst>
              <a:ahLst/>
              <a:cxnLst>
                <a:cxn ang="0">
                  <a:pos x="T0" y="T1"/>
                </a:cxn>
                <a:cxn ang="0">
                  <a:pos x="T2" y="T3"/>
                </a:cxn>
                <a:cxn ang="0">
                  <a:pos x="T4" y="T5"/>
                </a:cxn>
              </a:cxnLst>
              <a:rect l="0" t="0" r="r" b="b"/>
              <a:pathLst>
                <a:path w="289" h="241">
                  <a:moveTo>
                    <a:pt x="0" y="240"/>
                  </a:moveTo>
                  <a:lnTo>
                    <a:pt x="144" y="0"/>
                  </a:lnTo>
                  <a:lnTo>
                    <a:pt x="288" y="24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4227" name="Line 51">
              <a:extLst>
                <a:ext uri="{FF2B5EF4-FFF2-40B4-BE49-F238E27FC236}">
                  <a16:creationId xmlns:a16="http://schemas.microsoft.com/office/drawing/2014/main" id="{3633F2E8-47E3-B72B-09E3-0828E4496A06}"/>
                </a:ext>
              </a:extLst>
            </p:cNvPr>
            <p:cNvSpPr>
              <a:spLocks noChangeShapeType="1"/>
            </p:cNvSpPr>
            <p:nvPr/>
          </p:nvSpPr>
          <p:spPr bwMode="auto">
            <a:xfrm flipV="1">
              <a:off x="781" y="1957"/>
              <a:ext cx="329" cy="9"/>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434230" name="Rectangle 54">
            <a:extLst>
              <a:ext uri="{FF2B5EF4-FFF2-40B4-BE49-F238E27FC236}">
                <a16:creationId xmlns:a16="http://schemas.microsoft.com/office/drawing/2014/main" id="{138E7FC4-9356-06A4-EDD8-448F73C4CB93}"/>
              </a:ext>
            </a:extLst>
          </p:cNvPr>
          <p:cNvSpPr>
            <a:spLocks noChangeArrowheads="1"/>
          </p:cNvSpPr>
          <p:nvPr/>
        </p:nvSpPr>
        <p:spPr bwMode="auto">
          <a:xfrm>
            <a:off x="185738" y="3806825"/>
            <a:ext cx="1911350"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en-US" altLang="ja-JP" sz="1600" dirty="0" err="1">
                <a:latin typeface="+mj-lt"/>
              </a:rPr>
              <a:t>Người</a:t>
            </a:r>
            <a:r>
              <a:rPr lang="en-US" altLang="ja-JP" sz="1600" dirty="0">
                <a:latin typeface="+mj-lt"/>
              </a:rPr>
              <a:t> </a:t>
            </a:r>
            <a:r>
              <a:rPr lang="en-US" altLang="ja-JP" sz="1600" dirty="0" err="1">
                <a:latin typeface="+mj-lt"/>
              </a:rPr>
              <a:t>yêu</a:t>
            </a:r>
            <a:r>
              <a:rPr lang="en-US" altLang="ja-JP" sz="1600" dirty="0">
                <a:latin typeface="+mj-lt"/>
              </a:rPr>
              <a:t> </a:t>
            </a:r>
            <a:r>
              <a:rPr lang="en-US" altLang="ja-JP" sz="1600" dirty="0" err="1">
                <a:latin typeface="+mj-lt"/>
              </a:rPr>
              <a:t>cầu</a:t>
            </a:r>
            <a:endParaRPr lang="en-US" altLang="ja-JP" sz="1600" dirty="0">
              <a:latin typeface="+mj-lt"/>
            </a:endParaRPr>
          </a:p>
        </p:txBody>
      </p:sp>
      <p:grpSp>
        <p:nvGrpSpPr>
          <p:cNvPr id="434231" name="Group 55">
            <a:extLst>
              <a:ext uri="{FF2B5EF4-FFF2-40B4-BE49-F238E27FC236}">
                <a16:creationId xmlns:a16="http://schemas.microsoft.com/office/drawing/2014/main" id="{90FA2025-AF95-126C-9A33-7A1B7B0B46CE}"/>
              </a:ext>
            </a:extLst>
          </p:cNvPr>
          <p:cNvGrpSpPr>
            <a:grpSpLocks/>
          </p:cNvGrpSpPr>
          <p:nvPr/>
        </p:nvGrpSpPr>
        <p:grpSpPr bwMode="auto">
          <a:xfrm>
            <a:off x="830263" y="4868863"/>
            <a:ext cx="522287" cy="749300"/>
            <a:chOff x="781" y="1712"/>
            <a:chExt cx="329" cy="472"/>
          </a:xfrm>
        </p:grpSpPr>
        <p:sp>
          <p:nvSpPr>
            <p:cNvPr id="434232" name="Line 56">
              <a:extLst>
                <a:ext uri="{FF2B5EF4-FFF2-40B4-BE49-F238E27FC236}">
                  <a16:creationId xmlns:a16="http://schemas.microsoft.com/office/drawing/2014/main" id="{0BA06C71-FEFF-531A-F624-A4A003191C70}"/>
                </a:ext>
              </a:extLst>
            </p:cNvPr>
            <p:cNvSpPr>
              <a:spLocks noChangeShapeType="1"/>
            </p:cNvSpPr>
            <p:nvPr/>
          </p:nvSpPr>
          <p:spPr bwMode="auto">
            <a:xfrm>
              <a:off x="945" y="1905"/>
              <a:ext cx="0" cy="124"/>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33" name="Oval 57">
              <a:extLst>
                <a:ext uri="{FF2B5EF4-FFF2-40B4-BE49-F238E27FC236}">
                  <a16:creationId xmlns:a16="http://schemas.microsoft.com/office/drawing/2014/main" id="{78E7B697-549B-351A-80B6-A6C69363756C}"/>
                </a:ext>
              </a:extLst>
            </p:cNvPr>
            <p:cNvSpPr>
              <a:spLocks noChangeArrowheads="1"/>
            </p:cNvSpPr>
            <p:nvPr/>
          </p:nvSpPr>
          <p:spPr bwMode="auto">
            <a:xfrm>
              <a:off x="858" y="1712"/>
              <a:ext cx="175" cy="183"/>
            </a:xfrm>
            <a:prstGeom prst="ellipse">
              <a:avLst/>
            </a:prstGeom>
            <a:noFill/>
            <a:ln w="508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34" name="Freeform 58">
              <a:extLst>
                <a:ext uri="{FF2B5EF4-FFF2-40B4-BE49-F238E27FC236}">
                  <a16:creationId xmlns:a16="http://schemas.microsoft.com/office/drawing/2014/main" id="{4F1270F5-6507-90CE-891C-A05E2666297A}"/>
                </a:ext>
              </a:extLst>
            </p:cNvPr>
            <p:cNvSpPr>
              <a:spLocks/>
            </p:cNvSpPr>
            <p:nvPr/>
          </p:nvSpPr>
          <p:spPr bwMode="auto">
            <a:xfrm>
              <a:off x="829" y="2029"/>
              <a:ext cx="232" cy="155"/>
            </a:xfrm>
            <a:custGeom>
              <a:avLst/>
              <a:gdLst>
                <a:gd name="T0" fmla="*/ 0 w 289"/>
                <a:gd name="T1" fmla="*/ 240 h 241"/>
                <a:gd name="T2" fmla="*/ 144 w 289"/>
                <a:gd name="T3" fmla="*/ 0 h 241"/>
                <a:gd name="T4" fmla="*/ 288 w 289"/>
                <a:gd name="T5" fmla="*/ 240 h 241"/>
              </a:gdLst>
              <a:ahLst/>
              <a:cxnLst>
                <a:cxn ang="0">
                  <a:pos x="T0" y="T1"/>
                </a:cxn>
                <a:cxn ang="0">
                  <a:pos x="T2" y="T3"/>
                </a:cxn>
                <a:cxn ang="0">
                  <a:pos x="T4" y="T5"/>
                </a:cxn>
              </a:cxnLst>
              <a:rect l="0" t="0" r="r" b="b"/>
              <a:pathLst>
                <a:path w="289" h="241">
                  <a:moveTo>
                    <a:pt x="0" y="240"/>
                  </a:moveTo>
                  <a:lnTo>
                    <a:pt x="144" y="0"/>
                  </a:lnTo>
                  <a:lnTo>
                    <a:pt x="288" y="24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4235" name="Line 59">
              <a:extLst>
                <a:ext uri="{FF2B5EF4-FFF2-40B4-BE49-F238E27FC236}">
                  <a16:creationId xmlns:a16="http://schemas.microsoft.com/office/drawing/2014/main" id="{72C0598F-499A-DE43-8D04-6B6AF539DFE0}"/>
                </a:ext>
              </a:extLst>
            </p:cNvPr>
            <p:cNvSpPr>
              <a:spLocks noChangeShapeType="1"/>
            </p:cNvSpPr>
            <p:nvPr/>
          </p:nvSpPr>
          <p:spPr bwMode="auto">
            <a:xfrm flipV="1">
              <a:off x="781" y="1957"/>
              <a:ext cx="329" cy="9"/>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434236" name="Rectangle 60">
            <a:extLst>
              <a:ext uri="{FF2B5EF4-FFF2-40B4-BE49-F238E27FC236}">
                <a16:creationId xmlns:a16="http://schemas.microsoft.com/office/drawing/2014/main" id="{6F80B7E4-EEDB-FF1B-0570-E637933B8741}"/>
              </a:ext>
            </a:extLst>
          </p:cNvPr>
          <p:cNvSpPr>
            <a:spLocks noChangeArrowheads="1"/>
          </p:cNvSpPr>
          <p:nvPr/>
        </p:nvSpPr>
        <p:spPr bwMode="auto">
          <a:xfrm>
            <a:off x="385763" y="5759450"/>
            <a:ext cx="1631950"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en-US" altLang="ja-JP" sz="1600" dirty="0" err="1">
                <a:latin typeface="+mj-lt"/>
              </a:rPr>
              <a:t>Người</a:t>
            </a:r>
            <a:r>
              <a:rPr lang="en-US" altLang="ja-JP" sz="1600" dirty="0">
                <a:latin typeface="+mj-lt"/>
              </a:rPr>
              <a:t> </a:t>
            </a:r>
            <a:r>
              <a:rPr lang="en-US" altLang="ja-JP" sz="1600" dirty="0" err="1">
                <a:latin typeface="+mj-lt"/>
              </a:rPr>
              <a:t>yêu</a:t>
            </a:r>
            <a:r>
              <a:rPr lang="en-US" altLang="ja-JP" sz="1600" dirty="0">
                <a:latin typeface="+mj-lt"/>
              </a:rPr>
              <a:t> </a:t>
            </a:r>
            <a:r>
              <a:rPr lang="en-US" altLang="ja-JP" sz="1600" dirty="0" err="1">
                <a:latin typeface="+mj-lt"/>
              </a:rPr>
              <a:t>cầu</a:t>
            </a:r>
            <a:endParaRPr lang="en-US" altLang="ja-JP" sz="1600" dirty="0">
              <a:latin typeface="+mj-lt"/>
            </a:endParaRPr>
          </a:p>
        </p:txBody>
      </p:sp>
      <p:sp>
        <p:nvSpPr>
          <p:cNvPr id="434237" name="Line 61">
            <a:extLst>
              <a:ext uri="{FF2B5EF4-FFF2-40B4-BE49-F238E27FC236}">
                <a16:creationId xmlns:a16="http://schemas.microsoft.com/office/drawing/2014/main" id="{C1470155-D867-8C84-0DFE-25BA68D6E948}"/>
              </a:ext>
            </a:extLst>
          </p:cNvPr>
          <p:cNvSpPr>
            <a:spLocks noChangeShapeType="1"/>
          </p:cNvSpPr>
          <p:nvPr/>
        </p:nvSpPr>
        <p:spPr bwMode="auto">
          <a:xfrm flipV="1">
            <a:off x="1662113" y="5622925"/>
            <a:ext cx="4098925" cy="4763"/>
          </a:xfrm>
          <a:prstGeom prst="line">
            <a:avLst/>
          </a:prstGeom>
          <a:noFill/>
          <a:ln w="57150">
            <a:solidFill>
              <a:schemeClr val="accent2"/>
            </a:solidFill>
            <a:prstDash val="dash"/>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38" name="Rectangle 62">
            <a:extLst>
              <a:ext uri="{FF2B5EF4-FFF2-40B4-BE49-F238E27FC236}">
                <a16:creationId xmlns:a16="http://schemas.microsoft.com/office/drawing/2014/main" id="{70FEFAAE-ED23-3317-CE0F-8B6819A9053D}"/>
              </a:ext>
            </a:extLst>
          </p:cNvPr>
          <p:cNvSpPr>
            <a:spLocks noChangeArrowheads="1"/>
          </p:cNvSpPr>
          <p:nvPr/>
        </p:nvSpPr>
        <p:spPr bwMode="auto">
          <a:xfrm>
            <a:off x="1706563" y="5686425"/>
            <a:ext cx="40227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ja-JP" altLang="en-US" sz="2000"/>
              <a:t>「</a:t>
            </a:r>
            <a:r>
              <a:rPr lang="en-US" altLang="ja-JP" sz="2000"/>
              <a:t>Kawamura Hanako</a:t>
            </a:r>
            <a:r>
              <a:rPr lang="ja-JP" altLang="en-US" sz="2000"/>
              <a:t>」</a:t>
            </a:r>
          </a:p>
        </p:txBody>
      </p:sp>
      <p:sp>
        <p:nvSpPr>
          <p:cNvPr id="434240" name="AutoShape 64">
            <a:extLst>
              <a:ext uri="{FF2B5EF4-FFF2-40B4-BE49-F238E27FC236}">
                <a16:creationId xmlns:a16="http://schemas.microsoft.com/office/drawing/2014/main" id="{48446C7A-E103-BEDB-46D4-D5699088DAB2}"/>
              </a:ext>
            </a:extLst>
          </p:cNvPr>
          <p:cNvSpPr>
            <a:spLocks noChangeArrowheads="1"/>
          </p:cNvSpPr>
          <p:nvPr/>
        </p:nvSpPr>
        <p:spPr bwMode="auto">
          <a:xfrm>
            <a:off x="8469312" y="5502275"/>
            <a:ext cx="966787" cy="427038"/>
          </a:xfrm>
          <a:prstGeom prst="wedgeRoundRectCallout">
            <a:avLst>
              <a:gd name="adj1" fmla="val -85338"/>
              <a:gd name="adj2" fmla="val 8366"/>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b="0" dirty="0">
                <a:cs typeface="Times New Roman" panose="02020603050405020304" pitchFamily="18" charset="0"/>
              </a:rPr>
              <a:t>Thao </a:t>
            </a:r>
            <a:r>
              <a:rPr lang="en-US" altLang="ja-JP" sz="1400" b="0" dirty="0" err="1">
                <a:cs typeface="Times New Roman" panose="02020603050405020304" pitchFamily="18" charset="0"/>
              </a:rPr>
              <a:t>tác</a:t>
            </a:r>
            <a:endParaRPr lang="en-US" altLang="ja-JP" sz="1400" b="0" dirty="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357A650B-1B83-90B8-FC42-434CADA5CAAB}"/>
              </a:ext>
            </a:extLst>
          </p:cNvPr>
          <p:cNvSpPr>
            <a:spLocks noGrp="1"/>
          </p:cNvSpPr>
          <p:nvPr>
            <p:ph type="sldNum" sz="quarter" idx="10"/>
          </p:nvPr>
        </p:nvSpPr>
        <p:spPr/>
        <p:txBody>
          <a:bodyPr/>
          <a:lstStyle/>
          <a:p>
            <a:fld id="{2E40CF28-65F4-4054-BCF4-F76E7FF2D291}" type="slidenum">
              <a:rPr lang="en-US" altLang="ja-JP"/>
              <a:pPr/>
              <a:t>9</a:t>
            </a:fld>
            <a:endParaRPr lang="en-US" altLang="ja-JP"/>
          </a:p>
        </p:txBody>
      </p:sp>
      <p:sp>
        <p:nvSpPr>
          <p:cNvPr id="408596" name="Rectangle 20">
            <a:extLst>
              <a:ext uri="{FF2B5EF4-FFF2-40B4-BE49-F238E27FC236}">
                <a16:creationId xmlns:a16="http://schemas.microsoft.com/office/drawing/2014/main" id="{0ED9B322-BB48-34E8-1B6A-B73C40CEF449}"/>
              </a:ext>
            </a:extLst>
          </p:cNvPr>
          <p:cNvSpPr>
            <a:spLocks noChangeArrowheads="1"/>
          </p:cNvSpPr>
          <p:nvPr/>
        </p:nvSpPr>
        <p:spPr bwMode="auto">
          <a:xfrm>
            <a:off x="344488" y="2439988"/>
            <a:ext cx="9091612" cy="3817937"/>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08578" name="Rectangle 2">
            <a:extLst>
              <a:ext uri="{FF2B5EF4-FFF2-40B4-BE49-F238E27FC236}">
                <a16:creationId xmlns:a16="http://schemas.microsoft.com/office/drawing/2014/main" id="{3D3B9BEE-D176-4284-AA78-ED1B607F2C32}"/>
              </a:ext>
            </a:extLst>
          </p:cNvPr>
          <p:cNvSpPr>
            <a:spLocks noGrp="1" noChangeArrowheads="1"/>
          </p:cNvSpPr>
          <p:nvPr>
            <p:ph type="title"/>
          </p:nvPr>
        </p:nvSpPr>
        <p:spPr>
          <a:xfrm>
            <a:off x="344488" y="31988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Đóng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gói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giấu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thông</a:t>
            </a:r>
            <a:r>
              <a:rPr lang="en-US" altLang="ja-JP" dirty="0">
                <a:latin typeface="Arial" panose="020B0604020202020204" pitchFamily="34" charset="0"/>
                <a:ea typeface="MS UI Gothic" panose="020B0600070205080204" pitchFamily="50" charset="-128"/>
              </a:rPr>
              <a:t> tin, </a:t>
            </a:r>
            <a:r>
              <a:rPr lang="en-US" altLang="ja-JP" dirty="0" err="1">
                <a:latin typeface="Arial" panose="020B0604020202020204" pitchFamily="34" charset="0"/>
                <a:ea typeface="MS UI Gothic" panose="020B0600070205080204" pitchFamily="50" charset="-128"/>
              </a:rPr>
              <a:t>gửi</a:t>
            </a:r>
            <a:r>
              <a:rPr lang="en-US" altLang="ja-JP" dirty="0">
                <a:latin typeface="Arial" panose="020B0604020202020204" pitchFamily="34" charset="0"/>
                <a:ea typeface="MS UI Gothic" panose="020B0600070205080204" pitchFamily="50" charset="-128"/>
              </a:rPr>
              <a:t> message (1)</a:t>
            </a:r>
          </a:p>
        </p:txBody>
      </p:sp>
      <p:sp>
        <p:nvSpPr>
          <p:cNvPr id="408579" name="Rectangle 3">
            <a:extLst>
              <a:ext uri="{FF2B5EF4-FFF2-40B4-BE49-F238E27FC236}">
                <a16:creationId xmlns:a16="http://schemas.microsoft.com/office/drawing/2014/main" id="{65A19B94-2965-13D3-8B27-0BEBC2B5B30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08580" name="Rectangle 4">
            <a:extLst>
              <a:ext uri="{FF2B5EF4-FFF2-40B4-BE49-F238E27FC236}">
                <a16:creationId xmlns:a16="http://schemas.microsoft.com/office/drawing/2014/main" id="{DD78055D-41AD-17E3-5051-694C23616715}"/>
              </a:ext>
            </a:extLst>
          </p:cNvPr>
          <p:cNvSpPr>
            <a:spLocks noChangeArrowheads="1"/>
          </p:cNvSpPr>
          <p:nvPr/>
        </p:nvSpPr>
        <p:spPr bwMode="auto">
          <a:xfrm>
            <a:off x="344488" y="7715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Đóng gói</a:t>
            </a: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08581" name="Rectangle 5">
            <a:extLst>
              <a:ext uri="{FF2B5EF4-FFF2-40B4-BE49-F238E27FC236}">
                <a16:creationId xmlns:a16="http://schemas.microsoft.com/office/drawing/2014/main" id="{000605FF-4D39-8EB3-1175-BD4ADEC869B4}"/>
              </a:ext>
            </a:extLst>
          </p:cNvPr>
          <p:cNvSpPr>
            <a:spLocks noChangeArrowheads="1"/>
          </p:cNvSpPr>
          <p:nvPr/>
        </p:nvSpPr>
        <p:spPr bwMode="auto">
          <a:xfrm>
            <a:off x="344488" y="1258888"/>
            <a:ext cx="9120187" cy="7747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việc định nghĩa trọn gói tất cả các data (thuộc tính) và thủ tục của nó (thao tác) trong đơn vị </a:t>
            </a:r>
            <a:r>
              <a:rPr lang="ja-JP" altLang="en-US" sz="2000">
                <a:latin typeface="Arial" panose="020B0604020202020204" pitchFamily="34" charset="0"/>
              </a:rPr>
              <a:t>「</a:t>
            </a:r>
            <a:r>
              <a:rPr lang="en-US" altLang="ja-JP" sz="2000">
                <a:latin typeface="Arial" panose="020B0604020202020204" pitchFamily="34" charset="0"/>
              </a:rPr>
              <a:t>object</a:t>
            </a:r>
            <a:r>
              <a:rPr lang="ja-JP" altLang="en-US" sz="2000">
                <a:latin typeface="Arial" panose="020B0604020202020204" pitchFamily="34" charset="0"/>
              </a:rPr>
              <a:t>」（</a:t>
            </a:r>
            <a:r>
              <a:rPr lang="en-US" altLang="ja-JP" sz="2000">
                <a:latin typeface="Arial" panose="020B0604020202020204" pitchFamily="34" charset="0"/>
              </a:rPr>
              <a:t>Class). </a:t>
            </a:r>
          </a:p>
        </p:txBody>
      </p:sp>
      <p:sp>
        <p:nvSpPr>
          <p:cNvPr id="408590" name="AutoShape 14">
            <a:extLst>
              <a:ext uri="{FF2B5EF4-FFF2-40B4-BE49-F238E27FC236}">
                <a16:creationId xmlns:a16="http://schemas.microsoft.com/office/drawing/2014/main" id="{A931D71C-5360-0A05-3991-8FFA329FF37D}"/>
              </a:ext>
            </a:extLst>
          </p:cNvPr>
          <p:cNvSpPr>
            <a:spLocks noChangeArrowheads="1"/>
          </p:cNvSpPr>
          <p:nvPr/>
        </p:nvSpPr>
        <p:spPr bwMode="auto">
          <a:xfrm>
            <a:off x="4397375" y="3136900"/>
            <a:ext cx="3652838" cy="1049338"/>
          </a:xfrm>
          <a:prstGeom prst="wedgeRoundRectCallout">
            <a:avLst>
              <a:gd name="adj1" fmla="val -67079"/>
              <a:gd name="adj2" fmla="val 87819"/>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b="0" dirty="0">
                <a:latin typeface="+mj-lt"/>
                <a:cs typeface="Times New Roman" panose="02020603050405020304" pitchFamily="18" charset="0"/>
              </a:rPr>
              <a:t>Định </a:t>
            </a:r>
            <a:r>
              <a:rPr lang="en-US" altLang="ja-JP" sz="1800" b="0" dirty="0" err="1">
                <a:latin typeface="+mj-lt"/>
                <a:cs typeface="Times New Roman" panose="02020603050405020304" pitchFamily="18" charset="0"/>
              </a:rPr>
              <a:t>nghĩa</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trọn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gói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các</a:t>
            </a:r>
            <a:r>
              <a:rPr lang="en-US" altLang="ja-JP" sz="1800" b="0" dirty="0">
                <a:latin typeface="+mj-lt"/>
                <a:cs typeface="Times New Roman" panose="02020603050405020304" pitchFamily="18" charset="0"/>
              </a:rPr>
              <a:t> </a:t>
            </a:r>
            <a:r>
              <a:rPr lang="ja-JP" altLang="en-US" sz="1800" b="0" dirty="0">
                <a:latin typeface="+mj-lt"/>
                <a:cs typeface="Times New Roman" panose="02020603050405020304" pitchFamily="18" charset="0"/>
              </a:rPr>
              <a:t>「</a:t>
            </a:r>
            <a:r>
              <a:rPr lang="en-US" altLang="ja-JP" sz="1800" b="0" dirty="0" err="1">
                <a:latin typeface="+mj-lt"/>
                <a:cs typeface="Times New Roman" panose="02020603050405020304" pitchFamily="18" charset="0"/>
              </a:rPr>
              <a:t>Thuộc</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tính</a:t>
            </a:r>
            <a:r>
              <a:rPr lang="ja-JP" altLang="en-US"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và</a:t>
            </a:r>
            <a:r>
              <a:rPr lang="en-US" altLang="ja-JP" sz="1800" b="0" dirty="0">
                <a:latin typeface="+mj-lt"/>
                <a:cs typeface="Times New Roman" panose="02020603050405020304" pitchFamily="18" charset="0"/>
              </a:rPr>
              <a:t> </a:t>
            </a:r>
            <a:r>
              <a:rPr lang="ja-JP" altLang="en-US" sz="1800" b="0" dirty="0">
                <a:latin typeface="+mj-lt"/>
                <a:cs typeface="Times New Roman" panose="02020603050405020304" pitchFamily="18" charset="0"/>
              </a:rPr>
              <a:t>「</a:t>
            </a:r>
            <a:r>
              <a:rPr lang="en-US" altLang="ja-JP" sz="1800" b="0" dirty="0">
                <a:latin typeface="+mj-lt"/>
                <a:cs typeface="Times New Roman" panose="02020603050405020304" pitchFamily="18" charset="0"/>
              </a:rPr>
              <a:t>Thao </a:t>
            </a:r>
            <a:r>
              <a:rPr lang="en-US" altLang="ja-JP" sz="1800" b="0" dirty="0" err="1">
                <a:latin typeface="+mj-lt"/>
                <a:cs typeface="Times New Roman" panose="02020603050405020304" pitchFamily="18" charset="0"/>
              </a:rPr>
              <a:t>tác</a:t>
            </a:r>
            <a:r>
              <a:rPr lang="ja-JP" altLang="en-US"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có</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liên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quan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đến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người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là</a:t>
            </a:r>
            <a:r>
              <a:rPr lang="en-US" altLang="ja-JP" sz="1800" b="0" dirty="0">
                <a:latin typeface="+mj-lt"/>
                <a:cs typeface="Times New Roman" panose="02020603050405020304" pitchFamily="18" charset="0"/>
              </a:rPr>
              <a:t> class </a:t>
            </a:r>
            <a:r>
              <a:rPr lang="en-US" altLang="ja-JP" sz="1800" b="0" dirty="0" err="1">
                <a:latin typeface="+mj-lt"/>
                <a:cs typeface="Times New Roman" panose="02020603050405020304" pitchFamily="18" charset="0"/>
              </a:rPr>
              <a:t>người</a:t>
            </a:r>
            <a:r>
              <a:rPr lang="en-US" altLang="ja-JP" sz="1800" b="0" dirty="0">
                <a:latin typeface="+mj-lt"/>
                <a:cs typeface="Times New Roman" panose="02020603050405020304" pitchFamily="18" charset="0"/>
              </a:rPr>
              <a:t>. </a:t>
            </a:r>
          </a:p>
        </p:txBody>
      </p:sp>
      <p:sp>
        <p:nvSpPr>
          <p:cNvPr id="408595" name="Rectangle 19">
            <a:extLst>
              <a:ext uri="{FF2B5EF4-FFF2-40B4-BE49-F238E27FC236}">
                <a16:creationId xmlns:a16="http://schemas.microsoft.com/office/drawing/2014/main" id="{B1114456-F024-C538-7366-F75D9DF5F2AF}"/>
              </a:ext>
            </a:extLst>
          </p:cNvPr>
          <p:cNvSpPr>
            <a:spLocks noChangeArrowheads="1"/>
          </p:cNvSpPr>
          <p:nvPr/>
        </p:nvSpPr>
        <p:spPr bwMode="auto">
          <a:xfrm>
            <a:off x="1171575" y="2822575"/>
            <a:ext cx="224631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en-US" altLang="ja-JP" sz="2000"/>
              <a:t>【Class người】</a:t>
            </a:r>
          </a:p>
        </p:txBody>
      </p:sp>
      <p:grpSp>
        <p:nvGrpSpPr>
          <p:cNvPr id="408597" name="Group 21">
            <a:extLst>
              <a:ext uri="{FF2B5EF4-FFF2-40B4-BE49-F238E27FC236}">
                <a16:creationId xmlns:a16="http://schemas.microsoft.com/office/drawing/2014/main" id="{313503A8-7574-DC1F-A1CA-7C63F34F06F7}"/>
              </a:ext>
            </a:extLst>
          </p:cNvPr>
          <p:cNvGrpSpPr>
            <a:grpSpLocks/>
          </p:cNvGrpSpPr>
          <p:nvPr/>
        </p:nvGrpSpPr>
        <p:grpSpPr bwMode="auto">
          <a:xfrm>
            <a:off x="1473200" y="3411538"/>
            <a:ext cx="2193925" cy="2044700"/>
            <a:chOff x="640" y="4949"/>
            <a:chExt cx="859" cy="879"/>
          </a:xfrm>
        </p:grpSpPr>
        <p:sp>
          <p:nvSpPr>
            <p:cNvPr id="408598" name="Rectangle 22">
              <a:extLst>
                <a:ext uri="{FF2B5EF4-FFF2-40B4-BE49-F238E27FC236}">
                  <a16:creationId xmlns:a16="http://schemas.microsoft.com/office/drawing/2014/main" id="{54941003-DE62-340F-3F55-4FA69C1CA0F4}"/>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t>Người</a:t>
              </a:r>
            </a:p>
          </p:txBody>
        </p:sp>
        <p:sp>
          <p:nvSpPr>
            <p:cNvPr id="408599" name="Rectangle 23">
              <a:extLst>
                <a:ext uri="{FF2B5EF4-FFF2-40B4-BE49-F238E27FC236}">
                  <a16:creationId xmlns:a16="http://schemas.microsoft.com/office/drawing/2014/main" id="{73E87AE0-A120-BE74-9606-E2BA1E09BFCE}"/>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a:t>Tên</a:t>
              </a:r>
            </a:p>
            <a:p>
              <a:r>
                <a:rPr lang="en-US" altLang="ja-JP" sz="1800" b="0"/>
                <a:t>Tuổi</a:t>
              </a:r>
            </a:p>
          </p:txBody>
        </p:sp>
        <p:sp>
          <p:nvSpPr>
            <p:cNvPr id="408600" name="Rectangle 24">
              <a:extLst>
                <a:ext uri="{FF2B5EF4-FFF2-40B4-BE49-F238E27FC236}">
                  <a16:creationId xmlns:a16="http://schemas.microsoft.com/office/drawing/2014/main" id="{FC04E17C-2AC5-8D33-5C41-B834D45BD1E7}"/>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Lấy</a:t>
              </a:r>
              <a:r>
                <a:rPr lang="en-US" altLang="ja-JP" sz="1800" b="0" dirty="0">
                  <a:latin typeface="+mj-lt"/>
                </a:rPr>
                <a:t> </a:t>
              </a:r>
              <a:r>
                <a:rPr lang="en-US" altLang="ja-JP" sz="1800" b="0" dirty="0" err="1">
                  <a:latin typeface="+mj-lt"/>
                </a:rPr>
                <a:t>tên</a:t>
              </a:r>
              <a:endParaRPr lang="en-US" altLang="ja-JP" sz="1800" b="0" dirty="0">
                <a:latin typeface="+mj-lt"/>
              </a:endParaRPr>
            </a:p>
            <a:p>
              <a:r>
                <a:rPr lang="en-US" altLang="ja-JP" sz="1800" b="0" dirty="0" err="1">
                  <a:latin typeface="+mj-lt"/>
                </a:rPr>
                <a:t>Lấy</a:t>
              </a:r>
              <a:r>
                <a:rPr lang="en-US" altLang="ja-JP" sz="1800" b="0" dirty="0">
                  <a:latin typeface="+mj-lt"/>
                </a:rPr>
                <a:t> </a:t>
              </a:r>
              <a:r>
                <a:rPr lang="en-US" altLang="ja-JP" sz="1800" b="0" dirty="0" err="1">
                  <a:latin typeface="+mj-lt"/>
                </a:rPr>
                <a:t>tuổi</a:t>
              </a:r>
              <a:endParaRPr lang="en-US" altLang="ja-JP" sz="1800" b="0" dirty="0">
                <a:latin typeface="+mj-lt"/>
              </a:endParaRPr>
            </a:p>
            <a:p>
              <a:r>
                <a:rPr lang="en-US" altLang="ja-JP" sz="1800" b="0" dirty="0">
                  <a:latin typeface="+mj-lt"/>
                </a:rPr>
                <a:t>Set </a:t>
              </a:r>
              <a:r>
                <a:rPr lang="en-US" altLang="ja-JP" sz="1800" b="0" dirty="0" err="1">
                  <a:latin typeface="+mj-lt"/>
                </a:rPr>
                <a:t>tuổi</a:t>
              </a:r>
              <a:endParaRPr lang="en-US" altLang="ja-JP" sz="1800" b="0" dirty="0">
                <a:latin typeface="+mj-lt"/>
              </a:endParaRPr>
            </a:p>
          </p:txBody>
        </p:sp>
      </p:grpSp>
      <p:grpSp>
        <p:nvGrpSpPr>
          <p:cNvPr id="408601" name="Group 25">
            <a:extLst>
              <a:ext uri="{FF2B5EF4-FFF2-40B4-BE49-F238E27FC236}">
                <a16:creationId xmlns:a16="http://schemas.microsoft.com/office/drawing/2014/main" id="{D57535D3-EE20-C505-0F48-FF5E22B49288}"/>
              </a:ext>
            </a:extLst>
          </p:cNvPr>
          <p:cNvGrpSpPr>
            <a:grpSpLocks/>
          </p:cNvGrpSpPr>
          <p:nvPr/>
        </p:nvGrpSpPr>
        <p:grpSpPr bwMode="auto">
          <a:xfrm>
            <a:off x="5756275" y="4467225"/>
            <a:ext cx="490538" cy="671513"/>
            <a:chOff x="1308" y="1715"/>
            <a:chExt cx="385" cy="657"/>
          </a:xfrm>
        </p:grpSpPr>
        <p:sp>
          <p:nvSpPr>
            <p:cNvPr id="408602" name="Oval 26">
              <a:extLst>
                <a:ext uri="{FF2B5EF4-FFF2-40B4-BE49-F238E27FC236}">
                  <a16:creationId xmlns:a16="http://schemas.microsoft.com/office/drawing/2014/main" id="{17214550-9EF1-8AD8-303A-5E80BAA6CD0A}"/>
                </a:ext>
              </a:extLst>
            </p:cNvPr>
            <p:cNvSpPr>
              <a:spLocks noChangeArrowheads="1"/>
            </p:cNvSpPr>
            <p:nvPr/>
          </p:nvSpPr>
          <p:spPr bwMode="auto">
            <a:xfrm>
              <a:off x="1324" y="1715"/>
              <a:ext cx="208" cy="208"/>
            </a:xfrm>
            <a:prstGeom prst="ellipse">
              <a:avLst/>
            </a:prstGeom>
            <a:noFill/>
            <a:ln w="508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08603" name="Line 27">
              <a:extLst>
                <a:ext uri="{FF2B5EF4-FFF2-40B4-BE49-F238E27FC236}">
                  <a16:creationId xmlns:a16="http://schemas.microsoft.com/office/drawing/2014/main" id="{DF6C6CB0-5838-6326-2176-10128991DBEC}"/>
                </a:ext>
              </a:extLst>
            </p:cNvPr>
            <p:cNvSpPr>
              <a:spLocks noChangeShapeType="1"/>
            </p:cNvSpPr>
            <p:nvPr/>
          </p:nvSpPr>
          <p:spPr bwMode="auto">
            <a:xfrm>
              <a:off x="1452" y="1939"/>
              <a:ext cx="0" cy="192"/>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08604" name="Freeform 28">
              <a:extLst>
                <a:ext uri="{FF2B5EF4-FFF2-40B4-BE49-F238E27FC236}">
                  <a16:creationId xmlns:a16="http://schemas.microsoft.com/office/drawing/2014/main" id="{186BC6BF-13F6-6037-FCFC-B5E01F1C2440}"/>
                </a:ext>
              </a:extLst>
            </p:cNvPr>
            <p:cNvSpPr>
              <a:spLocks/>
            </p:cNvSpPr>
            <p:nvPr/>
          </p:nvSpPr>
          <p:spPr bwMode="auto">
            <a:xfrm>
              <a:off x="1308" y="2131"/>
              <a:ext cx="289" cy="241"/>
            </a:xfrm>
            <a:custGeom>
              <a:avLst/>
              <a:gdLst>
                <a:gd name="T0" fmla="*/ 0 w 289"/>
                <a:gd name="T1" fmla="*/ 240 h 241"/>
                <a:gd name="T2" fmla="*/ 144 w 289"/>
                <a:gd name="T3" fmla="*/ 0 h 241"/>
                <a:gd name="T4" fmla="*/ 288 w 289"/>
                <a:gd name="T5" fmla="*/ 240 h 241"/>
              </a:gdLst>
              <a:ahLst/>
              <a:cxnLst>
                <a:cxn ang="0">
                  <a:pos x="T0" y="T1"/>
                </a:cxn>
                <a:cxn ang="0">
                  <a:pos x="T2" y="T3"/>
                </a:cxn>
                <a:cxn ang="0">
                  <a:pos x="T4" y="T5"/>
                </a:cxn>
              </a:cxnLst>
              <a:rect l="0" t="0" r="r" b="b"/>
              <a:pathLst>
                <a:path w="289" h="241">
                  <a:moveTo>
                    <a:pt x="0" y="240"/>
                  </a:moveTo>
                  <a:lnTo>
                    <a:pt x="144" y="0"/>
                  </a:lnTo>
                  <a:lnTo>
                    <a:pt x="288" y="24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08605" name="Freeform 29">
              <a:extLst>
                <a:ext uri="{FF2B5EF4-FFF2-40B4-BE49-F238E27FC236}">
                  <a16:creationId xmlns:a16="http://schemas.microsoft.com/office/drawing/2014/main" id="{425EAFE0-CB3B-966A-376C-24534678C5B9}"/>
                </a:ext>
              </a:extLst>
            </p:cNvPr>
            <p:cNvSpPr>
              <a:spLocks/>
            </p:cNvSpPr>
            <p:nvPr/>
          </p:nvSpPr>
          <p:spPr bwMode="auto">
            <a:xfrm>
              <a:off x="1308" y="1939"/>
              <a:ext cx="385" cy="193"/>
            </a:xfrm>
            <a:custGeom>
              <a:avLst/>
              <a:gdLst>
                <a:gd name="T0" fmla="*/ 0 w 385"/>
                <a:gd name="T1" fmla="*/ 192 h 193"/>
                <a:gd name="T2" fmla="*/ 48 w 385"/>
                <a:gd name="T3" fmla="*/ 96 h 193"/>
                <a:gd name="T4" fmla="*/ 384 w 385"/>
                <a:gd name="T5" fmla="*/ 0 h 193"/>
              </a:gdLst>
              <a:ahLst/>
              <a:cxnLst>
                <a:cxn ang="0">
                  <a:pos x="T0" y="T1"/>
                </a:cxn>
                <a:cxn ang="0">
                  <a:pos x="T2" y="T3"/>
                </a:cxn>
                <a:cxn ang="0">
                  <a:pos x="T4" y="T5"/>
                </a:cxn>
              </a:cxnLst>
              <a:rect l="0" t="0" r="r" b="b"/>
              <a:pathLst>
                <a:path w="385" h="193">
                  <a:moveTo>
                    <a:pt x="0" y="192"/>
                  </a:moveTo>
                  <a:lnTo>
                    <a:pt x="48" y="96"/>
                  </a:lnTo>
                  <a:lnTo>
                    <a:pt x="384" y="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0AEDBFFC-2F70-EE7C-B23E-1CA4F60DDC77}"/>
              </a:ext>
            </a:extLst>
          </p:cNvPr>
          <p:cNvSpPr>
            <a:spLocks noGrp="1"/>
          </p:cNvSpPr>
          <p:nvPr>
            <p:ph type="sldNum" sz="quarter" idx="10"/>
          </p:nvPr>
        </p:nvSpPr>
        <p:spPr/>
        <p:txBody>
          <a:bodyPr/>
          <a:lstStyle/>
          <a:p>
            <a:fld id="{8AD9CD99-F4B0-478A-A37C-6C89EFA4C990}" type="slidenum">
              <a:rPr lang="en-US" altLang="ja-JP"/>
              <a:pPr/>
              <a:t>10</a:t>
            </a:fld>
            <a:endParaRPr lang="en-US" altLang="ja-JP"/>
          </a:p>
        </p:txBody>
      </p:sp>
      <p:sp>
        <p:nvSpPr>
          <p:cNvPr id="410644" name="Rectangle 20">
            <a:extLst>
              <a:ext uri="{FF2B5EF4-FFF2-40B4-BE49-F238E27FC236}">
                <a16:creationId xmlns:a16="http://schemas.microsoft.com/office/drawing/2014/main" id="{F4EB0D99-9C45-3D4C-679F-FF7D799872D6}"/>
              </a:ext>
            </a:extLst>
          </p:cNvPr>
          <p:cNvSpPr>
            <a:spLocks noChangeArrowheads="1"/>
          </p:cNvSpPr>
          <p:nvPr/>
        </p:nvSpPr>
        <p:spPr bwMode="auto">
          <a:xfrm>
            <a:off x="344488" y="2127250"/>
            <a:ext cx="9091612" cy="4130675"/>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10626" name="Rectangle 2">
            <a:extLst>
              <a:ext uri="{FF2B5EF4-FFF2-40B4-BE49-F238E27FC236}">
                <a16:creationId xmlns:a16="http://schemas.microsoft.com/office/drawing/2014/main" id="{30A45C1E-470F-3D27-7517-1FA3A36ED0FA}"/>
              </a:ext>
            </a:extLst>
          </p:cNvPr>
          <p:cNvSpPr>
            <a:spLocks noGrp="1" noChangeArrowheads="1"/>
          </p:cNvSpPr>
          <p:nvPr>
            <p:ph type="title"/>
          </p:nvPr>
        </p:nvSpPr>
        <p:spPr>
          <a:xfrm>
            <a:off x="355600" y="284956"/>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Đóng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gói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giấu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thông</a:t>
            </a:r>
            <a:r>
              <a:rPr lang="en-US" altLang="ja-JP" dirty="0">
                <a:latin typeface="Arial" panose="020B0604020202020204" pitchFamily="34" charset="0"/>
                <a:ea typeface="MS UI Gothic" panose="020B0600070205080204" pitchFamily="50" charset="-128"/>
              </a:rPr>
              <a:t> tin, </a:t>
            </a:r>
            <a:r>
              <a:rPr lang="en-US" altLang="ja-JP" dirty="0" err="1">
                <a:latin typeface="Arial" panose="020B0604020202020204" pitchFamily="34" charset="0"/>
                <a:ea typeface="MS UI Gothic" panose="020B0600070205080204" pitchFamily="50" charset="-128"/>
              </a:rPr>
              <a:t>gửi</a:t>
            </a:r>
            <a:r>
              <a:rPr lang="en-US" altLang="ja-JP" dirty="0">
                <a:latin typeface="Arial" panose="020B0604020202020204" pitchFamily="34" charset="0"/>
                <a:ea typeface="MS UI Gothic" panose="020B0600070205080204" pitchFamily="50" charset="-128"/>
              </a:rPr>
              <a:t> message (2)</a:t>
            </a:r>
          </a:p>
        </p:txBody>
      </p:sp>
      <p:sp>
        <p:nvSpPr>
          <p:cNvPr id="410627" name="Rectangle 3">
            <a:extLst>
              <a:ext uri="{FF2B5EF4-FFF2-40B4-BE49-F238E27FC236}">
                <a16:creationId xmlns:a16="http://schemas.microsoft.com/office/drawing/2014/main" id="{808FBBA6-99D7-C691-1231-C9E234AEEE4F}"/>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10630" name="Rectangle 6">
            <a:extLst>
              <a:ext uri="{FF2B5EF4-FFF2-40B4-BE49-F238E27FC236}">
                <a16:creationId xmlns:a16="http://schemas.microsoft.com/office/drawing/2014/main" id="{DCE07477-D132-3181-70E6-3930FE3F7F9F}"/>
              </a:ext>
            </a:extLst>
          </p:cNvPr>
          <p:cNvSpPr>
            <a:spLocks noChangeArrowheads="1"/>
          </p:cNvSpPr>
          <p:nvPr/>
        </p:nvSpPr>
        <p:spPr bwMode="auto">
          <a:xfrm>
            <a:off x="344488" y="7175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Giấu thông tin</a:t>
            </a: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10631" name="Rectangle 7">
            <a:extLst>
              <a:ext uri="{FF2B5EF4-FFF2-40B4-BE49-F238E27FC236}">
                <a16:creationId xmlns:a16="http://schemas.microsoft.com/office/drawing/2014/main" id="{F19F0CC8-1D37-8702-FF06-32DC5A1A2021}"/>
              </a:ext>
            </a:extLst>
          </p:cNvPr>
          <p:cNvSpPr>
            <a:spLocks noChangeArrowheads="1"/>
          </p:cNvSpPr>
          <p:nvPr/>
        </p:nvSpPr>
        <p:spPr bwMode="auto">
          <a:xfrm>
            <a:off x="355600" y="1260475"/>
            <a:ext cx="9099550" cy="5810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700">
                <a:latin typeface="Arial" panose="020B0604020202020204" pitchFamily="34" charset="0"/>
              </a:rPr>
              <a:t>Là việc giấu từ bên ngoài những thông tin chi tiết của đối tượng (cấu tạo và trạng thái bên trong) .</a:t>
            </a:r>
          </a:p>
        </p:txBody>
      </p:sp>
      <p:sp>
        <p:nvSpPr>
          <p:cNvPr id="410637" name="AutoShape 13">
            <a:extLst>
              <a:ext uri="{FF2B5EF4-FFF2-40B4-BE49-F238E27FC236}">
                <a16:creationId xmlns:a16="http://schemas.microsoft.com/office/drawing/2014/main" id="{AB145755-0227-7DDD-18A7-A5F0819C9C96}"/>
              </a:ext>
            </a:extLst>
          </p:cNvPr>
          <p:cNvSpPr>
            <a:spLocks noChangeArrowheads="1"/>
          </p:cNvSpPr>
          <p:nvPr/>
        </p:nvSpPr>
        <p:spPr bwMode="auto">
          <a:xfrm>
            <a:off x="4864100" y="3079750"/>
            <a:ext cx="4313238" cy="2476500"/>
          </a:xfrm>
          <a:prstGeom prst="wedgeRoundRectCallout">
            <a:avLst>
              <a:gd name="adj1" fmla="val -70870"/>
              <a:gd name="adj2" fmla="val 3333"/>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18000" anchor="ctr"/>
          <a:lstStyle/>
          <a:p>
            <a:r>
              <a:rPr lang="en-US" altLang="ja-JP"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Giấu</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thông</a:t>
            </a:r>
            <a:r>
              <a:rPr lang="en-US" altLang="ja-JP" sz="1600" b="0" dirty="0">
                <a:latin typeface="+mj-lt"/>
                <a:cs typeface="Times New Roman" panose="02020603050405020304" pitchFamily="18" charset="0"/>
              </a:rPr>
              <a:t> tin </a:t>
            </a:r>
            <a:r>
              <a:rPr lang="en-US" altLang="ja-JP" sz="1600" b="0" dirty="0" err="1">
                <a:latin typeface="+mj-lt"/>
                <a:cs typeface="Times New Roman" panose="02020603050405020304" pitchFamily="18" charset="0"/>
              </a:rPr>
              <a:t>và</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thao</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tác</a:t>
            </a:r>
            <a:r>
              <a:rPr lang="en-US" altLang="ja-JP"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thuộc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tính</a:t>
            </a:r>
            <a:endParaRPr lang="en-US" altLang="ja-JP" sz="1600" b="0" dirty="0">
              <a:latin typeface="+mj-lt"/>
              <a:cs typeface="Times New Roman" panose="02020603050405020304" pitchFamily="18" charset="0"/>
            </a:endParaRPr>
          </a:p>
          <a:p>
            <a:endParaRPr lang="en-US" altLang="ja-JP" sz="1600" b="0" dirty="0">
              <a:latin typeface="+mj-lt"/>
              <a:cs typeface="Times New Roman" panose="02020603050405020304" pitchFamily="18" charset="0"/>
            </a:endParaRPr>
          </a:p>
          <a:p>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Thuộc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tính</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Không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công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khai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ra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ngoài</a:t>
            </a:r>
            <a:endParaRPr lang="en-US" altLang="ja-JP" sz="1600" b="0" dirty="0">
              <a:latin typeface="+mj-lt"/>
              <a:cs typeface="Times New Roman" panose="02020603050405020304" pitchFamily="18" charset="0"/>
            </a:endParaRPr>
          </a:p>
          <a:p>
            <a:r>
              <a:rPr lang="ja-JP" altLang="en-US"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không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thể</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sử</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dụng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trực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tiếp</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từ</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bên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ngoài</a:t>
            </a:r>
            <a:r>
              <a:rPr lang="ja-JP" altLang="en-US" sz="1600" b="0" dirty="0">
                <a:latin typeface="+mj-lt"/>
                <a:cs typeface="Times New Roman" panose="02020603050405020304" pitchFamily="18" charset="0"/>
              </a:rPr>
              <a:t>）</a:t>
            </a:r>
          </a:p>
          <a:p>
            <a:endParaRPr lang="ja-JP" altLang="en-US" sz="1600" b="0" dirty="0">
              <a:latin typeface="+mj-lt"/>
              <a:cs typeface="Times New Roman" panose="02020603050405020304" pitchFamily="18" charset="0"/>
            </a:endParaRPr>
          </a:p>
          <a:p>
            <a:r>
              <a:rPr lang="ja-JP" altLang="en-US" sz="1600" b="0" dirty="0">
                <a:latin typeface="+mj-lt"/>
                <a:cs typeface="Times New Roman" panose="02020603050405020304" pitchFamily="18" charset="0"/>
              </a:rPr>
              <a:t>・「</a:t>
            </a:r>
            <a:r>
              <a:rPr lang="en-US" altLang="ja-JP" sz="1600" b="0" dirty="0">
                <a:latin typeface="+mj-lt"/>
                <a:cs typeface="Times New Roman" panose="02020603050405020304" pitchFamily="18" charset="0"/>
              </a:rPr>
              <a:t>Thao </a:t>
            </a:r>
            <a:r>
              <a:rPr lang="en-US" altLang="ja-JP" sz="1600" b="0" dirty="0" err="1">
                <a:latin typeface="+mj-lt"/>
                <a:cs typeface="Times New Roman" panose="02020603050405020304" pitchFamily="18" charset="0"/>
              </a:rPr>
              <a:t>tác</a:t>
            </a:r>
            <a:r>
              <a:rPr lang="ja-JP" altLang="en-US" sz="1600" b="0" dirty="0">
                <a:latin typeface="+mj-lt"/>
                <a:cs typeface="Times New Roman" panose="02020603050405020304" pitchFamily="18" charset="0"/>
              </a:rPr>
              <a:t>」：</a:t>
            </a:r>
            <a:r>
              <a:rPr lang="en-US" altLang="ja-JP" sz="1600" b="0" dirty="0">
                <a:latin typeface="+mj-lt"/>
                <a:cs typeface="Times New Roman" panose="02020603050405020304" pitchFamily="18" charset="0"/>
              </a:rPr>
              <a:t>Công </a:t>
            </a:r>
            <a:r>
              <a:rPr lang="en-US" altLang="ja-JP" sz="1600" b="0" dirty="0" err="1">
                <a:latin typeface="+mj-lt"/>
                <a:cs typeface="Times New Roman" panose="02020603050405020304" pitchFamily="18" charset="0"/>
              </a:rPr>
              <a:t>khai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ra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bên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ngoài</a:t>
            </a:r>
            <a:endParaRPr lang="en-US" altLang="ja-JP" sz="1600" b="0" dirty="0">
              <a:latin typeface="+mj-lt"/>
              <a:cs typeface="Times New Roman" panose="02020603050405020304" pitchFamily="18" charset="0"/>
            </a:endParaRPr>
          </a:p>
          <a:p>
            <a:r>
              <a:rPr lang="ja-JP" altLang="en-US" sz="900" b="0" dirty="0">
                <a:latin typeface="+mj-lt"/>
                <a:cs typeface="Times New Roman" panose="02020603050405020304" pitchFamily="18" charset="0"/>
              </a:rPr>
              <a:t>　</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Tạo</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các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thao</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tác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để</a:t>
            </a:r>
            <a:r>
              <a:rPr lang="en-US" altLang="ja-JP" sz="1600" b="0" dirty="0">
                <a:latin typeface="+mj-lt"/>
                <a:cs typeface="Times New Roman" panose="02020603050405020304" pitchFamily="18" charset="0"/>
              </a:rPr>
              <a:t> get/set </a:t>
            </a:r>
            <a:r>
              <a:rPr lang="en-US" altLang="ja-JP" sz="1600" b="0" dirty="0" err="1">
                <a:latin typeface="+mj-lt"/>
                <a:cs typeface="Times New Roman" panose="02020603050405020304" pitchFamily="18" charset="0"/>
              </a:rPr>
              <a:t>giá</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trị</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thuộc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tính</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công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khai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ra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bên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ngoài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nếu</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cần</a:t>
            </a:r>
            <a:r>
              <a:rPr lang="ja-JP" altLang="en-US" sz="1600" b="0" dirty="0">
                <a:latin typeface="+mj-lt"/>
                <a:cs typeface="Times New Roman" panose="02020603050405020304" pitchFamily="18" charset="0"/>
              </a:rPr>
              <a:t>）</a:t>
            </a:r>
          </a:p>
        </p:txBody>
      </p:sp>
      <p:sp>
        <p:nvSpPr>
          <p:cNvPr id="410645" name="Rectangle 21">
            <a:extLst>
              <a:ext uri="{FF2B5EF4-FFF2-40B4-BE49-F238E27FC236}">
                <a16:creationId xmlns:a16="http://schemas.microsoft.com/office/drawing/2014/main" id="{DC091EFD-C64A-C2AA-AFF6-520A3FFBB74A}"/>
              </a:ext>
            </a:extLst>
          </p:cNvPr>
          <p:cNvSpPr>
            <a:spLocks noChangeArrowheads="1"/>
          </p:cNvSpPr>
          <p:nvPr/>
        </p:nvSpPr>
        <p:spPr bwMode="auto">
          <a:xfrm>
            <a:off x="1212850" y="2468563"/>
            <a:ext cx="2246313" cy="4007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en-US" altLang="ja-JP" sz="2000" dirty="0">
                <a:latin typeface="+mj-lt"/>
              </a:rPr>
              <a:t>【Class </a:t>
            </a:r>
            <a:r>
              <a:rPr lang="en-US" altLang="ja-JP" sz="2000" dirty="0" err="1">
                <a:latin typeface="+mj-lt"/>
              </a:rPr>
              <a:t>người</a:t>
            </a:r>
            <a:r>
              <a:rPr lang="en-US" altLang="ja-JP" sz="2000" dirty="0">
                <a:latin typeface="+mj-lt"/>
              </a:rPr>
              <a:t>】</a:t>
            </a:r>
          </a:p>
        </p:txBody>
      </p:sp>
      <p:grpSp>
        <p:nvGrpSpPr>
          <p:cNvPr id="410646" name="Group 22">
            <a:extLst>
              <a:ext uri="{FF2B5EF4-FFF2-40B4-BE49-F238E27FC236}">
                <a16:creationId xmlns:a16="http://schemas.microsoft.com/office/drawing/2014/main" id="{22135AD0-DF71-6E57-4F34-29A7B785E093}"/>
              </a:ext>
            </a:extLst>
          </p:cNvPr>
          <p:cNvGrpSpPr>
            <a:grpSpLocks/>
          </p:cNvGrpSpPr>
          <p:nvPr/>
        </p:nvGrpSpPr>
        <p:grpSpPr bwMode="auto">
          <a:xfrm>
            <a:off x="838200" y="3130550"/>
            <a:ext cx="2874963" cy="2409825"/>
            <a:chOff x="640" y="4949"/>
            <a:chExt cx="859" cy="879"/>
          </a:xfrm>
        </p:grpSpPr>
        <p:sp>
          <p:nvSpPr>
            <p:cNvPr id="410647" name="Rectangle 23">
              <a:extLst>
                <a:ext uri="{FF2B5EF4-FFF2-40B4-BE49-F238E27FC236}">
                  <a16:creationId xmlns:a16="http://schemas.microsoft.com/office/drawing/2014/main" id="{FD0B2AF3-D6D3-1535-AD11-B1F2DC774141}"/>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t>Người</a:t>
              </a:r>
            </a:p>
          </p:txBody>
        </p:sp>
        <p:sp>
          <p:nvSpPr>
            <p:cNvPr id="410648" name="Rectangle 24">
              <a:extLst>
                <a:ext uri="{FF2B5EF4-FFF2-40B4-BE49-F238E27FC236}">
                  <a16:creationId xmlns:a16="http://schemas.microsoft.com/office/drawing/2014/main" id="{7AB04A0B-03D6-4A15-D1FE-BD3CFC9F22DC}"/>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Tên</a:t>
              </a:r>
              <a:endParaRPr lang="en-US" altLang="ja-JP" sz="1800" b="0" dirty="0">
                <a:latin typeface="+mj-lt"/>
              </a:endParaRPr>
            </a:p>
            <a:p>
              <a:r>
                <a:rPr lang="en-US" altLang="ja-JP" sz="1800" b="0" dirty="0" err="1">
                  <a:latin typeface="+mj-lt"/>
                </a:rPr>
                <a:t>Tuổi</a:t>
              </a:r>
              <a:endParaRPr lang="en-US" altLang="ja-JP" sz="1800" b="0" dirty="0">
                <a:latin typeface="+mj-lt"/>
              </a:endParaRPr>
            </a:p>
          </p:txBody>
        </p:sp>
        <p:sp>
          <p:nvSpPr>
            <p:cNvPr id="410649" name="Rectangle 25">
              <a:extLst>
                <a:ext uri="{FF2B5EF4-FFF2-40B4-BE49-F238E27FC236}">
                  <a16:creationId xmlns:a16="http://schemas.microsoft.com/office/drawing/2014/main" id="{40ECCB98-4A16-DF4A-D8DC-713B7945B7A6}"/>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Lấy</a:t>
              </a:r>
              <a:r>
                <a:rPr lang="en-US" altLang="ja-JP" sz="1800" b="0" dirty="0">
                  <a:latin typeface="+mj-lt"/>
                </a:rPr>
                <a:t> </a:t>
              </a:r>
              <a:r>
                <a:rPr lang="en-US" altLang="ja-JP" sz="1800" b="0" dirty="0" err="1">
                  <a:latin typeface="+mj-lt"/>
                </a:rPr>
                <a:t>tên</a:t>
              </a:r>
              <a:endParaRPr lang="en-US" altLang="ja-JP" sz="1800" b="0" dirty="0">
                <a:latin typeface="+mj-lt"/>
              </a:endParaRPr>
            </a:p>
            <a:p>
              <a:r>
                <a:rPr lang="en-US" altLang="ja-JP" sz="1800" b="0" dirty="0" err="1">
                  <a:latin typeface="+mj-lt"/>
                </a:rPr>
                <a:t>Lấy</a:t>
              </a:r>
              <a:r>
                <a:rPr lang="en-US" altLang="ja-JP" sz="1800" b="0" dirty="0">
                  <a:latin typeface="+mj-lt"/>
                </a:rPr>
                <a:t> </a:t>
              </a:r>
              <a:r>
                <a:rPr lang="en-US" altLang="ja-JP" sz="1800" b="0" dirty="0" err="1">
                  <a:latin typeface="+mj-lt"/>
                </a:rPr>
                <a:t>tuổi</a:t>
              </a:r>
              <a:endParaRPr lang="en-US" altLang="ja-JP" sz="1800" b="0" dirty="0">
                <a:latin typeface="+mj-lt"/>
              </a:endParaRPr>
            </a:p>
            <a:p>
              <a:r>
                <a:rPr lang="en-US" altLang="ja-JP" sz="1800" b="0" dirty="0">
                  <a:latin typeface="+mj-lt"/>
                </a:rPr>
                <a:t>Set </a:t>
              </a:r>
              <a:r>
                <a:rPr lang="en-US" altLang="ja-JP" sz="1800" b="0" dirty="0" err="1">
                  <a:latin typeface="+mj-lt"/>
                </a:rPr>
                <a:t>tuổi</a:t>
              </a:r>
              <a:endParaRPr lang="en-US" altLang="ja-JP" sz="1800" b="0" dirty="0">
                <a:latin typeface="+mj-lt"/>
              </a:endParaRPr>
            </a:p>
          </p:txBody>
        </p:sp>
      </p:grpSp>
      <p:sp>
        <p:nvSpPr>
          <p:cNvPr id="410639" name="AutoShape 15">
            <a:extLst>
              <a:ext uri="{FF2B5EF4-FFF2-40B4-BE49-F238E27FC236}">
                <a16:creationId xmlns:a16="http://schemas.microsoft.com/office/drawing/2014/main" id="{D7492F72-0FBA-1CB9-1490-EC8BCEBD847F}"/>
              </a:ext>
            </a:extLst>
          </p:cNvPr>
          <p:cNvSpPr>
            <a:spLocks/>
          </p:cNvSpPr>
          <p:nvPr/>
        </p:nvSpPr>
        <p:spPr bwMode="auto">
          <a:xfrm>
            <a:off x="1579563" y="3789363"/>
            <a:ext cx="76200" cy="455612"/>
          </a:xfrm>
          <a:prstGeom prst="rightBrace">
            <a:avLst>
              <a:gd name="adj1" fmla="val 49826"/>
              <a:gd name="adj2" fmla="val 50000"/>
            </a:avLst>
          </a:prstGeom>
          <a:solidFill>
            <a:srgbClr val="FFFFCC">
              <a:alpha val="50000"/>
            </a:srgbClr>
          </a:solidFill>
          <a:ln w="19050">
            <a:solidFill>
              <a:srgbClr val="0033CC"/>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10640" name="Text Box 16">
            <a:extLst>
              <a:ext uri="{FF2B5EF4-FFF2-40B4-BE49-F238E27FC236}">
                <a16:creationId xmlns:a16="http://schemas.microsoft.com/office/drawing/2014/main" id="{2DC961E7-AE8E-9958-E2B9-1C322C3B2C9F}"/>
              </a:ext>
            </a:extLst>
          </p:cNvPr>
          <p:cNvSpPr txBox="1">
            <a:spLocks noChangeArrowheads="1"/>
          </p:cNvSpPr>
          <p:nvPr/>
        </p:nvSpPr>
        <p:spPr bwMode="auto">
          <a:xfrm>
            <a:off x="1890713" y="3819525"/>
            <a:ext cx="982662" cy="517525"/>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a:solidFill>
                  <a:srgbClr val="0033CC"/>
                </a:solidFill>
                <a:latin typeface="Times New Roman" panose="02020603050405020304" pitchFamily="18" charset="0"/>
              </a:rPr>
              <a:t>Không công khai</a:t>
            </a:r>
          </a:p>
        </p:txBody>
      </p:sp>
      <p:sp>
        <p:nvSpPr>
          <p:cNvPr id="410641" name="AutoShape 17">
            <a:extLst>
              <a:ext uri="{FF2B5EF4-FFF2-40B4-BE49-F238E27FC236}">
                <a16:creationId xmlns:a16="http://schemas.microsoft.com/office/drawing/2014/main" id="{FD245707-3DF3-7FB5-5758-B013B0FCC7F1}"/>
              </a:ext>
            </a:extLst>
          </p:cNvPr>
          <p:cNvSpPr>
            <a:spLocks/>
          </p:cNvSpPr>
          <p:nvPr/>
        </p:nvSpPr>
        <p:spPr bwMode="auto">
          <a:xfrm>
            <a:off x="2601913" y="4576763"/>
            <a:ext cx="76200" cy="862012"/>
          </a:xfrm>
          <a:prstGeom prst="rightBrace">
            <a:avLst>
              <a:gd name="adj1" fmla="val 94271"/>
              <a:gd name="adj2" fmla="val 50000"/>
            </a:avLst>
          </a:prstGeom>
          <a:solidFill>
            <a:srgbClr val="FFFFCC">
              <a:alpha val="50000"/>
            </a:srgbClr>
          </a:solidFill>
          <a:ln w="19050">
            <a:solidFill>
              <a:srgbClr val="0033CC"/>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10642" name="Text Box 18">
            <a:extLst>
              <a:ext uri="{FF2B5EF4-FFF2-40B4-BE49-F238E27FC236}">
                <a16:creationId xmlns:a16="http://schemas.microsoft.com/office/drawing/2014/main" id="{A8CC1FF9-E3FF-DCCA-2A17-52AAE4C6DE3C}"/>
              </a:ext>
            </a:extLst>
          </p:cNvPr>
          <p:cNvSpPr txBox="1">
            <a:spLocks noChangeArrowheads="1"/>
          </p:cNvSpPr>
          <p:nvPr/>
        </p:nvSpPr>
        <p:spPr bwMode="auto">
          <a:xfrm>
            <a:off x="2833688" y="4835525"/>
            <a:ext cx="982662" cy="517525"/>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a:solidFill>
                  <a:srgbClr val="0033CC"/>
                </a:solidFill>
                <a:latin typeface="Times New Roman" panose="02020603050405020304" pitchFamily="18" charset="0"/>
              </a:rPr>
              <a:t>Không công khai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E7F55728-88F9-5A7A-A125-86826D96783E}"/>
              </a:ext>
            </a:extLst>
          </p:cNvPr>
          <p:cNvSpPr>
            <a:spLocks noGrp="1"/>
          </p:cNvSpPr>
          <p:nvPr>
            <p:ph type="sldNum" sz="quarter" idx="10"/>
          </p:nvPr>
        </p:nvSpPr>
        <p:spPr/>
        <p:txBody>
          <a:bodyPr/>
          <a:lstStyle/>
          <a:p>
            <a:fld id="{48F65225-CB2F-43E2-8D9D-D9878629FE5C}" type="slidenum">
              <a:rPr lang="en-US" altLang="ja-JP"/>
              <a:pPr/>
              <a:t>11</a:t>
            </a:fld>
            <a:endParaRPr lang="en-US" altLang="ja-JP"/>
          </a:p>
        </p:txBody>
      </p:sp>
      <p:sp>
        <p:nvSpPr>
          <p:cNvPr id="436226" name="Rectangle 2">
            <a:extLst>
              <a:ext uri="{FF2B5EF4-FFF2-40B4-BE49-F238E27FC236}">
                <a16:creationId xmlns:a16="http://schemas.microsoft.com/office/drawing/2014/main" id="{0067637E-B0F9-0C3E-B69A-5D141E1CD439}"/>
              </a:ext>
            </a:extLst>
          </p:cNvPr>
          <p:cNvSpPr>
            <a:spLocks noChangeArrowheads="1"/>
          </p:cNvSpPr>
          <p:nvPr/>
        </p:nvSpPr>
        <p:spPr bwMode="auto">
          <a:xfrm>
            <a:off x="344488" y="2019300"/>
            <a:ext cx="9091612" cy="4335463"/>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27" name="Rectangle 3">
            <a:extLst>
              <a:ext uri="{FF2B5EF4-FFF2-40B4-BE49-F238E27FC236}">
                <a16:creationId xmlns:a16="http://schemas.microsoft.com/office/drawing/2014/main" id="{C0CAFDBB-8E3D-95A6-B631-1CF7EB823621}"/>
              </a:ext>
            </a:extLst>
          </p:cNvPr>
          <p:cNvSpPr>
            <a:spLocks noGrp="1" noChangeArrowheads="1"/>
          </p:cNvSpPr>
          <p:nvPr>
            <p:ph type="title"/>
          </p:nvPr>
        </p:nvSpPr>
        <p:spPr>
          <a:xfrm>
            <a:off x="344488" y="306389"/>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Đóng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gói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giấu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thông</a:t>
            </a:r>
            <a:r>
              <a:rPr lang="en-US" altLang="ja-JP" dirty="0">
                <a:latin typeface="Arial" panose="020B0604020202020204" pitchFamily="34" charset="0"/>
                <a:ea typeface="MS UI Gothic" panose="020B0600070205080204" pitchFamily="50" charset="-128"/>
              </a:rPr>
              <a:t> tin, </a:t>
            </a:r>
            <a:r>
              <a:rPr lang="en-US" altLang="ja-JP" dirty="0" err="1">
                <a:latin typeface="Arial" panose="020B0604020202020204" pitchFamily="34" charset="0"/>
                <a:ea typeface="MS UI Gothic" panose="020B0600070205080204" pitchFamily="50" charset="-128"/>
              </a:rPr>
              <a:t>gửi</a:t>
            </a:r>
            <a:r>
              <a:rPr lang="en-US" altLang="ja-JP" dirty="0">
                <a:latin typeface="Arial" panose="020B0604020202020204" pitchFamily="34" charset="0"/>
                <a:ea typeface="MS UI Gothic" panose="020B0600070205080204" pitchFamily="50" charset="-128"/>
              </a:rPr>
              <a:t> message (3)</a:t>
            </a:r>
          </a:p>
        </p:txBody>
      </p:sp>
      <p:sp>
        <p:nvSpPr>
          <p:cNvPr id="436228" name="Rectangle 4">
            <a:extLst>
              <a:ext uri="{FF2B5EF4-FFF2-40B4-BE49-F238E27FC236}">
                <a16:creationId xmlns:a16="http://schemas.microsoft.com/office/drawing/2014/main" id="{37928D10-FF32-412E-A431-B6EFD9A9584F}"/>
              </a:ext>
            </a:extLst>
          </p:cNvPr>
          <p:cNvSpPr>
            <a:spLocks noChangeArrowheads="1"/>
          </p:cNvSpPr>
          <p:nvPr/>
        </p:nvSpPr>
        <p:spPr bwMode="auto">
          <a:xfrm>
            <a:off x="344488" y="7715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Gửi message</a:t>
            </a:r>
          </a:p>
          <a:p>
            <a:endParaRPr lang="en-US" altLang="ja-JP" sz="2400" b="0">
              <a:latin typeface="Arial" panose="020B0604020202020204" pitchFamily="34" charset="0"/>
            </a:endParaRP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36229" name="Rectangle 5">
            <a:extLst>
              <a:ext uri="{FF2B5EF4-FFF2-40B4-BE49-F238E27FC236}">
                <a16:creationId xmlns:a16="http://schemas.microsoft.com/office/drawing/2014/main" id="{F3DB4359-5400-5EA6-2C3C-A3925E88800F}"/>
              </a:ext>
            </a:extLst>
          </p:cNvPr>
          <p:cNvSpPr>
            <a:spLocks noChangeArrowheads="1"/>
          </p:cNvSpPr>
          <p:nvPr/>
        </p:nvSpPr>
        <p:spPr bwMode="auto">
          <a:xfrm>
            <a:off x="344488" y="1300163"/>
            <a:ext cx="9120187" cy="4603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82550">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a:latin typeface="Arial" panose="020B0604020202020204" pitchFamily="34" charset="0"/>
              </a:rPr>
              <a:t>Là việc yêu cầu xử lý (thực hiện thao tác) cho đối tượng</a:t>
            </a:r>
          </a:p>
        </p:txBody>
      </p:sp>
      <p:sp>
        <p:nvSpPr>
          <p:cNvPr id="436230" name="AutoShape 6">
            <a:extLst>
              <a:ext uri="{FF2B5EF4-FFF2-40B4-BE49-F238E27FC236}">
                <a16:creationId xmlns:a16="http://schemas.microsoft.com/office/drawing/2014/main" id="{ABA41C16-CD26-BD33-340B-152564B72378}"/>
              </a:ext>
            </a:extLst>
          </p:cNvPr>
          <p:cNvSpPr>
            <a:spLocks noChangeArrowheads="1"/>
          </p:cNvSpPr>
          <p:nvPr/>
        </p:nvSpPr>
        <p:spPr bwMode="auto">
          <a:xfrm>
            <a:off x="682625" y="1908175"/>
            <a:ext cx="7885113" cy="720725"/>
          </a:xfrm>
          <a:prstGeom prst="wedgeRoundRectCallout">
            <a:avLst>
              <a:gd name="adj1" fmla="val -29685"/>
              <a:gd name="adj2" fmla="val 75773"/>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b="0" dirty="0" err="1">
                <a:latin typeface="+mj-lt"/>
                <a:cs typeface="Times New Roman" panose="02020603050405020304" pitchFamily="18" charset="0"/>
              </a:rPr>
              <a:t>Ví</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dụ</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người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yêu</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cầu</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gửi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các</a:t>
            </a:r>
            <a:r>
              <a:rPr lang="en-US" altLang="ja-JP" sz="1800" b="0" dirty="0">
                <a:latin typeface="+mj-lt"/>
                <a:cs typeface="Times New Roman" panose="02020603050405020304" pitchFamily="18" charset="0"/>
              </a:rPr>
              <a:t> message </a:t>
            </a:r>
            <a:r>
              <a:rPr lang="ja-JP" altLang="en-US" sz="1800" b="0" dirty="0">
                <a:latin typeface="+mj-lt"/>
                <a:cs typeface="Times New Roman" panose="02020603050405020304" pitchFamily="18" charset="0"/>
              </a:rPr>
              <a:t>「</a:t>
            </a:r>
            <a:r>
              <a:rPr lang="en-US" altLang="ja-JP" sz="1800" b="0" dirty="0" err="1">
                <a:latin typeface="+mj-lt"/>
                <a:cs typeface="Times New Roman" panose="02020603050405020304" pitchFamily="18" charset="0"/>
              </a:rPr>
              <a:t>Hãy</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cho</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biết</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tên</a:t>
            </a:r>
            <a:r>
              <a:rPr lang="ja-JP" altLang="en-US" sz="1800" b="0" dirty="0">
                <a:latin typeface="+mj-lt"/>
                <a:cs typeface="Times New Roman" panose="02020603050405020304" pitchFamily="18" charset="0"/>
              </a:rPr>
              <a:t>」</a:t>
            </a:r>
            <a:r>
              <a:rPr lang="en-US" altLang="ja-JP" sz="1800" b="0" dirty="0">
                <a:latin typeface="+mj-lt"/>
                <a:cs typeface="Times New Roman" panose="02020603050405020304" pitchFamily="18" charset="0"/>
              </a:rPr>
              <a:t>, </a:t>
            </a:r>
            <a:r>
              <a:rPr lang="ja-JP" altLang="en-US" sz="1800" b="0" dirty="0">
                <a:latin typeface="+mj-lt"/>
                <a:cs typeface="Times New Roman" panose="02020603050405020304" pitchFamily="18" charset="0"/>
              </a:rPr>
              <a:t>「</a:t>
            </a:r>
            <a:r>
              <a:rPr lang="en-US" altLang="ja-JP" sz="1800" b="0" dirty="0" err="1">
                <a:latin typeface="+mj-lt"/>
                <a:cs typeface="Times New Roman" panose="02020603050405020304" pitchFamily="18" charset="0"/>
              </a:rPr>
              <a:t>Hãy</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cho</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biết</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tuổi</a:t>
            </a:r>
            <a:r>
              <a:rPr lang="ja-JP" altLang="en-US"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cho</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Mr</a:t>
            </a:r>
            <a:r>
              <a:rPr lang="en-US" altLang="ja-JP" sz="1800" b="0" dirty="0">
                <a:latin typeface="+mj-lt"/>
                <a:cs typeface="Times New Roman" panose="02020603050405020304" pitchFamily="18" charset="0"/>
              </a:rPr>
              <a:t> Yamada </a:t>
            </a:r>
            <a:r>
              <a:rPr lang="en-US" altLang="ja-JP" sz="1800" b="0" dirty="0" err="1">
                <a:latin typeface="+mj-lt"/>
                <a:cs typeface="Times New Roman" panose="02020603050405020304" pitchFamily="18" charset="0"/>
              </a:rPr>
              <a:t>trong</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các</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thao</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tác</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của</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bản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thân</a:t>
            </a:r>
            <a:r>
              <a:rPr lang="en-US" altLang="ja-JP" sz="1800" b="0" dirty="0">
                <a:latin typeface="+mj-lt"/>
                <a:cs typeface="Times New Roman" panose="02020603050405020304" pitchFamily="18" charset="0"/>
              </a:rPr>
              <a:t>. </a:t>
            </a:r>
          </a:p>
        </p:txBody>
      </p:sp>
      <p:cxnSp>
        <p:nvCxnSpPr>
          <p:cNvPr id="436231" name="AutoShape 7">
            <a:extLst>
              <a:ext uri="{FF2B5EF4-FFF2-40B4-BE49-F238E27FC236}">
                <a16:creationId xmlns:a16="http://schemas.microsoft.com/office/drawing/2014/main" id="{99728408-E235-B7F6-01CD-1CDF08AED392}"/>
              </a:ext>
            </a:extLst>
          </p:cNvPr>
          <p:cNvCxnSpPr>
            <a:cxnSpLocks noChangeShapeType="1"/>
          </p:cNvCxnSpPr>
          <p:nvPr/>
        </p:nvCxnSpPr>
        <p:spPr bwMode="auto">
          <a:xfrm rot="10800000" flipH="1">
            <a:off x="-2043113" y="2660650"/>
            <a:ext cx="3906838" cy="103188"/>
          </a:xfrm>
          <a:prstGeom prst="bentConnector5">
            <a:avLst>
              <a:gd name="adj1" fmla="val -5801"/>
              <a:gd name="adj2" fmla="val 495588"/>
              <a:gd name="adj3" fmla="val 105759"/>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chemeClr val="tx1"/>
                </a:solidFill>
                <a:miter lim="800000"/>
                <a:headEnd/>
                <a:tailEnd type="triangl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36232" name="AutoShape 8">
            <a:extLst>
              <a:ext uri="{FF2B5EF4-FFF2-40B4-BE49-F238E27FC236}">
                <a16:creationId xmlns:a16="http://schemas.microsoft.com/office/drawing/2014/main" id="{2FEFDBE7-1EA8-B241-F2A5-A9CB4CDB8A6D}"/>
              </a:ext>
            </a:extLst>
          </p:cNvPr>
          <p:cNvCxnSpPr>
            <a:cxnSpLocks noChangeShapeType="1"/>
          </p:cNvCxnSpPr>
          <p:nvPr/>
        </p:nvCxnSpPr>
        <p:spPr bwMode="auto">
          <a:xfrm rot="10800000" flipH="1" flipV="1">
            <a:off x="-2043113" y="2763838"/>
            <a:ext cx="3906838" cy="317500"/>
          </a:xfrm>
          <a:prstGeom prst="bentConnector5">
            <a:avLst>
              <a:gd name="adj1" fmla="val -5801"/>
              <a:gd name="adj2" fmla="val 229329"/>
              <a:gd name="adj3" fmla="val 105759"/>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chemeClr val="tx1"/>
                </a:solidFill>
                <a:miter lim="800000"/>
                <a:headEnd/>
                <a:tailEnd type="triangl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36234" name="Text Box 10">
            <a:extLst>
              <a:ext uri="{FF2B5EF4-FFF2-40B4-BE49-F238E27FC236}">
                <a16:creationId xmlns:a16="http://schemas.microsoft.com/office/drawing/2014/main" id="{889FC92A-E793-9257-B186-EDD63F47B645}"/>
              </a:ext>
            </a:extLst>
          </p:cNvPr>
          <p:cNvSpPr txBox="1">
            <a:spLocks noChangeArrowheads="1"/>
          </p:cNvSpPr>
          <p:nvPr/>
        </p:nvSpPr>
        <p:spPr bwMode="auto">
          <a:xfrm>
            <a:off x="3025775" y="3900488"/>
            <a:ext cx="2071688" cy="34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dirty="0" err="1">
                <a:latin typeface="+mj-lt"/>
              </a:rPr>
              <a:t>Hãy</a:t>
            </a:r>
            <a:r>
              <a:rPr lang="en-US" altLang="ja-JP" sz="1800" b="0" dirty="0">
                <a:latin typeface="+mj-lt"/>
              </a:rPr>
              <a:t> </a:t>
            </a:r>
            <a:r>
              <a:rPr lang="en-US" altLang="ja-JP" sz="1800" b="0" dirty="0" err="1">
                <a:latin typeface="+mj-lt"/>
              </a:rPr>
              <a:t>cho</a:t>
            </a:r>
            <a:r>
              <a:rPr lang="en-US" altLang="ja-JP" sz="1800" b="0" dirty="0">
                <a:latin typeface="+mj-lt"/>
              </a:rPr>
              <a:t> </a:t>
            </a:r>
            <a:r>
              <a:rPr lang="en-US" altLang="ja-JP" sz="1800" b="0" dirty="0" err="1">
                <a:latin typeface="+mj-lt"/>
              </a:rPr>
              <a:t>biết</a:t>
            </a:r>
            <a:r>
              <a:rPr lang="en-US" altLang="ja-JP" sz="1800" b="0" dirty="0">
                <a:latin typeface="+mj-lt"/>
              </a:rPr>
              <a:t> </a:t>
            </a:r>
            <a:r>
              <a:rPr lang="en-US" altLang="ja-JP" sz="1800" b="0" dirty="0" err="1">
                <a:latin typeface="+mj-lt"/>
              </a:rPr>
              <a:t>tên</a:t>
            </a:r>
            <a:endParaRPr lang="en-US" altLang="ja-JP" sz="1800" dirty="0">
              <a:latin typeface="+mj-lt"/>
            </a:endParaRPr>
          </a:p>
        </p:txBody>
      </p:sp>
      <p:sp>
        <p:nvSpPr>
          <p:cNvPr id="436235" name="Text Box 11">
            <a:extLst>
              <a:ext uri="{FF2B5EF4-FFF2-40B4-BE49-F238E27FC236}">
                <a16:creationId xmlns:a16="http://schemas.microsoft.com/office/drawing/2014/main" id="{1894EEBF-C0CD-5445-60A0-41E15C355BAA}"/>
              </a:ext>
            </a:extLst>
          </p:cNvPr>
          <p:cNvSpPr txBox="1">
            <a:spLocks noChangeArrowheads="1"/>
          </p:cNvSpPr>
          <p:nvPr/>
        </p:nvSpPr>
        <p:spPr bwMode="auto">
          <a:xfrm>
            <a:off x="3060700" y="5208588"/>
            <a:ext cx="2208213" cy="34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dirty="0" err="1">
                <a:latin typeface="+mj-lt"/>
              </a:rPr>
              <a:t>Hãy</a:t>
            </a:r>
            <a:r>
              <a:rPr lang="en-US" altLang="ja-JP" sz="1800" b="0" dirty="0">
                <a:latin typeface="+mj-lt"/>
              </a:rPr>
              <a:t> </a:t>
            </a:r>
            <a:r>
              <a:rPr lang="en-US" altLang="ja-JP" sz="1800" b="0" dirty="0" err="1">
                <a:latin typeface="+mj-lt"/>
              </a:rPr>
              <a:t>cho</a:t>
            </a:r>
            <a:r>
              <a:rPr lang="en-US" altLang="ja-JP" sz="1800" b="0" dirty="0">
                <a:latin typeface="+mj-lt"/>
              </a:rPr>
              <a:t> </a:t>
            </a:r>
            <a:r>
              <a:rPr lang="en-US" altLang="ja-JP" sz="1800" b="0" dirty="0" err="1">
                <a:latin typeface="+mj-lt"/>
              </a:rPr>
              <a:t>biết</a:t>
            </a:r>
            <a:r>
              <a:rPr lang="en-US" altLang="ja-JP" sz="1800" b="0" dirty="0">
                <a:latin typeface="+mj-lt"/>
              </a:rPr>
              <a:t> </a:t>
            </a:r>
            <a:r>
              <a:rPr lang="en-US" altLang="ja-JP" sz="1800" b="0" dirty="0" err="1">
                <a:latin typeface="+mj-lt"/>
              </a:rPr>
              <a:t>tuổi</a:t>
            </a:r>
            <a:endParaRPr lang="en-US" altLang="ja-JP" sz="1800" dirty="0">
              <a:latin typeface="+mj-lt"/>
            </a:endParaRPr>
          </a:p>
        </p:txBody>
      </p:sp>
      <p:sp>
        <p:nvSpPr>
          <p:cNvPr id="436237" name="Line 13">
            <a:extLst>
              <a:ext uri="{FF2B5EF4-FFF2-40B4-BE49-F238E27FC236}">
                <a16:creationId xmlns:a16="http://schemas.microsoft.com/office/drawing/2014/main" id="{A4D234A0-0867-B203-1D0D-F70C0E910530}"/>
              </a:ext>
            </a:extLst>
          </p:cNvPr>
          <p:cNvSpPr>
            <a:spLocks noChangeShapeType="1"/>
          </p:cNvSpPr>
          <p:nvPr/>
        </p:nvSpPr>
        <p:spPr bwMode="auto">
          <a:xfrm>
            <a:off x="2424113" y="3467100"/>
            <a:ext cx="3175" cy="27701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38" name="Line 14">
            <a:extLst>
              <a:ext uri="{FF2B5EF4-FFF2-40B4-BE49-F238E27FC236}">
                <a16:creationId xmlns:a16="http://schemas.microsoft.com/office/drawing/2014/main" id="{3E9DF41C-6BD2-442D-6BC0-AC919D59DA52}"/>
              </a:ext>
            </a:extLst>
          </p:cNvPr>
          <p:cNvSpPr>
            <a:spLocks noChangeShapeType="1"/>
          </p:cNvSpPr>
          <p:nvPr/>
        </p:nvSpPr>
        <p:spPr bwMode="auto">
          <a:xfrm>
            <a:off x="6275388" y="3476625"/>
            <a:ext cx="3175" cy="27717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39" name="Rectangle 15">
            <a:extLst>
              <a:ext uri="{FF2B5EF4-FFF2-40B4-BE49-F238E27FC236}">
                <a16:creationId xmlns:a16="http://schemas.microsoft.com/office/drawing/2014/main" id="{14F93DC3-7247-77F7-4075-4AF3B6487D7B}"/>
              </a:ext>
            </a:extLst>
          </p:cNvPr>
          <p:cNvSpPr>
            <a:spLocks noChangeArrowheads="1"/>
          </p:cNvSpPr>
          <p:nvPr/>
        </p:nvSpPr>
        <p:spPr bwMode="auto">
          <a:xfrm>
            <a:off x="2273300" y="4029075"/>
            <a:ext cx="285750" cy="1971675"/>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0" name="Line 16">
            <a:extLst>
              <a:ext uri="{FF2B5EF4-FFF2-40B4-BE49-F238E27FC236}">
                <a16:creationId xmlns:a16="http://schemas.microsoft.com/office/drawing/2014/main" id="{AAB772C0-0292-D192-1A09-2F9E04BCE38A}"/>
              </a:ext>
            </a:extLst>
          </p:cNvPr>
          <p:cNvSpPr>
            <a:spLocks noChangeShapeType="1"/>
          </p:cNvSpPr>
          <p:nvPr/>
        </p:nvSpPr>
        <p:spPr bwMode="auto">
          <a:xfrm>
            <a:off x="2549525" y="4295775"/>
            <a:ext cx="3603625" cy="0"/>
          </a:xfrm>
          <a:prstGeom prst="line">
            <a:avLst/>
          </a:prstGeom>
          <a:noFill/>
          <a:ln w="28575">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1" name="Rectangle 17">
            <a:extLst>
              <a:ext uri="{FF2B5EF4-FFF2-40B4-BE49-F238E27FC236}">
                <a16:creationId xmlns:a16="http://schemas.microsoft.com/office/drawing/2014/main" id="{F3FAABD8-0DD0-6DD9-B6AE-DEE542A75341}"/>
              </a:ext>
            </a:extLst>
          </p:cNvPr>
          <p:cNvSpPr>
            <a:spLocks noChangeArrowheads="1"/>
          </p:cNvSpPr>
          <p:nvPr/>
        </p:nvSpPr>
        <p:spPr bwMode="auto">
          <a:xfrm>
            <a:off x="6162675" y="4135438"/>
            <a:ext cx="268288" cy="555625"/>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2" name="Line 18">
            <a:extLst>
              <a:ext uri="{FF2B5EF4-FFF2-40B4-BE49-F238E27FC236}">
                <a16:creationId xmlns:a16="http://schemas.microsoft.com/office/drawing/2014/main" id="{B1EA68D8-D741-D3B7-F3D6-3CDDBD0F10E7}"/>
              </a:ext>
            </a:extLst>
          </p:cNvPr>
          <p:cNvSpPr>
            <a:spLocks noChangeShapeType="1"/>
          </p:cNvSpPr>
          <p:nvPr/>
        </p:nvSpPr>
        <p:spPr bwMode="auto">
          <a:xfrm>
            <a:off x="2549525" y="5545138"/>
            <a:ext cx="3548063" cy="11112"/>
          </a:xfrm>
          <a:prstGeom prst="line">
            <a:avLst/>
          </a:prstGeom>
          <a:noFill/>
          <a:ln w="28575">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3" name="Line 19">
            <a:extLst>
              <a:ext uri="{FF2B5EF4-FFF2-40B4-BE49-F238E27FC236}">
                <a16:creationId xmlns:a16="http://schemas.microsoft.com/office/drawing/2014/main" id="{203C632C-FA13-6FEA-22EF-1E02B0EB8159}"/>
              </a:ext>
            </a:extLst>
          </p:cNvPr>
          <p:cNvSpPr>
            <a:spLocks noChangeShapeType="1"/>
          </p:cNvSpPr>
          <p:nvPr/>
        </p:nvSpPr>
        <p:spPr bwMode="auto">
          <a:xfrm flipH="1">
            <a:off x="1908175" y="4438650"/>
            <a:ext cx="365125" cy="35083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4" name="AutoShape 20">
            <a:extLst>
              <a:ext uri="{FF2B5EF4-FFF2-40B4-BE49-F238E27FC236}">
                <a16:creationId xmlns:a16="http://schemas.microsoft.com/office/drawing/2014/main" id="{247ABE64-CCC4-2DCE-178F-3440925130AD}"/>
              </a:ext>
            </a:extLst>
          </p:cNvPr>
          <p:cNvSpPr>
            <a:spLocks noChangeArrowheads="1"/>
          </p:cNvSpPr>
          <p:nvPr/>
        </p:nvSpPr>
        <p:spPr bwMode="auto">
          <a:xfrm rot="16200000">
            <a:off x="590550" y="3786188"/>
            <a:ext cx="1123950" cy="1524000"/>
          </a:xfrm>
          <a:prstGeom prst="foldedCorner">
            <a:avLst>
              <a:gd name="adj" fmla="val 12500"/>
            </a:avLst>
          </a:prstGeom>
          <a:solidFill>
            <a:schemeClr val="bg1">
              <a:alpha val="5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r>
              <a:rPr lang="en-US" altLang="ja-JP" sz="1800" b="0" dirty="0">
                <a:latin typeface="+mj-lt"/>
              </a:rPr>
              <a:t>Thao </a:t>
            </a:r>
            <a:r>
              <a:rPr lang="en-US" altLang="ja-JP" sz="1800" b="0" dirty="0" err="1">
                <a:latin typeface="+mj-lt"/>
              </a:rPr>
              <a:t>tác</a:t>
            </a:r>
            <a:r>
              <a:rPr lang="en-US" altLang="ja-JP" sz="1800" b="0" dirty="0">
                <a:latin typeface="+mj-lt"/>
              </a:rPr>
              <a:t> </a:t>
            </a:r>
            <a:r>
              <a:rPr lang="en-US" altLang="ja-JP" sz="1800" b="0" dirty="0" err="1">
                <a:latin typeface="+mj-lt"/>
              </a:rPr>
              <a:t>của</a:t>
            </a:r>
            <a:r>
              <a:rPr lang="en-US" altLang="ja-JP" sz="1800" b="0" dirty="0">
                <a:latin typeface="+mj-lt"/>
              </a:rPr>
              <a:t> </a:t>
            </a:r>
          </a:p>
          <a:p>
            <a:pPr algn="ctr"/>
            <a:r>
              <a:rPr lang="en-US" altLang="ja-JP" sz="1800" b="0" dirty="0" err="1">
                <a:latin typeface="+mj-lt"/>
              </a:rPr>
              <a:t>người</a:t>
            </a:r>
            <a:r>
              <a:rPr lang="en-US" altLang="ja-JP" sz="1800" b="0" dirty="0">
                <a:latin typeface="+mj-lt"/>
              </a:rPr>
              <a:t> </a:t>
            </a:r>
            <a:r>
              <a:rPr lang="en-US" altLang="ja-JP" sz="1800" b="0" dirty="0" err="1">
                <a:latin typeface="+mj-lt"/>
              </a:rPr>
              <a:t>yêu</a:t>
            </a:r>
            <a:r>
              <a:rPr lang="en-US" altLang="ja-JP" sz="1800" b="0" dirty="0">
                <a:latin typeface="+mj-lt"/>
              </a:rPr>
              <a:t> </a:t>
            </a:r>
            <a:r>
              <a:rPr lang="en-US" altLang="ja-JP" sz="1800" b="0" dirty="0" err="1">
                <a:latin typeface="+mj-lt"/>
              </a:rPr>
              <a:t>cầu</a:t>
            </a:r>
            <a:endParaRPr lang="en-US" altLang="ja-JP" sz="1800" b="0" dirty="0">
              <a:latin typeface="+mj-lt"/>
            </a:endParaRPr>
          </a:p>
        </p:txBody>
      </p:sp>
      <p:sp>
        <p:nvSpPr>
          <p:cNvPr id="436246" name="Line 22">
            <a:extLst>
              <a:ext uri="{FF2B5EF4-FFF2-40B4-BE49-F238E27FC236}">
                <a16:creationId xmlns:a16="http://schemas.microsoft.com/office/drawing/2014/main" id="{5B4F5BC1-3332-A2F4-EEED-E87AD6C3FC2E}"/>
              </a:ext>
            </a:extLst>
          </p:cNvPr>
          <p:cNvSpPr>
            <a:spLocks noChangeShapeType="1"/>
          </p:cNvSpPr>
          <p:nvPr/>
        </p:nvSpPr>
        <p:spPr bwMode="auto">
          <a:xfrm flipV="1">
            <a:off x="6429375" y="4165600"/>
            <a:ext cx="715963" cy="239713"/>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7" name="Line 23">
            <a:extLst>
              <a:ext uri="{FF2B5EF4-FFF2-40B4-BE49-F238E27FC236}">
                <a16:creationId xmlns:a16="http://schemas.microsoft.com/office/drawing/2014/main" id="{0CEA2D04-E88B-FAE9-8BB0-CEFFF53E97E0}"/>
              </a:ext>
            </a:extLst>
          </p:cNvPr>
          <p:cNvSpPr>
            <a:spLocks noChangeShapeType="1"/>
          </p:cNvSpPr>
          <p:nvPr/>
        </p:nvSpPr>
        <p:spPr bwMode="auto">
          <a:xfrm flipH="1">
            <a:off x="6365875" y="5461000"/>
            <a:ext cx="669925" cy="201613"/>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8" name="AutoShape 24">
            <a:extLst>
              <a:ext uri="{FF2B5EF4-FFF2-40B4-BE49-F238E27FC236}">
                <a16:creationId xmlns:a16="http://schemas.microsoft.com/office/drawing/2014/main" id="{ED174BEB-1BF9-5AE5-FC46-4851BDA679C6}"/>
              </a:ext>
            </a:extLst>
          </p:cNvPr>
          <p:cNvSpPr>
            <a:spLocks noChangeArrowheads="1"/>
          </p:cNvSpPr>
          <p:nvPr/>
        </p:nvSpPr>
        <p:spPr bwMode="auto">
          <a:xfrm rot="16200000">
            <a:off x="7649369" y="4406107"/>
            <a:ext cx="809625" cy="2465387"/>
          </a:xfrm>
          <a:prstGeom prst="foldedCorner">
            <a:avLst>
              <a:gd name="adj" fmla="val 12500"/>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r>
              <a:rPr lang="en-US" altLang="ja-JP" sz="1800" b="0" dirty="0" err="1">
                <a:latin typeface="+mj-lt"/>
              </a:rPr>
              <a:t>Thực</a:t>
            </a:r>
            <a:r>
              <a:rPr lang="en-US" altLang="ja-JP" sz="1800" b="0" dirty="0">
                <a:latin typeface="+mj-lt"/>
              </a:rPr>
              <a:t> </a:t>
            </a:r>
            <a:r>
              <a:rPr lang="en-US" altLang="ja-JP" sz="1800" b="0" dirty="0" err="1">
                <a:latin typeface="+mj-lt"/>
              </a:rPr>
              <a:t>hiện</a:t>
            </a:r>
            <a:r>
              <a:rPr lang="en-US" altLang="ja-JP" sz="1800" b="0" dirty="0">
                <a:latin typeface="+mj-lt"/>
              </a:rPr>
              <a:t> </a:t>
            </a:r>
            <a:r>
              <a:rPr lang="en-US" altLang="ja-JP" sz="1800" b="0" dirty="0" err="1">
                <a:latin typeface="+mj-lt"/>
              </a:rPr>
              <a:t>thao</a:t>
            </a:r>
            <a:r>
              <a:rPr lang="en-US" altLang="ja-JP" sz="1800" b="0" dirty="0">
                <a:latin typeface="+mj-lt"/>
              </a:rPr>
              <a:t> </a:t>
            </a:r>
            <a:r>
              <a:rPr lang="en-US" altLang="ja-JP" sz="1800" b="0" dirty="0" err="1">
                <a:latin typeface="+mj-lt"/>
              </a:rPr>
              <a:t>tác</a:t>
            </a:r>
            <a:endParaRPr lang="en-US" altLang="ja-JP" sz="1800" b="0" dirty="0">
              <a:latin typeface="+mj-lt"/>
            </a:endParaRPr>
          </a:p>
          <a:p>
            <a:pPr algn="ctr"/>
            <a:r>
              <a:rPr lang="ja-JP" altLang="en-US" sz="1800" b="0" dirty="0">
                <a:latin typeface="+mj-lt"/>
              </a:rPr>
              <a:t>「</a:t>
            </a:r>
            <a:r>
              <a:rPr lang="en-US" altLang="ja-JP" sz="1800" b="0" dirty="0" err="1">
                <a:latin typeface="+mj-lt"/>
              </a:rPr>
              <a:t>Lấy</a:t>
            </a:r>
            <a:r>
              <a:rPr lang="en-US" altLang="ja-JP" sz="1800" b="0" dirty="0">
                <a:latin typeface="+mj-lt"/>
              </a:rPr>
              <a:t> </a:t>
            </a:r>
            <a:r>
              <a:rPr lang="en-US" altLang="ja-JP" sz="1800" b="0" dirty="0" err="1">
                <a:latin typeface="+mj-lt"/>
              </a:rPr>
              <a:t>tuổi</a:t>
            </a:r>
            <a:r>
              <a:rPr lang="ja-JP" altLang="en-US" sz="1800" b="0" dirty="0">
                <a:latin typeface="+mj-lt"/>
              </a:rPr>
              <a:t>」</a:t>
            </a:r>
            <a:endParaRPr lang="ja-JP" altLang="en-US" sz="1800" dirty="0">
              <a:latin typeface="+mj-lt"/>
            </a:endParaRPr>
          </a:p>
        </p:txBody>
      </p:sp>
      <p:sp>
        <p:nvSpPr>
          <p:cNvPr id="436249" name="Rectangle 25">
            <a:extLst>
              <a:ext uri="{FF2B5EF4-FFF2-40B4-BE49-F238E27FC236}">
                <a16:creationId xmlns:a16="http://schemas.microsoft.com/office/drawing/2014/main" id="{4732BEF7-55B0-CC95-D80E-68CE20DB9A58}"/>
              </a:ext>
            </a:extLst>
          </p:cNvPr>
          <p:cNvSpPr>
            <a:spLocks noChangeArrowheads="1"/>
          </p:cNvSpPr>
          <p:nvPr/>
        </p:nvSpPr>
        <p:spPr bwMode="auto">
          <a:xfrm>
            <a:off x="1962150" y="3019425"/>
            <a:ext cx="1025525" cy="663575"/>
          </a:xfrm>
          <a:prstGeom prst="rect">
            <a:avLst/>
          </a:prstGeom>
          <a:solidFill>
            <a:schemeClr val="bg1"/>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Người yêu cầu</a:t>
            </a:r>
          </a:p>
        </p:txBody>
      </p:sp>
      <p:sp>
        <p:nvSpPr>
          <p:cNvPr id="436250" name="Rectangle 26">
            <a:extLst>
              <a:ext uri="{FF2B5EF4-FFF2-40B4-BE49-F238E27FC236}">
                <a16:creationId xmlns:a16="http://schemas.microsoft.com/office/drawing/2014/main" id="{8D2DF4C4-DABB-78D1-3D46-40ED17C4AFF0}"/>
              </a:ext>
            </a:extLst>
          </p:cNvPr>
          <p:cNvSpPr>
            <a:spLocks noChangeArrowheads="1"/>
          </p:cNvSpPr>
          <p:nvPr/>
        </p:nvSpPr>
        <p:spPr bwMode="auto">
          <a:xfrm>
            <a:off x="5673725" y="2987675"/>
            <a:ext cx="1311275" cy="661988"/>
          </a:xfrm>
          <a:prstGeom prst="rect">
            <a:avLst/>
          </a:prstGeom>
          <a:solidFill>
            <a:schemeClr val="bg1"/>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Yamada</a:t>
            </a:r>
            <a:r>
              <a:rPr lang="ja-JP" altLang="en-US" sz="1800"/>
              <a:t>：</a:t>
            </a:r>
            <a:r>
              <a:rPr lang="en-US" altLang="ja-JP" sz="1800"/>
              <a:t>người</a:t>
            </a:r>
          </a:p>
        </p:txBody>
      </p:sp>
      <p:sp>
        <p:nvSpPr>
          <p:cNvPr id="436252" name="Freeform 28">
            <a:extLst>
              <a:ext uri="{FF2B5EF4-FFF2-40B4-BE49-F238E27FC236}">
                <a16:creationId xmlns:a16="http://schemas.microsoft.com/office/drawing/2014/main" id="{55CCF646-D47A-087C-D175-4ABE20DB8AE2}"/>
              </a:ext>
            </a:extLst>
          </p:cNvPr>
          <p:cNvSpPr>
            <a:spLocks/>
          </p:cNvSpPr>
          <p:nvPr/>
        </p:nvSpPr>
        <p:spPr bwMode="auto">
          <a:xfrm>
            <a:off x="1270000" y="2828925"/>
            <a:ext cx="412750" cy="922338"/>
          </a:xfrm>
          <a:custGeom>
            <a:avLst/>
            <a:gdLst>
              <a:gd name="T0" fmla="*/ 236 w 481"/>
              <a:gd name="T1" fmla="*/ 56 h 1165"/>
              <a:gd name="T2" fmla="*/ 196 w 481"/>
              <a:gd name="T3" fmla="*/ 140 h 1165"/>
              <a:gd name="T4" fmla="*/ 208 w 481"/>
              <a:gd name="T5" fmla="*/ 200 h 1165"/>
              <a:gd name="T6" fmla="*/ 244 w 481"/>
              <a:gd name="T7" fmla="*/ 224 h 1165"/>
              <a:gd name="T8" fmla="*/ 184 w 481"/>
              <a:gd name="T9" fmla="*/ 260 h 1165"/>
              <a:gd name="T10" fmla="*/ 112 w 481"/>
              <a:gd name="T11" fmla="*/ 320 h 1165"/>
              <a:gd name="T12" fmla="*/ 104 w 481"/>
              <a:gd name="T13" fmla="*/ 428 h 1165"/>
              <a:gd name="T14" fmla="*/ 84 w 481"/>
              <a:gd name="T15" fmla="*/ 528 h 1165"/>
              <a:gd name="T16" fmla="*/ 92 w 481"/>
              <a:gd name="T17" fmla="*/ 612 h 1165"/>
              <a:gd name="T18" fmla="*/ 144 w 481"/>
              <a:gd name="T19" fmla="*/ 659 h 1165"/>
              <a:gd name="T20" fmla="*/ 124 w 481"/>
              <a:gd name="T21" fmla="*/ 564 h 1165"/>
              <a:gd name="T22" fmla="*/ 144 w 481"/>
              <a:gd name="T23" fmla="*/ 472 h 1165"/>
              <a:gd name="T24" fmla="*/ 164 w 481"/>
              <a:gd name="T25" fmla="*/ 368 h 1165"/>
              <a:gd name="T26" fmla="*/ 196 w 481"/>
              <a:gd name="T27" fmla="*/ 448 h 1165"/>
              <a:gd name="T28" fmla="*/ 180 w 481"/>
              <a:gd name="T29" fmla="*/ 512 h 1165"/>
              <a:gd name="T30" fmla="*/ 160 w 481"/>
              <a:gd name="T31" fmla="*/ 612 h 1165"/>
              <a:gd name="T32" fmla="*/ 152 w 481"/>
              <a:gd name="T33" fmla="*/ 688 h 1165"/>
              <a:gd name="T34" fmla="*/ 136 w 481"/>
              <a:gd name="T35" fmla="*/ 748 h 1165"/>
              <a:gd name="T36" fmla="*/ 116 w 481"/>
              <a:gd name="T37" fmla="*/ 848 h 1165"/>
              <a:gd name="T38" fmla="*/ 104 w 481"/>
              <a:gd name="T39" fmla="*/ 935 h 1165"/>
              <a:gd name="T40" fmla="*/ 76 w 481"/>
              <a:gd name="T41" fmla="*/ 1064 h 1165"/>
              <a:gd name="T42" fmla="*/ 0 w 481"/>
              <a:gd name="T43" fmla="*/ 1144 h 1165"/>
              <a:gd name="T44" fmla="*/ 80 w 481"/>
              <a:gd name="T45" fmla="*/ 1107 h 1165"/>
              <a:gd name="T46" fmla="*/ 120 w 481"/>
              <a:gd name="T47" fmla="*/ 1044 h 1165"/>
              <a:gd name="T48" fmla="*/ 156 w 481"/>
              <a:gd name="T49" fmla="*/ 960 h 1165"/>
              <a:gd name="T50" fmla="*/ 180 w 481"/>
              <a:gd name="T51" fmla="*/ 904 h 1165"/>
              <a:gd name="T52" fmla="*/ 212 w 481"/>
              <a:gd name="T53" fmla="*/ 856 h 1165"/>
              <a:gd name="T54" fmla="*/ 308 w 481"/>
              <a:gd name="T55" fmla="*/ 864 h 1165"/>
              <a:gd name="T56" fmla="*/ 340 w 481"/>
              <a:gd name="T57" fmla="*/ 900 h 1165"/>
              <a:gd name="T58" fmla="*/ 348 w 481"/>
              <a:gd name="T59" fmla="*/ 1008 h 1165"/>
              <a:gd name="T60" fmla="*/ 360 w 481"/>
              <a:gd name="T61" fmla="*/ 1084 h 1165"/>
              <a:gd name="T62" fmla="*/ 424 w 481"/>
              <a:gd name="T63" fmla="*/ 1164 h 1165"/>
              <a:gd name="T64" fmla="*/ 392 w 481"/>
              <a:gd name="T65" fmla="*/ 1084 h 1165"/>
              <a:gd name="T66" fmla="*/ 400 w 481"/>
              <a:gd name="T67" fmla="*/ 980 h 1165"/>
              <a:gd name="T68" fmla="*/ 388 w 481"/>
              <a:gd name="T69" fmla="*/ 880 h 1165"/>
              <a:gd name="T70" fmla="*/ 408 w 481"/>
              <a:gd name="T71" fmla="*/ 815 h 1165"/>
              <a:gd name="T72" fmla="*/ 416 w 481"/>
              <a:gd name="T73" fmla="*/ 680 h 1165"/>
              <a:gd name="T74" fmla="*/ 424 w 481"/>
              <a:gd name="T75" fmla="*/ 577 h 1165"/>
              <a:gd name="T76" fmla="*/ 404 w 481"/>
              <a:gd name="T77" fmla="*/ 496 h 1165"/>
              <a:gd name="T78" fmla="*/ 360 w 481"/>
              <a:gd name="T79" fmla="*/ 456 h 1165"/>
              <a:gd name="T80" fmla="*/ 364 w 481"/>
              <a:gd name="T81" fmla="*/ 371 h 1165"/>
              <a:gd name="T82" fmla="*/ 404 w 481"/>
              <a:gd name="T83" fmla="*/ 376 h 1165"/>
              <a:gd name="T84" fmla="*/ 424 w 481"/>
              <a:gd name="T85" fmla="*/ 456 h 1165"/>
              <a:gd name="T86" fmla="*/ 440 w 481"/>
              <a:gd name="T87" fmla="*/ 532 h 1165"/>
              <a:gd name="T88" fmla="*/ 436 w 481"/>
              <a:gd name="T89" fmla="*/ 616 h 1165"/>
              <a:gd name="T90" fmla="*/ 472 w 481"/>
              <a:gd name="T91" fmla="*/ 588 h 1165"/>
              <a:gd name="T92" fmla="*/ 476 w 481"/>
              <a:gd name="T93" fmla="*/ 488 h 1165"/>
              <a:gd name="T94" fmla="*/ 460 w 481"/>
              <a:gd name="T95" fmla="*/ 392 h 1165"/>
              <a:gd name="T96" fmla="*/ 436 w 481"/>
              <a:gd name="T97" fmla="*/ 336 h 1165"/>
              <a:gd name="T98" fmla="*/ 408 w 481"/>
              <a:gd name="T99" fmla="*/ 260 h 1165"/>
              <a:gd name="T100" fmla="*/ 300 w 481"/>
              <a:gd name="T101" fmla="*/ 248 h 1165"/>
              <a:gd name="T102" fmla="*/ 296 w 481"/>
              <a:gd name="T103" fmla="*/ 200 h 1165"/>
              <a:gd name="T104" fmla="*/ 360 w 481"/>
              <a:gd name="T105" fmla="*/ 195 h 1165"/>
              <a:gd name="T106" fmla="*/ 368 w 481"/>
              <a:gd name="T107" fmla="*/ 116 h 1165"/>
              <a:gd name="T108" fmla="*/ 336 w 481"/>
              <a:gd name="T109" fmla="*/ 32 h 1165"/>
              <a:gd name="T110" fmla="*/ 272 w 481"/>
              <a:gd name="T111" fmla="*/ 8 h 1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81" h="1165">
                <a:moveTo>
                  <a:pt x="248" y="19"/>
                </a:moveTo>
                <a:lnTo>
                  <a:pt x="236" y="56"/>
                </a:lnTo>
                <a:lnTo>
                  <a:pt x="216" y="104"/>
                </a:lnTo>
                <a:lnTo>
                  <a:pt x="196" y="140"/>
                </a:lnTo>
                <a:lnTo>
                  <a:pt x="188" y="180"/>
                </a:lnTo>
                <a:lnTo>
                  <a:pt x="208" y="200"/>
                </a:lnTo>
                <a:lnTo>
                  <a:pt x="244" y="195"/>
                </a:lnTo>
                <a:lnTo>
                  <a:pt x="244" y="224"/>
                </a:lnTo>
                <a:lnTo>
                  <a:pt x="244" y="244"/>
                </a:lnTo>
                <a:lnTo>
                  <a:pt x="184" y="260"/>
                </a:lnTo>
                <a:lnTo>
                  <a:pt x="124" y="281"/>
                </a:lnTo>
                <a:lnTo>
                  <a:pt x="112" y="320"/>
                </a:lnTo>
                <a:lnTo>
                  <a:pt x="104" y="376"/>
                </a:lnTo>
                <a:lnTo>
                  <a:pt x="104" y="428"/>
                </a:lnTo>
                <a:lnTo>
                  <a:pt x="88" y="476"/>
                </a:lnTo>
                <a:lnTo>
                  <a:pt x="84" y="528"/>
                </a:lnTo>
                <a:lnTo>
                  <a:pt x="92" y="571"/>
                </a:lnTo>
                <a:lnTo>
                  <a:pt x="92" y="612"/>
                </a:lnTo>
                <a:lnTo>
                  <a:pt x="112" y="643"/>
                </a:lnTo>
                <a:lnTo>
                  <a:pt x="144" y="659"/>
                </a:lnTo>
                <a:lnTo>
                  <a:pt x="140" y="616"/>
                </a:lnTo>
                <a:lnTo>
                  <a:pt x="124" y="564"/>
                </a:lnTo>
                <a:lnTo>
                  <a:pt x="132" y="516"/>
                </a:lnTo>
                <a:lnTo>
                  <a:pt x="144" y="472"/>
                </a:lnTo>
                <a:lnTo>
                  <a:pt x="156" y="420"/>
                </a:lnTo>
                <a:lnTo>
                  <a:pt x="164" y="368"/>
                </a:lnTo>
                <a:lnTo>
                  <a:pt x="188" y="416"/>
                </a:lnTo>
                <a:lnTo>
                  <a:pt x="196" y="448"/>
                </a:lnTo>
                <a:lnTo>
                  <a:pt x="200" y="481"/>
                </a:lnTo>
                <a:lnTo>
                  <a:pt x="180" y="512"/>
                </a:lnTo>
                <a:lnTo>
                  <a:pt x="168" y="552"/>
                </a:lnTo>
                <a:lnTo>
                  <a:pt x="160" y="612"/>
                </a:lnTo>
                <a:lnTo>
                  <a:pt x="156" y="644"/>
                </a:lnTo>
                <a:lnTo>
                  <a:pt x="152" y="688"/>
                </a:lnTo>
                <a:lnTo>
                  <a:pt x="144" y="720"/>
                </a:lnTo>
                <a:lnTo>
                  <a:pt x="136" y="748"/>
                </a:lnTo>
                <a:lnTo>
                  <a:pt x="124" y="800"/>
                </a:lnTo>
                <a:lnTo>
                  <a:pt x="116" y="848"/>
                </a:lnTo>
                <a:lnTo>
                  <a:pt x="112" y="895"/>
                </a:lnTo>
                <a:lnTo>
                  <a:pt x="104" y="935"/>
                </a:lnTo>
                <a:lnTo>
                  <a:pt x="92" y="995"/>
                </a:lnTo>
                <a:lnTo>
                  <a:pt x="76" y="1064"/>
                </a:lnTo>
                <a:lnTo>
                  <a:pt x="40" y="1084"/>
                </a:lnTo>
                <a:lnTo>
                  <a:pt x="0" y="1144"/>
                </a:lnTo>
                <a:lnTo>
                  <a:pt x="32" y="1144"/>
                </a:lnTo>
                <a:lnTo>
                  <a:pt x="80" y="1107"/>
                </a:lnTo>
                <a:lnTo>
                  <a:pt x="116" y="1080"/>
                </a:lnTo>
                <a:lnTo>
                  <a:pt x="120" y="1044"/>
                </a:lnTo>
                <a:lnTo>
                  <a:pt x="140" y="1000"/>
                </a:lnTo>
                <a:lnTo>
                  <a:pt x="156" y="960"/>
                </a:lnTo>
                <a:lnTo>
                  <a:pt x="164" y="931"/>
                </a:lnTo>
                <a:lnTo>
                  <a:pt x="180" y="904"/>
                </a:lnTo>
                <a:lnTo>
                  <a:pt x="188" y="872"/>
                </a:lnTo>
                <a:lnTo>
                  <a:pt x="212" y="856"/>
                </a:lnTo>
                <a:lnTo>
                  <a:pt x="248" y="860"/>
                </a:lnTo>
                <a:lnTo>
                  <a:pt x="308" y="864"/>
                </a:lnTo>
                <a:lnTo>
                  <a:pt x="344" y="864"/>
                </a:lnTo>
                <a:lnTo>
                  <a:pt x="340" y="900"/>
                </a:lnTo>
                <a:lnTo>
                  <a:pt x="336" y="940"/>
                </a:lnTo>
                <a:lnTo>
                  <a:pt x="348" y="1008"/>
                </a:lnTo>
                <a:lnTo>
                  <a:pt x="356" y="1031"/>
                </a:lnTo>
                <a:lnTo>
                  <a:pt x="360" y="1084"/>
                </a:lnTo>
                <a:lnTo>
                  <a:pt x="364" y="1136"/>
                </a:lnTo>
                <a:lnTo>
                  <a:pt x="424" y="1164"/>
                </a:lnTo>
                <a:lnTo>
                  <a:pt x="412" y="1127"/>
                </a:lnTo>
                <a:lnTo>
                  <a:pt x="392" y="1084"/>
                </a:lnTo>
                <a:lnTo>
                  <a:pt x="396" y="1028"/>
                </a:lnTo>
                <a:lnTo>
                  <a:pt x="400" y="980"/>
                </a:lnTo>
                <a:lnTo>
                  <a:pt x="396" y="944"/>
                </a:lnTo>
                <a:lnTo>
                  <a:pt x="388" y="880"/>
                </a:lnTo>
                <a:lnTo>
                  <a:pt x="416" y="872"/>
                </a:lnTo>
                <a:lnTo>
                  <a:pt x="408" y="815"/>
                </a:lnTo>
                <a:lnTo>
                  <a:pt x="412" y="752"/>
                </a:lnTo>
                <a:lnTo>
                  <a:pt x="416" y="680"/>
                </a:lnTo>
                <a:lnTo>
                  <a:pt x="428" y="624"/>
                </a:lnTo>
                <a:lnTo>
                  <a:pt x="424" y="577"/>
                </a:lnTo>
                <a:lnTo>
                  <a:pt x="404" y="524"/>
                </a:lnTo>
                <a:lnTo>
                  <a:pt x="404" y="496"/>
                </a:lnTo>
                <a:lnTo>
                  <a:pt x="384" y="476"/>
                </a:lnTo>
                <a:lnTo>
                  <a:pt x="360" y="456"/>
                </a:lnTo>
                <a:lnTo>
                  <a:pt x="368" y="407"/>
                </a:lnTo>
                <a:lnTo>
                  <a:pt x="364" y="371"/>
                </a:lnTo>
                <a:lnTo>
                  <a:pt x="380" y="340"/>
                </a:lnTo>
                <a:lnTo>
                  <a:pt x="404" y="376"/>
                </a:lnTo>
                <a:lnTo>
                  <a:pt x="416" y="416"/>
                </a:lnTo>
                <a:lnTo>
                  <a:pt x="424" y="456"/>
                </a:lnTo>
                <a:lnTo>
                  <a:pt x="432" y="496"/>
                </a:lnTo>
                <a:lnTo>
                  <a:pt x="440" y="532"/>
                </a:lnTo>
                <a:lnTo>
                  <a:pt x="448" y="564"/>
                </a:lnTo>
                <a:lnTo>
                  <a:pt x="436" y="616"/>
                </a:lnTo>
                <a:lnTo>
                  <a:pt x="456" y="632"/>
                </a:lnTo>
                <a:lnTo>
                  <a:pt x="472" y="588"/>
                </a:lnTo>
                <a:lnTo>
                  <a:pt x="480" y="541"/>
                </a:lnTo>
                <a:lnTo>
                  <a:pt x="476" y="488"/>
                </a:lnTo>
                <a:lnTo>
                  <a:pt x="472" y="432"/>
                </a:lnTo>
                <a:lnTo>
                  <a:pt x="460" y="392"/>
                </a:lnTo>
                <a:lnTo>
                  <a:pt x="452" y="368"/>
                </a:lnTo>
                <a:lnTo>
                  <a:pt x="436" y="336"/>
                </a:lnTo>
                <a:lnTo>
                  <a:pt x="432" y="304"/>
                </a:lnTo>
                <a:lnTo>
                  <a:pt x="408" y="260"/>
                </a:lnTo>
                <a:lnTo>
                  <a:pt x="352" y="248"/>
                </a:lnTo>
                <a:lnTo>
                  <a:pt x="300" y="248"/>
                </a:lnTo>
                <a:lnTo>
                  <a:pt x="300" y="228"/>
                </a:lnTo>
                <a:lnTo>
                  <a:pt x="296" y="200"/>
                </a:lnTo>
                <a:lnTo>
                  <a:pt x="332" y="204"/>
                </a:lnTo>
                <a:lnTo>
                  <a:pt x="360" y="195"/>
                </a:lnTo>
                <a:lnTo>
                  <a:pt x="360" y="159"/>
                </a:lnTo>
                <a:lnTo>
                  <a:pt x="368" y="116"/>
                </a:lnTo>
                <a:lnTo>
                  <a:pt x="360" y="68"/>
                </a:lnTo>
                <a:lnTo>
                  <a:pt x="336" y="32"/>
                </a:lnTo>
                <a:lnTo>
                  <a:pt x="312" y="0"/>
                </a:lnTo>
                <a:lnTo>
                  <a:pt x="272" y="8"/>
                </a:lnTo>
                <a:lnTo>
                  <a:pt x="248" y="19"/>
                </a:lnTo>
              </a:path>
            </a:pathLst>
          </a:custGeom>
          <a:solidFill>
            <a:srgbClr val="FFCC99"/>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6262" name="Freeform 38">
            <a:extLst>
              <a:ext uri="{FF2B5EF4-FFF2-40B4-BE49-F238E27FC236}">
                <a16:creationId xmlns:a16="http://schemas.microsoft.com/office/drawing/2014/main" id="{E33AFE8E-6935-0FB6-2E89-41D34677A6BC}"/>
              </a:ext>
            </a:extLst>
          </p:cNvPr>
          <p:cNvSpPr>
            <a:spLocks/>
          </p:cNvSpPr>
          <p:nvPr/>
        </p:nvSpPr>
        <p:spPr bwMode="auto">
          <a:xfrm>
            <a:off x="5146675" y="2798763"/>
            <a:ext cx="433388" cy="877887"/>
          </a:xfrm>
          <a:custGeom>
            <a:avLst/>
            <a:gdLst>
              <a:gd name="T0" fmla="*/ 282 w 436"/>
              <a:gd name="T1" fmla="*/ 77 h 1197"/>
              <a:gd name="T2" fmla="*/ 258 w 436"/>
              <a:gd name="T3" fmla="*/ 153 h 1197"/>
              <a:gd name="T4" fmla="*/ 288 w 436"/>
              <a:gd name="T5" fmla="*/ 196 h 1197"/>
              <a:gd name="T6" fmla="*/ 352 w 436"/>
              <a:gd name="T7" fmla="*/ 216 h 1197"/>
              <a:gd name="T8" fmla="*/ 402 w 436"/>
              <a:gd name="T9" fmla="*/ 245 h 1197"/>
              <a:gd name="T10" fmla="*/ 422 w 436"/>
              <a:gd name="T11" fmla="*/ 329 h 1197"/>
              <a:gd name="T12" fmla="*/ 431 w 436"/>
              <a:gd name="T13" fmla="*/ 423 h 1197"/>
              <a:gd name="T14" fmla="*/ 435 w 436"/>
              <a:gd name="T15" fmla="*/ 499 h 1197"/>
              <a:gd name="T16" fmla="*/ 408 w 436"/>
              <a:gd name="T17" fmla="*/ 584 h 1197"/>
              <a:gd name="T18" fmla="*/ 348 w 436"/>
              <a:gd name="T19" fmla="*/ 616 h 1197"/>
              <a:gd name="T20" fmla="*/ 372 w 436"/>
              <a:gd name="T21" fmla="*/ 520 h 1197"/>
              <a:gd name="T22" fmla="*/ 378 w 436"/>
              <a:gd name="T23" fmla="*/ 449 h 1197"/>
              <a:gd name="T24" fmla="*/ 355 w 436"/>
              <a:gd name="T25" fmla="*/ 331 h 1197"/>
              <a:gd name="T26" fmla="*/ 331 w 436"/>
              <a:gd name="T27" fmla="*/ 419 h 1197"/>
              <a:gd name="T28" fmla="*/ 331 w 436"/>
              <a:gd name="T29" fmla="*/ 495 h 1197"/>
              <a:gd name="T30" fmla="*/ 343 w 436"/>
              <a:gd name="T31" fmla="*/ 591 h 1197"/>
              <a:gd name="T32" fmla="*/ 351 w 436"/>
              <a:gd name="T33" fmla="*/ 668 h 1197"/>
              <a:gd name="T34" fmla="*/ 346 w 436"/>
              <a:gd name="T35" fmla="*/ 753 h 1197"/>
              <a:gd name="T36" fmla="*/ 348 w 436"/>
              <a:gd name="T37" fmla="*/ 852 h 1197"/>
              <a:gd name="T38" fmla="*/ 368 w 436"/>
              <a:gd name="T39" fmla="*/ 960 h 1197"/>
              <a:gd name="T40" fmla="*/ 380 w 436"/>
              <a:gd name="T41" fmla="*/ 1080 h 1197"/>
              <a:gd name="T42" fmla="*/ 416 w 436"/>
              <a:gd name="T43" fmla="*/ 1176 h 1197"/>
              <a:gd name="T44" fmla="*/ 364 w 436"/>
              <a:gd name="T45" fmla="*/ 1184 h 1197"/>
              <a:gd name="T46" fmla="*/ 320 w 436"/>
              <a:gd name="T47" fmla="*/ 1128 h 1197"/>
              <a:gd name="T48" fmla="*/ 296 w 436"/>
              <a:gd name="T49" fmla="*/ 1036 h 1197"/>
              <a:gd name="T50" fmla="*/ 280 w 436"/>
              <a:gd name="T51" fmla="*/ 824 h 1197"/>
              <a:gd name="T52" fmla="*/ 256 w 436"/>
              <a:gd name="T53" fmla="*/ 688 h 1197"/>
              <a:gd name="T54" fmla="*/ 199 w 436"/>
              <a:gd name="T55" fmla="*/ 775 h 1197"/>
              <a:gd name="T56" fmla="*/ 179 w 436"/>
              <a:gd name="T57" fmla="*/ 895 h 1197"/>
              <a:gd name="T58" fmla="*/ 184 w 436"/>
              <a:gd name="T59" fmla="*/ 1076 h 1197"/>
              <a:gd name="T60" fmla="*/ 164 w 436"/>
              <a:gd name="T61" fmla="*/ 1148 h 1197"/>
              <a:gd name="T62" fmla="*/ 108 w 436"/>
              <a:gd name="T63" fmla="*/ 1196 h 1197"/>
              <a:gd name="T64" fmla="*/ 108 w 436"/>
              <a:gd name="T65" fmla="*/ 1108 h 1197"/>
              <a:gd name="T66" fmla="*/ 111 w 436"/>
              <a:gd name="T67" fmla="*/ 987 h 1197"/>
              <a:gd name="T68" fmla="*/ 108 w 436"/>
              <a:gd name="T69" fmla="*/ 888 h 1197"/>
              <a:gd name="T70" fmla="*/ 112 w 436"/>
              <a:gd name="T71" fmla="*/ 804 h 1197"/>
              <a:gd name="T72" fmla="*/ 108 w 436"/>
              <a:gd name="T73" fmla="*/ 700 h 1197"/>
              <a:gd name="T74" fmla="*/ 95 w 436"/>
              <a:gd name="T75" fmla="*/ 559 h 1197"/>
              <a:gd name="T76" fmla="*/ 111 w 436"/>
              <a:gd name="T77" fmla="*/ 491 h 1197"/>
              <a:gd name="T78" fmla="*/ 107 w 436"/>
              <a:gd name="T79" fmla="*/ 427 h 1197"/>
              <a:gd name="T80" fmla="*/ 107 w 436"/>
              <a:gd name="T81" fmla="*/ 359 h 1197"/>
              <a:gd name="T82" fmla="*/ 87 w 436"/>
              <a:gd name="T83" fmla="*/ 359 h 1197"/>
              <a:gd name="T84" fmla="*/ 72 w 436"/>
              <a:gd name="T85" fmla="*/ 432 h 1197"/>
              <a:gd name="T86" fmla="*/ 72 w 436"/>
              <a:gd name="T87" fmla="*/ 516 h 1197"/>
              <a:gd name="T88" fmla="*/ 100 w 436"/>
              <a:gd name="T89" fmla="*/ 608 h 1197"/>
              <a:gd name="T90" fmla="*/ 19 w 436"/>
              <a:gd name="T91" fmla="*/ 571 h 1197"/>
              <a:gd name="T92" fmla="*/ 0 w 436"/>
              <a:gd name="T93" fmla="*/ 468 h 1197"/>
              <a:gd name="T94" fmla="*/ 15 w 436"/>
              <a:gd name="T95" fmla="*/ 383 h 1197"/>
              <a:gd name="T96" fmla="*/ 26 w 436"/>
              <a:gd name="T97" fmla="*/ 301 h 1197"/>
              <a:gd name="T98" fmla="*/ 48 w 436"/>
              <a:gd name="T99" fmla="*/ 224 h 1197"/>
              <a:gd name="T100" fmla="*/ 104 w 436"/>
              <a:gd name="T101" fmla="*/ 208 h 1197"/>
              <a:gd name="T102" fmla="*/ 172 w 436"/>
              <a:gd name="T103" fmla="*/ 188 h 1197"/>
              <a:gd name="T104" fmla="*/ 170 w 436"/>
              <a:gd name="T105" fmla="*/ 149 h 1197"/>
              <a:gd name="T106" fmla="*/ 158 w 436"/>
              <a:gd name="T107" fmla="*/ 97 h 1197"/>
              <a:gd name="T108" fmla="*/ 170 w 436"/>
              <a:gd name="T109" fmla="*/ 9 h 1197"/>
              <a:gd name="T110" fmla="*/ 260 w 436"/>
              <a:gd name="T111" fmla="*/ 12 h 1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36" h="1197">
                <a:moveTo>
                  <a:pt x="280" y="28"/>
                </a:moveTo>
                <a:lnTo>
                  <a:pt x="282" y="77"/>
                </a:lnTo>
                <a:lnTo>
                  <a:pt x="278" y="121"/>
                </a:lnTo>
                <a:lnTo>
                  <a:pt x="258" y="153"/>
                </a:lnTo>
                <a:lnTo>
                  <a:pt x="258" y="185"/>
                </a:lnTo>
                <a:lnTo>
                  <a:pt x="288" y="196"/>
                </a:lnTo>
                <a:lnTo>
                  <a:pt x="328" y="204"/>
                </a:lnTo>
                <a:lnTo>
                  <a:pt x="352" y="216"/>
                </a:lnTo>
                <a:lnTo>
                  <a:pt x="382" y="229"/>
                </a:lnTo>
                <a:lnTo>
                  <a:pt x="402" y="245"/>
                </a:lnTo>
                <a:lnTo>
                  <a:pt x="410" y="281"/>
                </a:lnTo>
                <a:lnTo>
                  <a:pt x="422" y="329"/>
                </a:lnTo>
                <a:lnTo>
                  <a:pt x="426" y="373"/>
                </a:lnTo>
                <a:lnTo>
                  <a:pt x="431" y="423"/>
                </a:lnTo>
                <a:lnTo>
                  <a:pt x="428" y="456"/>
                </a:lnTo>
                <a:lnTo>
                  <a:pt x="435" y="499"/>
                </a:lnTo>
                <a:lnTo>
                  <a:pt x="426" y="541"/>
                </a:lnTo>
                <a:lnTo>
                  <a:pt x="408" y="584"/>
                </a:lnTo>
                <a:lnTo>
                  <a:pt x="384" y="616"/>
                </a:lnTo>
                <a:lnTo>
                  <a:pt x="348" y="616"/>
                </a:lnTo>
                <a:lnTo>
                  <a:pt x="352" y="560"/>
                </a:lnTo>
                <a:lnTo>
                  <a:pt x="372" y="520"/>
                </a:lnTo>
                <a:lnTo>
                  <a:pt x="380" y="476"/>
                </a:lnTo>
                <a:lnTo>
                  <a:pt x="378" y="449"/>
                </a:lnTo>
                <a:lnTo>
                  <a:pt x="366" y="393"/>
                </a:lnTo>
                <a:lnTo>
                  <a:pt x="355" y="331"/>
                </a:lnTo>
                <a:lnTo>
                  <a:pt x="335" y="383"/>
                </a:lnTo>
                <a:lnTo>
                  <a:pt x="331" y="419"/>
                </a:lnTo>
                <a:lnTo>
                  <a:pt x="323" y="455"/>
                </a:lnTo>
                <a:lnTo>
                  <a:pt x="331" y="495"/>
                </a:lnTo>
                <a:lnTo>
                  <a:pt x="335" y="532"/>
                </a:lnTo>
                <a:lnTo>
                  <a:pt x="343" y="591"/>
                </a:lnTo>
                <a:lnTo>
                  <a:pt x="347" y="624"/>
                </a:lnTo>
                <a:lnTo>
                  <a:pt x="351" y="668"/>
                </a:lnTo>
                <a:lnTo>
                  <a:pt x="348" y="712"/>
                </a:lnTo>
                <a:lnTo>
                  <a:pt x="346" y="753"/>
                </a:lnTo>
                <a:lnTo>
                  <a:pt x="346" y="797"/>
                </a:lnTo>
                <a:lnTo>
                  <a:pt x="348" y="852"/>
                </a:lnTo>
                <a:lnTo>
                  <a:pt x="356" y="896"/>
                </a:lnTo>
                <a:lnTo>
                  <a:pt x="368" y="960"/>
                </a:lnTo>
                <a:lnTo>
                  <a:pt x="376" y="1016"/>
                </a:lnTo>
                <a:lnTo>
                  <a:pt x="380" y="1080"/>
                </a:lnTo>
                <a:lnTo>
                  <a:pt x="388" y="1124"/>
                </a:lnTo>
                <a:lnTo>
                  <a:pt x="416" y="1176"/>
                </a:lnTo>
                <a:lnTo>
                  <a:pt x="399" y="1191"/>
                </a:lnTo>
                <a:lnTo>
                  <a:pt x="364" y="1184"/>
                </a:lnTo>
                <a:lnTo>
                  <a:pt x="344" y="1144"/>
                </a:lnTo>
                <a:lnTo>
                  <a:pt x="320" y="1128"/>
                </a:lnTo>
                <a:lnTo>
                  <a:pt x="304" y="1084"/>
                </a:lnTo>
                <a:lnTo>
                  <a:pt x="296" y="1036"/>
                </a:lnTo>
                <a:lnTo>
                  <a:pt x="288" y="904"/>
                </a:lnTo>
                <a:lnTo>
                  <a:pt x="280" y="824"/>
                </a:lnTo>
                <a:lnTo>
                  <a:pt x="271" y="759"/>
                </a:lnTo>
                <a:lnTo>
                  <a:pt x="256" y="688"/>
                </a:lnTo>
                <a:lnTo>
                  <a:pt x="208" y="688"/>
                </a:lnTo>
                <a:lnTo>
                  <a:pt x="199" y="775"/>
                </a:lnTo>
                <a:lnTo>
                  <a:pt x="191" y="839"/>
                </a:lnTo>
                <a:lnTo>
                  <a:pt x="179" y="895"/>
                </a:lnTo>
                <a:lnTo>
                  <a:pt x="180" y="992"/>
                </a:lnTo>
                <a:lnTo>
                  <a:pt x="184" y="1076"/>
                </a:lnTo>
                <a:lnTo>
                  <a:pt x="160" y="1104"/>
                </a:lnTo>
                <a:lnTo>
                  <a:pt x="164" y="1148"/>
                </a:lnTo>
                <a:lnTo>
                  <a:pt x="136" y="1184"/>
                </a:lnTo>
                <a:lnTo>
                  <a:pt x="108" y="1196"/>
                </a:lnTo>
                <a:lnTo>
                  <a:pt x="92" y="1164"/>
                </a:lnTo>
                <a:lnTo>
                  <a:pt x="108" y="1108"/>
                </a:lnTo>
                <a:lnTo>
                  <a:pt x="107" y="1047"/>
                </a:lnTo>
                <a:lnTo>
                  <a:pt x="111" y="987"/>
                </a:lnTo>
                <a:lnTo>
                  <a:pt x="107" y="923"/>
                </a:lnTo>
                <a:lnTo>
                  <a:pt x="108" y="888"/>
                </a:lnTo>
                <a:lnTo>
                  <a:pt x="112" y="844"/>
                </a:lnTo>
                <a:lnTo>
                  <a:pt x="112" y="804"/>
                </a:lnTo>
                <a:lnTo>
                  <a:pt x="112" y="748"/>
                </a:lnTo>
                <a:lnTo>
                  <a:pt x="108" y="700"/>
                </a:lnTo>
                <a:lnTo>
                  <a:pt x="108" y="648"/>
                </a:lnTo>
                <a:lnTo>
                  <a:pt x="95" y="559"/>
                </a:lnTo>
                <a:lnTo>
                  <a:pt x="107" y="527"/>
                </a:lnTo>
                <a:lnTo>
                  <a:pt x="111" y="491"/>
                </a:lnTo>
                <a:lnTo>
                  <a:pt x="103" y="459"/>
                </a:lnTo>
                <a:lnTo>
                  <a:pt x="107" y="427"/>
                </a:lnTo>
                <a:lnTo>
                  <a:pt x="107" y="395"/>
                </a:lnTo>
                <a:lnTo>
                  <a:pt x="107" y="359"/>
                </a:lnTo>
                <a:lnTo>
                  <a:pt x="95" y="327"/>
                </a:lnTo>
                <a:lnTo>
                  <a:pt x="87" y="359"/>
                </a:lnTo>
                <a:lnTo>
                  <a:pt x="87" y="396"/>
                </a:lnTo>
                <a:lnTo>
                  <a:pt x="72" y="432"/>
                </a:lnTo>
                <a:lnTo>
                  <a:pt x="71" y="475"/>
                </a:lnTo>
                <a:lnTo>
                  <a:pt x="72" y="516"/>
                </a:lnTo>
                <a:lnTo>
                  <a:pt x="76" y="564"/>
                </a:lnTo>
                <a:lnTo>
                  <a:pt x="100" y="608"/>
                </a:lnTo>
                <a:lnTo>
                  <a:pt x="56" y="628"/>
                </a:lnTo>
                <a:lnTo>
                  <a:pt x="19" y="571"/>
                </a:lnTo>
                <a:lnTo>
                  <a:pt x="8" y="528"/>
                </a:lnTo>
                <a:lnTo>
                  <a:pt x="0" y="468"/>
                </a:lnTo>
                <a:lnTo>
                  <a:pt x="7" y="419"/>
                </a:lnTo>
                <a:lnTo>
                  <a:pt x="15" y="383"/>
                </a:lnTo>
                <a:lnTo>
                  <a:pt x="23" y="347"/>
                </a:lnTo>
                <a:lnTo>
                  <a:pt x="26" y="301"/>
                </a:lnTo>
                <a:lnTo>
                  <a:pt x="30" y="261"/>
                </a:lnTo>
                <a:lnTo>
                  <a:pt x="48" y="224"/>
                </a:lnTo>
                <a:lnTo>
                  <a:pt x="76" y="216"/>
                </a:lnTo>
                <a:lnTo>
                  <a:pt x="104" y="208"/>
                </a:lnTo>
                <a:lnTo>
                  <a:pt x="140" y="204"/>
                </a:lnTo>
                <a:lnTo>
                  <a:pt x="172" y="188"/>
                </a:lnTo>
                <a:lnTo>
                  <a:pt x="184" y="164"/>
                </a:lnTo>
                <a:lnTo>
                  <a:pt x="170" y="149"/>
                </a:lnTo>
                <a:lnTo>
                  <a:pt x="158" y="121"/>
                </a:lnTo>
                <a:lnTo>
                  <a:pt x="158" y="97"/>
                </a:lnTo>
                <a:lnTo>
                  <a:pt x="166" y="53"/>
                </a:lnTo>
                <a:lnTo>
                  <a:pt x="170" y="9"/>
                </a:lnTo>
                <a:lnTo>
                  <a:pt x="220" y="0"/>
                </a:lnTo>
                <a:lnTo>
                  <a:pt x="260" y="12"/>
                </a:lnTo>
                <a:lnTo>
                  <a:pt x="280" y="2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6263" name="Line 39">
            <a:extLst>
              <a:ext uri="{FF2B5EF4-FFF2-40B4-BE49-F238E27FC236}">
                <a16:creationId xmlns:a16="http://schemas.microsoft.com/office/drawing/2014/main" id="{3F0B7594-2430-74A9-F703-E92CA58EE53D}"/>
              </a:ext>
            </a:extLst>
          </p:cNvPr>
          <p:cNvSpPr>
            <a:spLocks noChangeShapeType="1"/>
          </p:cNvSpPr>
          <p:nvPr/>
        </p:nvSpPr>
        <p:spPr bwMode="auto">
          <a:xfrm>
            <a:off x="2549525" y="4530725"/>
            <a:ext cx="3603625" cy="0"/>
          </a:xfrm>
          <a:prstGeom prst="line">
            <a:avLst/>
          </a:prstGeom>
          <a:noFill/>
          <a:ln w="28575">
            <a:solidFill>
              <a:schemeClr val="tx1"/>
            </a:solidFill>
            <a:prstDash val="dash"/>
            <a:round/>
            <a:headEnd type="arrow" w="med" len="med"/>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64" name="Text Box 40">
            <a:extLst>
              <a:ext uri="{FF2B5EF4-FFF2-40B4-BE49-F238E27FC236}">
                <a16:creationId xmlns:a16="http://schemas.microsoft.com/office/drawing/2014/main" id="{296AF786-F01C-A3AC-8EB1-D8C175FBB671}"/>
              </a:ext>
            </a:extLst>
          </p:cNvPr>
          <p:cNvSpPr txBox="1">
            <a:spLocks noChangeArrowheads="1"/>
          </p:cNvSpPr>
          <p:nvPr/>
        </p:nvSpPr>
        <p:spPr bwMode="auto">
          <a:xfrm>
            <a:off x="3078163" y="4533900"/>
            <a:ext cx="2071687" cy="3444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a:t>Yamada Taro.</a:t>
            </a:r>
            <a:endParaRPr lang="en-US" altLang="ja-JP" sz="1800"/>
          </a:p>
        </p:txBody>
      </p:sp>
      <p:sp>
        <p:nvSpPr>
          <p:cNvPr id="436265" name="Line 41">
            <a:extLst>
              <a:ext uri="{FF2B5EF4-FFF2-40B4-BE49-F238E27FC236}">
                <a16:creationId xmlns:a16="http://schemas.microsoft.com/office/drawing/2014/main" id="{70A4BC31-0FE4-9117-7638-9892222791B6}"/>
              </a:ext>
            </a:extLst>
          </p:cNvPr>
          <p:cNvSpPr>
            <a:spLocks noChangeShapeType="1"/>
          </p:cNvSpPr>
          <p:nvPr/>
        </p:nvSpPr>
        <p:spPr bwMode="auto">
          <a:xfrm>
            <a:off x="2562225" y="5799138"/>
            <a:ext cx="3603625" cy="0"/>
          </a:xfrm>
          <a:prstGeom prst="line">
            <a:avLst/>
          </a:prstGeom>
          <a:noFill/>
          <a:ln w="28575">
            <a:solidFill>
              <a:schemeClr val="tx1"/>
            </a:solidFill>
            <a:prstDash val="dash"/>
            <a:round/>
            <a:headEnd type="arrow" w="med" len="med"/>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66" name="Rectangle 42">
            <a:extLst>
              <a:ext uri="{FF2B5EF4-FFF2-40B4-BE49-F238E27FC236}">
                <a16:creationId xmlns:a16="http://schemas.microsoft.com/office/drawing/2014/main" id="{55C73516-7DEF-2FA3-BEA9-F9C699E2BF59}"/>
              </a:ext>
            </a:extLst>
          </p:cNvPr>
          <p:cNvSpPr>
            <a:spLocks noChangeArrowheads="1"/>
          </p:cNvSpPr>
          <p:nvPr/>
        </p:nvSpPr>
        <p:spPr bwMode="auto">
          <a:xfrm>
            <a:off x="6137275" y="5405438"/>
            <a:ext cx="255588" cy="527050"/>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67" name="Text Box 43">
            <a:extLst>
              <a:ext uri="{FF2B5EF4-FFF2-40B4-BE49-F238E27FC236}">
                <a16:creationId xmlns:a16="http://schemas.microsoft.com/office/drawing/2014/main" id="{15AB4A00-560C-19BB-F574-B2923E5BBE3E}"/>
              </a:ext>
            </a:extLst>
          </p:cNvPr>
          <p:cNvSpPr txBox="1">
            <a:spLocks noChangeArrowheads="1"/>
          </p:cNvSpPr>
          <p:nvPr/>
        </p:nvSpPr>
        <p:spPr bwMode="auto">
          <a:xfrm>
            <a:off x="3470275" y="5880100"/>
            <a:ext cx="1470025" cy="3444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a:t>30 tuổi.</a:t>
            </a:r>
            <a:endParaRPr lang="en-US" altLang="ja-JP" sz="1800"/>
          </a:p>
        </p:txBody>
      </p:sp>
      <p:sp>
        <p:nvSpPr>
          <p:cNvPr id="436251" name="AutoShape 27">
            <a:extLst>
              <a:ext uri="{FF2B5EF4-FFF2-40B4-BE49-F238E27FC236}">
                <a16:creationId xmlns:a16="http://schemas.microsoft.com/office/drawing/2014/main" id="{55043842-F453-58C3-EDF8-247E7857307B}"/>
              </a:ext>
            </a:extLst>
          </p:cNvPr>
          <p:cNvSpPr>
            <a:spLocks noChangeArrowheads="1"/>
          </p:cNvSpPr>
          <p:nvPr/>
        </p:nvSpPr>
        <p:spPr bwMode="auto">
          <a:xfrm rot="16200000">
            <a:off x="7645400" y="3106738"/>
            <a:ext cx="809625" cy="2479675"/>
          </a:xfrm>
          <a:prstGeom prst="foldedCorner">
            <a:avLst>
              <a:gd name="adj" fmla="val 12500"/>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r>
              <a:rPr lang="en-US" altLang="ja-JP" sz="1800" b="0" dirty="0" err="1">
                <a:latin typeface="+mj-lt"/>
              </a:rPr>
              <a:t>Thực</a:t>
            </a:r>
            <a:r>
              <a:rPr lang="en-US" altLang="ja-JP" sz="1800" b="0" dirty="0">
                <a:latin typeface="+mj-lt"/>
              </a:rPr>
              <a:t> </a:t>
            </a:r>
            <a:r>
              <a:rPr lang="en-US" altLang="ja-JP" sz="1800" b="0" dirty="0" err="1">
                <a:latin typeface="+mj-lt"/>
              </a:rPr>
              <a:t>hiện</a:t>
            </a:r>
            <a:r>
              <a:rPr lang="en-US" altLang="ja-JP" sz="1800" b="0" dirty="0">
                <a:latin typeface="+mj-lt"/>
              </a:rPr>
              <a:t> </a:t>
            </a:r>
            <a:r>
              <a:rPr lang="en-US" altLang="ja-JP" sz="1800" b="0" dirty="0" err="1">
                <a:latin typeface="+mj-lt"/>
              </a:rPr>
              <a:t>thao</a:t>
            </a:r>
            <a:r>
              <a:rPr lang="en-US" altLang="ja-JP" sz="1800" b="0" dirty="0">
                <a:latin typeface="+mj-lt"/>
              </a:rPr>
              <a:t> </a:t>
            </a:r>
            <a:r>
              <a:rPr lang="en-US" altLang="ja-JP" sz="1800" b="0" dirty="0" err="1">
                <a:latin typeface="+mj-lt"/>
              </a:rPr>
              <a:t>tác</a:t>
            </a:r>
            <a:endParaRPr lang="en-US" altLang="ja-JP" sz="1800" b="0" dirty="0">
              <a:latin typeface="+mj-lt"/>
            </a:endParaRPr>
          </a:p>
          <a:p>
            <a:pPr algn="ctr"/>
            <a:r>
              <a:rPr lang="ja-JP" altLang="en-US" sz="1800" b="0" dirty="0">
                <a:latin typeface="+mj-lt"/>
              </a:rPr>
              <a:t>「</a:t>
            </a:r>
            <a:r>
              <a:rPr lang="en-US" altLang="ja-JP" sz="1800" b="0" dirty="0" err="1">
                <a:latin typeface="+mj-lt"/>
              </a:rPr>
              <a:t>Lấy</a:t>
            </a:r>
            <a:r>
              <a:rPr lang="en-US" altLang="ja-JP" sz="1800" b="0" dirty="0">
                <a:latin typeface="+mj-lt"/>
              </a:rPr>
              <a:t> </a:t>
            </a:r>
            <a:r>
              <a:rPr lang="en-US" altLang="ja-JP" sz="1800" b="0" dirty="0" err="1">
                <a:latin typeface="+mj-lt"/>
              </a:rPr>
              <a:t>tên</a:t>
            </a:r>
            <a:r>
              <a:rPr lang="ja-JP" altLang="en-US" sz="1800" b="0" dirty="0">
                <a:latin typeface="+mj-lt"/>
              </a:rPr>
              <a:t>」</a:t>
            </a:r>
            <a:endParaRPr lang="ja-JP" altLang="en-US" sz="1800" dirty="0">
              <a:latin typeface="+mj-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8BAAC712-9A2B-EEB8-6156-DE5FCAED1853}"/>
              </a:ext>
            </a:extLst>
          </p:cNvPr>
          <p:cNvSpPr>
            <a:spLocks noGrp="1"/>
          </p:cNvSpPr>
          <p:nvPr>
            <p:ph type="sldNum" sz="quarter" idx="10"/>
          </p:nvPr>
        </p:nvSpPr>
        <p:spPr/>
        <p:txBody>
          <a:bodyPr/>
          <a:lstStyle/>
          <a:p>
            <a:fld id="{55D4664C-9DAF-411C-98FE-2662F39AD6BA}" type="slidenum">
              <a:rPr lang="en-US" altLang="ja-JP"/>
              <a:pPr/>
              <a:t>12</a:t>
            </a:fld>
            <a:endParaRPr lang="en-US" altLang="ja-JP"/>
          </a:p>
        </p:txBody>
      </p:sp>
      <p:sp>
        <p:nvSpPr>
          <p:cNvPr id="438274" name="Rectangle 2">
            <a:extLst>
              <a:ext uri="{FF2B5EF4-FFF2-40B4-BE49-F238E27FC236}">
                <a16:creationId xmlns:a16="http://schemas.microsoft.com/office/drawing/2014/main" id="{C0509EDC-15BE-9C4F-9365-D5725981A9DA}"/>
              </a:ext>
            </a:extLst>
          </p:cNvPr>
          <p:cNvSpPr>
            <a:spLocks noChangeArrowheads="1"/>
          </p:cNvSpPr>
          <p:nvPr/>
        </p:nvSpPr>
        <p:spPr bwMode="auto">
          <a:xfrm>
            <a:off x="619125" y="1987550"/>
            <a:ext cx="8637588" cy="4533900"/>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8275" name="Rectangle 3">
            <a:extLst>
              <a:ext uri="{FF2B5EF4-FFF2-40B4-BE49-F238E27FC236}">
                <a16:creationId xmlns:a16="http://schemas.microsoft.com/office/drawing/2014/main" id="{47706212-D076-749D-4BD9-51B51EB1C151}"/>
              </a:ext>
            </a:extLst>
          </p:cNvPr>
          <p:cNvSpPr>
            <a:spLocks noGrp="1" noChangeArrowheads="1"/>
          </p:cNvSpPr>
          <p:nvPr>
            <p:ph type="title"/>
          </p:nvPr>
        </p:nvSpPr>
        <p:spPr>
          <a:xfrm>
            <a:off x="329406" y="292100"/>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Quan </a:t>
            </a:r>
            <a:r>
              <a:rPr lang="en-US" altLang="ja-JP" dirty="0" err="1">
                <a:latin typeface="Arial" panose="020B0604020202020204" pitchFamily="34" charset="0"/>
                <a:ea typeface="MS UI Gothic" panose="020B0600070205080204" pitchFamily="50" charset="-128"/>
              </a:rPr>
              <a:t>hệ</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tương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tác</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class (object)(1)</a:t>
            </a:r>
          </a:p>
        </p:txBody>
      </p:sp>
      <p:sp>
        <p:nvSpPr>
          <p:cNvPr id="438276" name="Rectangle 4">
            <a:extLst>
              <a:ext uri="{FF2B5EF4-FFF2-40B4-BE49-F238E27FC236}">
                <a16:creationId xmlns:a16="http://schemas.microsoft.com/office/drawing/2014/main" id="{4275D4BA-624A-09B8-91DB-0059829B5004}"/>
              </a:ext>
            </a:extLst>
          </p:cNvPr>
          <p:cNvSpPr>
            <a:spLocks noGrp="1" noChangeArrowheads="1"/>
          </p:cNvSpPr>
          <p:nvPr>
            <p:ph type="body" sz="half" idx="1"/>
          </p:nvPr>
        </p:nvSpPr>
        <p:spPr>
          <a:xfrm>
            <a:off x="344488" y="706438"/>
            <a:ext cx="9339262" cy="406400"/>
          </a:xfrm>
        </p:spPr>
        <p:txBody>
          <a:bodyPr>
            <a:normAutofit fontScale="92500" lnSpcReduction="10000"/>
          </a:bodyPr>
          <a:lstStyle/>
          <a:p>
            <a:r>
              <a:rPr lang="en-US" altLang="ja-JP" sz="2400">
                <a:latin typeface="Arial" panose="020B0604020202020204" pitchFamily="34" charset="0"/>
              </a:rPr>
              <a:t>Liên quan</a:t>
            </a:r>
          </a:p>
        </p:txBody>
      </p:sp>
      <p:sp>
        <p:nvSpPr>
          <p:cNvPr id="438277" name="Rectangle 5">
            <a:extLst>
              <a:ext uri="{FF2B5EF4-FFF2-40B4-BE49-F238E27FC236}">
                <a16:creationId xmlns:a16="http://schemas.microsoft.com/office/drawing/2014/main" id="{90F210AE-281C-074A-B799-63310AFFC45D}"/>
              </a:ext>
            </a:extLst>
          </p:cNvPr>
          <p:cNvSpPr>
            <a:spLocks noChangeArrowheads="1"/>
          </p:cNvSpPr>
          <p:nvPr/>
        </p:nvSpPr>
        <p:spPr bwMode="auto">
          <a:xfrm>
            <a:off x="344488" y="1204913"/>
            <a:ext cx="9120187" cy="4968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Là việc giữa các class(object)</a:t>
            </a:r>
            <a:r>
              <a:rPr lang="en-US" altLang="ja-JP" sz="2000">
                <a:solidFill>
                  <a:srgbClr val="FF0000"/>
                </a:solidFill>
                <a:latin typeface="Arial" panose="020B0604020202020204" pitchFamily="34" charset="0"/>
              </a:rPr>
              <a:t> </a:t>
            </a:r>
            <a:r>
              <a:rPr lang="en-US" altLang="ja-JP" sz="2000">
                <a:latin typeface="Arial" panose="020B0604020202020204" pitchFamily="34" charset="0"/>
              </a:rPr>
              <a:t>có mỗi quan hệ có nghĩa nào đó.</a:t>
            </a:r>
          </a:p>
        </p:txBody>
      </p:sp>
      <p:sp>
        <p:nvSpPr>
          <p:cNvPr id="438279" name="Rectangle 7">
            <a:extLst>
              <a:ext uri="{FF2B5EF4-FFF2-40B4-BE49-F238E27FC236}">
                <a16:creationId xmlns:a16="http://schemas.microsoft.com/office/drawing/2014/main" id="{F21DBBD7-B60D-E190-77D7-3ECD92996902}"/>
              </a:ext>
            </a:extLst>
          </p:cNvPr>
          <p:cNvSpPr>
            <a:spLocks noChangeArrowheads="1"/>
          </p:cNvSpPr>
          <p:nvPr/>
        </p:nvSpPr>
        <p:spPr bwMode="auto">
          <a:xfrm>
            <a:off x="1619250" y="3106738"/>
            <a:ext cx="1800225" cy="719137"/>
          </a:xfrm>
          <a:prstGeom prst="rect">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400" b="0" dirty="0">
                <a:latin typeface="+mj-lt"/>
              </a:rPr>
              <a:t>Thư </a:t>
            </a:r>
            <a:r>
              <a:rPr lang="en-US" altLang="ja-JP" sz="2400" b="0" dirty="0" err="1">
                <a:latin typeface="+mj-lt"/>
              </a:rPr>
              <a:t>viện</a:t>
            </a:r>
            <a:endParaRPr lang="en-US" altLang="ja-JP" sz="2400" b="0" dirty="0">
              <a:latin typeface="+mj-lt"/>
            </a:endParaRPr>
          </a:p>
        </p:txBody>
      </p:sp>
      <p:sp>
        <p:nvSpPr>
          <p:cNvPr id="438281" name="Rectangle 9">
            <a:extLst>
              <a:ext uri="{FF2B5EF4-FFF2-40B4-BE49-F238E27FC236}">
                <a16:creationId xmlns:a16="http://schemas.microsoft.com/office/drawing/2014/main" id="{C9C5DD2C-E0D0-DA6F-FDA5-90EBEA7E73C8}"/>
              </a:ext>
            </a:extLst>
          </p:cNvPr>
          <p:cNvSpPr>
            <a:spLocks noChangeArrowheads="1"/>
          </p:cNvSpPr>
          <p:nvPr/>
        </p:nvSpPr>
        <p:spPr bwMode="auto">
          <a:xfrm>
            <a:off x="5472113" y="3106738"/>
            <a:ext cx="1800225" cy="719137"/>
          </a:xfrm>
          <a:prstGeom prst="rect">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400" b="0" dirty="0" err="1">
                <a:latin typeface="+mj-lt"/>
              </a:rPr>
              <a:t>Sách</a:t>
            </a:r>
            <a:endParaRPr lang="en-US" altLang="ja-JP" sz="2400" b="0" dirty="0">
              <a:latin typeface="+mj-lt"/>
            </a:endParaRPr>
          </a:p>
        </p:txBody>
      </p:sp>
      <p:sp>
        <p:nvSpPr>
          <p:cNvPr id="438282" name="Rectangle 10">
            <a:extLst>
              <a:ext uri="{FF2B5EF4-FFF2-40B4-BE49-F238E27FC236}">
                <a16:creationId xmlns:a16="http://schemas.microsoft.com/office/drawing/2014/main" id="{3C475A1F-E19A-703C-D856-337F0F92A063}"/>
              </a:ext>
            </a:extLst>
          </p:cNvPr>
          <p:cNvSpPr>
            <a:spLocks noChangeArrowheads="1"/>
          </p:cNvSpPr>
          <p:nvPr/>
        </p:nvSpPr>
        <p:spPr bwMode="auto">
          <a:xfrm>
            <a:off x="5334000" y="5284788"/>
            <a:ext cx="2109788" cy="719137"/>
          </a:xfrm>
          <a:prstGeom prst="rect">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400" b="0" dirty="0" err="1">
                <a:latin typeface="+mj-lt"/>
              </a:rPr>
              <a:t>Người</a:t>
            </a:r>
            <a:r>
              <a:rPr lang="en-US" altLang="ja-JP" sz="2400" b="0" dirty="0">
                <a:latin typeface="+mj-lt"/>
              </a:rPr>
              <a:t> </a:t>
            </a:r>
            <a:r>
              <a:rPr lang="en-US" altLang="ja-JP" sz="2400" b="0" dirty="0" err="1">
                <a:latin typeface="+mj-lt"/>
              </a:rPr>
              <a:t>sử</a:t>
            </a:r>
            <a:r>
              <a:rPr lang="en-US" altLang="ja-JP" sz="2400" b="0" dirty="0">
                <a:latin typeface="+mj-lt"/>
              </a:rPr>
              <a:t> </a:t>
            </a:r>
            <a:r>
              <a:rPr lang="en-US" altLang="ja-JP" sz="2400" b="0" dirty="0" err="1">
                <a:latin typeface="+mj-lt"/>
              </a:rPr>
              <a:t>dụng</a:t>
            </a:r>
            <a:endParaRPr lang="en-US" altLang="ja-JP" sz="2400" b="0" dirty="0">
              <a:latin typeface="+mj-lt"/>
            </a:endParaRPr>
          </a:p>
        </p:txBody>
      </p:sp>
      <p:cxnSp>
        <p:nvCxnSpPr>
          <p:cNvPr id="438299" name="AutoShape 27">
            <a:extLst>
              <a:ext uri="{FF2B5EF4-FFF2-40B4-BE49-F238E27FC236}">
                <a16:creationId xmlns:a16="http://schemas.microsoft.com/office/drawing/2014/main" id="{C5A7CC63-2E4C-0621-C470-0DCC06FE625F}"/>
              </a:ext>
            </a:extLst>
          </p:cNvPr>
          <p:cNvCxnSpPr>
            <a:cxnSpLocks noChangeShapeType="1"/>
            <a:stCxn id="438279" idx="3"/>
            <a:endCxn id="438281" idx="1"/>
          </p:cNvCxnSpPr>
          <p:nvPr/>
        </p:nvCxnSpPr>
        <p:spPr bwMode="auto">
          <a:xfrm>
            <a:off x="3419475" y="3467100"/>
            <a:ext cx="2052638" cy="0"/>
          </a:xfrm>
          <a:prstGeom prst="straightConnector1">
            <a:avLst/>
          </a:prstGeom>
          <a:noFill/>
          <a:ln w="19050">
            <a:solidFill>
              <a:schemeClr val="tx1"/>
            </a:solidFill>
            <a:round/>
            <a:headEnd/>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38301" name="AutoShape 29">
            <a:extLst>
              <a:ext uri="{FF2B5EF4-FFF2-40B4-BE49-F238E27FC236}">
                <a16:creationId xmlns:a16="http://schemas.microsoft.com/office/drawing/2014/main" id="{BB5CD478-0764-9D7E-143A-5605C9A861B7}"/>
              </a:ext>
            </a:extLst>
          </p:cNvPr>
          <p:cNvCxnSpPr>
            <a:cxnSpLocks noChangeShapeType="1"/>
            <a:stCxn id="438279" idx="2"/>
            <a:endCxn id="438282" idx="1"/>
          </p:cNvCxnSpPr>
          <p:nvPr/>
        </p:nvCxnSpPr>
        <p:spPr bwMode="auto">
          <a:xfrm>
            <a:off x="2519363" y="3825875"/>
            <a:ext cx="2814637" cy="1818482"/>
          </a:xfrm>
          <a:prstGeom prst="straightConnector1">
            <a:avLst/>
          </a:prstGeom>
          <a:noFill/>
          <a:ln w="19050">
            <a:solidFill>
              <a:schemeClr val="tx1"/>
            </a:solidFill>
            <a:round/>
            <a:headEnd type="arrow"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38302" name="AutoShape 30">
            <a:extLst>
              <a:ext uri="{FF2B5EF4-FFF2-40B4-BE49-F238E27FC236}">
                <a16:creationId xmlns:a16="http://schemas.microsoft.com/office/drawing/2014/main" id="{F37DE412-CEB3-D30C-027B-7129FCDD11DB}"/>
              </a:ext>
            </a:extLst>
          </p:cNvPr>
          <p:cNvCxnSpPr>
            <a:cxnSpLocks noChangeShapeType="1"/>
            <a:stCxn id="438281" idx="2"/>
            <a:endCxn id="438282" idx="0"/>
          </p:cNvCxnSpPr>
          <p:nvPr/>
        </p:nvCxnSpPr>
        <p:spPr bwMode="auto">
          <a:xfrm>
            <a:off x="6372226" y="3825875"/>
            <a:ext cx="16668" cy="1458913"/>
          </a:xfrm>
          <a:prstGeom prst="straightConnector1">
            <a:avLst/>
          </a:prstGeom>
          <a:noFill/>
          <a:ln w="19050">
            <a:solidFill>
              <a:schemeClr val="tx1"/>
            </a:solidFill>
            <a:round/>
            <a:headEnd type="arrow"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38303" name="Text Box 31">
            <a:extLst>
              <a:ext uri="{FF2B5EF4-FFF2-40B4-BE49-F238E27FC236}">
                <a16:creationId xmlns:a16="http://schemas.microsoft.com/office/drawing/2014/main" id="{51739F24-D22B-28A4-4CDC-85702519F65E}"/>
              </a:ext>
            </a:extLst>
          </p:cNvPr>
          <p:cNvSpPr txBox="1">
            <a:spLocks noChangeArrowheads="1"/>
          </p:cNvSpPr>
          <p:nvPr/>
        </p:nvSpPr>
        <p:spPr bwMode="auto">
          <a:xfrm>
            <a:off x="4152900" y="2946400"/>
            <a:ext cx="1262063" cy="3444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a:latin typeface="ＭＳ Ｐゴシック" panose="020B0600070205080204" pitchFamily="50" charset="-128"/>
              </a:rPr>
              <a:t>Giữ</a:t>
            </a:r>
            <a:endParaRPr lang="en-US" altLang="ja-JP" sz="1800"/>
          </a:p>
        </p:txBody>
      </p:sp>
      <p:sp>
        <p:nvSpPr>
          <p:cNvPr id="438304" name="Text Box 32">
            <a:extLst>
              <a:ext uri="{FF2B5EF4-FFF2-40B4-BE49-F238E27FC236}">
                <a16:creationId xmlns:a16="http://schemas.microsoft.com/office/drawing/2014/main" id="{38A1B94B-2A8A-FD69-87B6-DDC662175CBB}"/>
              </a:ext>
            </a:extLst>
          </p:cNvPr>
          <p:cNvSpPr txBox="1">
            <a:spLocks noChangeArrowheads="1"/>
          </p:cNvSpPr>
          <p:nvPr/>
        </p:nvSpPr>
        <p:spPr bwMode="auto">
          <a:xfrm>
            <a:off x="2870200" y="4970463"/>
            <a:ext cx="1303338" cy="34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dirty="0" err="1">
                <a:latin typeface="ＭＳ Ｐゴシック" panose="020B0600070205080204" pitchFamily="50" charset="-128"/>
              </a:rPr>
              <a:t>Sử</a:t>
            </a:r>
            <a:r>
              <a:rPr lang="en-US" altLang="ja-JP" sz="1800" b="0" dirty="0">
                <a:latin typeface="ＭＳ Ｐゴシック" panose="020B0600070205080204" pitchFamily="50" charset="-128"/>
              </a:rPr>
              <a:t> </a:t>
            </a:r>
            <a:r>
              <a:rPr lang="en-US" altLang="ja-JP" sz="1800" b="0" dirty="0" err="1">
                <a:latin typeface="ＭＳ Ｐゴシック" panose="020B0600070205080204" pitchFamily="50" charset="-128"/>
              </a:rPr>
              <a:t>dụng</a:t>
            </a:r>
            <a:endParaRPr lang="en-US" altLang="ja-JP" sz="1800" dirty="0"/>
          </a:p>
        </p:txBody>
      </p:sp>
      <p:sp>
        <p:nvSpPr>
          <p:cNvPr id="438305" name="Text Box 33">
            <a:extLst>
              <a:ext uri="{FF2B5EF4-FFF2-40B4-BE49-F238E27FC236}">
                <a16:creationId xmlns:a16="http://schemas.microsoft.com/office/drawing/2014/main" id="{816E4C4B-5A03-0187-48FA-557EEAE4D181}"/>
              </a:ext>
            </a:extLst>
          </p:cNvPr>
          <p:cNvSpPr txBox="1">
            <a:spLocks noChangeArrowheads="1"/>
          </p:cNvSpPr>
          <p:nvPr/>
        </p:nvSpPr>
        <p:spPr bwMode="auto">
          <a:xfrm>
            <a:off x="6513513" y="4410075"/>
            <a:ext cx="1303337" cy="3444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a:latin typeface="ＭＳ Ｐゴシック" panose="020B0600070205080204" pitchFamily="50" charset="-128"/>
              </a:rPr>
              <a:t>Mượn</a:t>
            </a:r>
            <a:endParaRPr lang="en-US" altLang="ja-JP" sz="1800"/>
          </a:p>
        </p:txBody>
      </p:sp>
      <p:sp>
        <p:nvSpPr>
          <p:cNvPr id="438307" name="AutoShape 35">
            <a:extLst>
              <a:ext uri="{FF2B5EF4-FFF2-40B4-BE49-F238E27FC236}">
                <a16:creationId xmlns:a16="http://schemas.microsoft.com/office/drawing/2014/main" id="{0EECB954-0C66-DACB-9697-9E8356416411}"/>
              </a:ext>
            </a:extLst>
          </p:cNvPr>
          <p:cNvSpPr>
            <a:spLocks noChangeArrowheads="1"/>
          </p:cNvSpPr>
          <p:nvPr/>
        </p:nvSpPr>
        <p:spPr bwMode="auto">
          <a:xfrm>
            <a:off x="1063625" y="5729288"/>
            <a:ext cx="3603625" cy="566737"/>
          </a:xfrm>
          <a:prstGeom prst="wedgeRoundRectCallout">
            <a:avLst>
              <a:gd name="adj1" fmla="val -4273"/>
              <a:gd name="adj2" fmla="val -105463"/>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Người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sử</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dụng</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sử</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dụng</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thư</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viện</a:t>
            </a:r>
            <a:r>
              <a:rPr lang="en-US" altLang="ja-JP" sz="1800" b="0" dirty="0">
                <a:latin typeface="+mj-lt"/>
                <a:cs typeface="Times New Roman" panose="02020603050405020304" pitchFamily="18" charset="0"/>
              </a:rPr>
              <a:t>. </a:t>
            </a:r>
          </a:p>
        </p:txBody>
      </p:sp>
      <p:sp>
        <p:nvSpPr>
          <p:cNvPr id="438308" name="AutoShape 36">
            <a:extLst>
              <a:ext uri="{FF2B5EF4-FFF2-40B4-BE49-F238E27FC236}">
                <a16:creationId xmlns:a16="http://schemas.microsoft.com/office/drawing/2014/main" id="{15FF8159-E21A-4946-E9F2-BB22169205E0}"/>
              </a:ext>
            </a:extLst>
          </p:cNvPr>
          <p:cNvSpPr>
            <a:spLocks noChangeArrowheads="1"/>
          </p:cNvSpPr>
          <p:nvPr/>
        </p:nvSpPr>
        <p:spPr bwMode="auto">
          <a:xfrm>
            <a:off x="3032125" y="2125663"/>
            <a:ext cx="3097213" cy="566737"/>
          </a:xfrm>
          <a:prstGeom prst="wedgeRoundRectCallout">
            <a:avLst>
              <a:gd name="adj1" fmla="val -23245"/>
              <a:gd name="adj2" fmla="val 118069"/>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2000" b="0" dirty="0">
                <a:latin typeface="+mj-lt"/>
                <a:cs typeface="Times New Roman" panose="02020603050405020304" pitchFamily="18" charset="0"/>
              </a:rPr>
              <a:t> Thư </a:t>
            </a:r>
            <a:r>
              <a:rPr lang="en-US" altLang="ja-JP" sz="2000" b="0" dirty="0" err="1">
                <a:latin typeface="+mj-lt"/>
                <a:cs typeface="Times New Roman" panose="02020603050405020304" pitchFamily="18" charset="0"/>
              </a:rPr>
              <a:t>viện</a:t>
            </a:r>
            <a:r>
              <a:rPr lang="en-US" altLang="ja-JP" sz="2000" b="0" dirty="0">
                <a:latin typeface="+mj-lt"/>
                <a:cs typeface="Times New Roman" panose="02020603050405020304" pitchFamily="18" charset="0"/>
              </a:rPr>
              <a:t> </a:t>
            </a:r>
            <a:r>
              <a:rPr lang="en-US" altLang="ja-JP" sz="2000" b="0" dirty="0" err="1">
                <a:latin typeface="+mj-lt"/>
                <a:cs typeface="Times New Roman" panose="02020603050405020304" pitchFamily="18" charset="0"/>
              </a:rPr>
              <a:t>giữ</a:t>
            </a:r>
            <a:r>
              <a:rPr lang="en-US" altLang="ja-JP" sz="2000" b="0" dirty="0">
                <a:latin typeface="+mj-lt"/>
                <a:cs typeface="Times New Roman" panose="02020603050405020304" pitchFamily="18" charset="0"/>
              </a:rPr>
              <a:t> </a:t>
            </a:r>
            <a:r>
              <a:rPr lang="en-US" altLang="ja-JP" sz="2000" b="0" dirty="0" err="1">
                <a:latin typeface="+mj-lt"/>
                <a:cs typeface="Times New Roman" panose="02020603050405020304" pitchFamily="18" charset="0"/>
              </a:rPr>
              <a:t>sách</a:t>
            </a:r>
            <a:endParaRPr lang="en-US" altLang="ja-JP" sz="2000" b="0" dirty="0">
              <a:latin typeface="+mj-lt"/>
              <a:cs typeface="Times New Roman" panose="02020603050405020304" pitchFamily="18" charset="0"/>
            </a:endParaRPr>
          </a:p>
        </p:txBody>
      </p:sp>
      <p:sp>
        <p:nvSpPr>
          <p:cNvPr id="438309" name="AutoShape 37">
            <a:extLst>
              <a:ext uri="{FF2B5EF4-FFF2-40B4-BE49-F238E27FC236}">
                <a16:creationId xmlns:a16="http://schemas.microsoft.com/office/drawing/2014/main" id="{2228B35B-398D-AFF2-0476-17FA1C21B645}"/>
              </a:ext>
            </a:extLst>
          </p:cNvPr>
          <p:cNvSpPr>
            <a:spLocks noChangeArrowheads="1"/>
          </p:cNvSpPr>
          <p:nvPr/>
        </p:nvSpPr>
        <p:spPr bwMode="auto">
          <a:xfrm>
            <a:off x="7672388" y="3697288"/>
            <a:ext cx="1465262" cy="893762"/>
          </a:xfrm>
          <a:prstGeom prst="wedgeRoundRectCallout">
            <a:avLst>
              <a:gd name="adj1" fmla="val -72644"/>
              <a:gd name="adj2" fmla="val 46269"/>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Người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sử</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dụng</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mượn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sách</a:t>
            </a:r>
            <a:endParaRPr lang="en-US" altLang="ja-JP" sz="1800" b="0" dirty="0">
              <a:latin typeface="+mj-lt"/>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D5135E6-E25D-AC49-459B-2740E959EB80}"/>
              </a:ext>
            </a:extLst>
          </p:cNvPr>
          <p:cNvSpPr>
            <a:spLocks noGrp="1"/>
          </p:cNvSpPr>
          <p:nvPr>
            <p:ph type="sldNum" sz="quarter" idx="10"/>
          </p:nvPr>
        </p:nvSpPr>
        <p:spPr/>
        <p:txBody>
          <a:bodyPr/>
          <a:lstStyle/>
          <a:p>
            <a:fld id="{089145EC-50C3-4E08-AB02-FEF3297C12B0}" type="slidenum">
              <a:rPr lang="en-US" altLang="ja-JP"/>
              <a:pPr/>
              <a:t>13</a:t>
            </a:fld>
            <a:endParaRPr lang="en-US" altLang="ja-JP"/>
          </a:p>
        </p:txBody>
      </p:sp>
      <p:sp>
        <p:nvSpPr>
          <p:cNvPr id="395267" name="Rectangle 3">
            <a:extLst>
              <a:ext uri="{FF2B5EF4-FFF2-40B4-BE49-F238E27FC236}">
                <a16:creationId xmlns:a16="http://schemas.microsoft.com/office/drawing/2014/main" id="{BF60C142-A0E9-3E05-A6C8-6EFA84AF3355}"/>
              </a:ext>
            </a:extLst>
          </p:cNvPr>
          <p:cNvSpPr>
            <a:spLocks noGrp="1" noChangeArrowheads="1"/>
          </p:cNvSpPr>
          <p:nvPr>
            <p:ph type="title"/>
          </p:nvPr>
        </p:nvSpPr>
        <p:spPr>
          <a:xfrm>
            <a:off x="344487" y="274638"/>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Quan </a:t>
            </a:r>
            <a:r>
              <a:rPr lang="en-US" altLang="ja-JP" dirty="0" err="1">
                <a:latin typeface="Arial" panose="020B0604020202020204" pitchFamily="34" charset="0"/>
                <a:ea typeface="MS UI Gothic" panose="020B0600070205080204" pitchFamily="50" charset="-128"/>
              </a:rPr>
              <a:t>hệ</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tương</a:t>
            </a:r>
            <a:r>
              <a:rPr lang="en-US" altLang="ja-JP" dirty="0">
                <a:solidFill>
                  <a:srgbClr val="FF0000"/>
                </a:solidFill>
                <a:latin typeface="Arial" panose="020B0604020202020204" pitchFamily="34" charset="0"/>
                <a:ea typeface="MS UI Gothic" panose="020B0600070205080204" pitchFamily="50" charset="-128"/>
              </a:rPr>
              <a:t> </a:t>
            </a:r>
            <a:r>
              <a:rPr lang="en-US" altLang="ja-JP" dirty="0" err="1">
                <a:solidFill>
                  <a:schemeClr val="tx1"/>
                </a:solidFill>
                <a:latin typeface="Arial" panose="020B0604020202020204" pitchFamily="34" charset="0"/>
                <a:ea typeface="MS UI Gothic" panose="020B0600070205080204" pitchFamily="50" charset="-128"/>
              </a:rPr>
              <a:t>tác</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class (</a:t>
            </a:r>
            <a:r>
              <a:rPr lang="en-US" altLang="ja-JP" dirty="0" err="1">
                <a:latin typeface="Arial" panose="020B0604020202020204" pitchFamily="34" charset="0"/>
                <a:ea typeface="MS UI Gothic" panose="020B0600070205080204" pitchFamily="50" charset="-128"/>
              </a:rPr>
              <a:t>đối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tượng</a:t>
            </a:r>
            <a:r>
              <a:rPr lang="en-US" altLang="ja-JP" dirty="0">
                <a:latin typeface="Arial" panose="020B0604020202020204" pitchFamily="34" charset="0"/>
                <a:ea typeface="MS UI Gothic" panose="020B0600070205080204" pitchFamily="50" charset="-128"/>
              </a:rPr>
              <a:t>) (2)</a:t>
            </a:r>
          </a:p>
        </p:txBody>
      </p:sp>
      <p:sp>
        <p:nvSpPr>
          <p:cNvPr id="395268" name="Rectangle 4">
            <a:extLst>
              <a:ext uri="{FF2B5EF4-FFF2-40B4-BE49-F238E27FC236}">
                <a16:creationId xmlns:a16="http://schemas.microsoft.com/office/drawing/2014/main" id="{ED87A93A-C7D5-C6D4-A51F-7FD1F038CDED}"/>
              </a:ext>
            </a:extLst>
          </p:cNvPr>
          <p:cNvSpPr>
            <a:spLocks noGrp="1" noChangeArrowheads="1"/>
          </p:cNvSpPr>
          <p:nvPr>
            <p:ph type="body" sz="half" idx="1"/>
          </p:nvPr>
        </p:nvSpPr>
        <p:spPr>
          <a:xfrm>
            <a:off x="344488" y="706438"/>
            <a:ext cx="9339262" cy="406400"/>
          </a:xfrm>
        </p:spPr>
        <p:txBody>
          <a:bodyPr>
            <a:normAutofit fontScale="92500" lnSpcReduction="10000"/>
          </a:bodyPr>
          <a:lstStyle/>
          <a:p>
            <a:r>
              <a:rPr lang="en-US" altLang="ja-JP" sz="2400">
                <a:latin typeface="Arial" panose="020B0604020202020204" pitchFamily="34" charset="0"/>
              </a:rPr>
              <a:t>Tập hợp (Phân giải)</a:t>
            </a:r>
          </a:p>
        </p:txBody>
      </p:sp>
      <p:sp>
        <p:nvSpPr>
          <p:cNvPr id="395269" name="Rectangle 5">
            <a:extLst>
              <a:ext uri="{FF2B5EF4-FFF2-40B4-BE49-F238E27FC236}">
                <a16:creationId xmlns:a16="http://schemas.microsoft.com/office/drawing/2014/main" id="{A197BAEE-C528-9149-87D7-278D2C186CA9}"/>
              </a:ext>
            </a:extLst>
          </p:cNvPr>
          <p:cNvSpPr>
            <a:spLocks noChangeArrowheads="1"/>
          </p:cNvSpPr>
          <p:nvPr/>
        </p:nvSpPr>
        <p:spPr bwMode="auto">
          <a:xfrm>
            <a:off x="344488" y="1204913"/>
            <a:ext cx="9120187" cy="6127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a:latin typeface="Arial" panose="020B0604020202020204" pitchFamily="34" charset="0"/>
              </a:rPr>
              <a:t>Là mối quan hệ của class toàn thể và class bộ phận cấu thành nên sự toàn thể đó. </a:t>
            </a:r>
          </a:p>
        </p:txBody>
      </p:sp>
      <p:sp>
        <p:nvSpPr>
          <p:cNvPr id="395266" name="Rectangle 2">
            <a:extLst>
              <a:ext uri="{FF2B5EF4-FFF2-40B4-BE49-F238E27FC236}">
                <a16:creationId xmlns:a16="http://schemas.microsoft.com/office/drawing/2014/main" id="{F5C5656C-D1AC-A9FB-E89B-E6A5D04C9571}"/>
              </a:ext>
            </a:extLst>
          </p:cNvPr>
          <p:cNvSpPr>
            <a:spLocks noChangeArrowheads="1"/>
          </p:cNvSpPr>
          <p:nvPr/>
        </p:nvSpPr>
        <p:spPr bwMode="auto">
          <a:xfrm>
            <a:off x="344488" y="1958975"/>
            <a:ext cx="9120187" cy="435927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nvGrpSpPr>
          <p:cNvPr id="395346" name="Group 82">
            <a:extLst>
              <a:ext uri="{FF2B5EF4-FFF2-40B4-BE49-F238E27FC236}">
                <a16:creationId xmlns:a16="http://schemas.microsoft.com/office/drawing/2014/main" id="{CEDB587B-5D9D-5F75-4924-6043A1ACBDF6}"/>
              </a:ext>
            </a:extLst>
          </p:cNvPr>
          <p:cNvGrpSpPr>
            <a:grpSpLocks/>
          </p:cNvGrpSpPr>
          <p:nvPr/>
        </p:nvGrpSpPr>
        <p:grpSpPr bwMode="auto">
          <a:xfrm>
            <a:off x="573088" y="2476500"/>
            <a:ext cx="8520112" cy="3603625"/>
            <a:chOff x="361" y="1560"/>
            <a:chExt cx="5367" cy="2270"/>
          </a:xfrm>
        </p:grpSpPr>
        <p:sp>
          <p:nvSpPr>
            <p:cNvPr id="395293" name="Rectangle 29">
              <a:extLst>
                <a:ext uri="{FF2B5EF4-FFF2-40B4-BE49-F238E27FC236}">
                  <a16:creationId xmlns:a16="http://schemas.microsoft.com/office/drawing/2014/main" id="{D8136B08-4344-401C-C712-9A5C253B33C0}"/>
                </a:ext>
              </a:extLst>
            </p:cNvPr>
            <p:cNvSpPr>
              <a:spLocks noChangeArrowheads="1"/>
            </p:cNvSpPr>
            <p:nvPr/>
          </p:nvSpPr>
          <p:spPr bwMode="auto">
            <a:xfrm>
              <a:off x="3933" y="17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Ô tô</a:t>
              </a:r>
            </a:p>
          </p:txBody>
        </p:sp>
        <p:sp>
          <p:nvSpPr>
            <p:cNvPr id="395294" name="Rectangle 30">
              <a:extLst>
                <a:ext uri="{FF2B5EF4-FFF2-40B4-BE49-F238E27FC236}">
                  <a16:creationId xmlns:a16="http://schemas.microsoft.com/office/drawing/2014/main" id="{173E30E1-09A3-6E5C-EA1E-828240650010}"/>
                </a:ext>
              </a:extLst>
            </p:cNvPr>
            <p:cNvSpPr>
              <a:spLocks noChangeArrowheads="1"/>
            </p:cNvSpPr>
            <p:nvPr/>
          </p:nvSpPr>
          <p:spPr bwMode="auto">
            <a:xfrm>
              <a:off x="2292" y="32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Engine</a:t>
              </a:r>
            </a:p>
          </p:txBody>
        </p:sp>
        <p:sp>
          <p:nvSpPr>
            <p:cNvPr id="395295" name="Rectangle 31">
              <a:extLst>
                <a:ext uri="{FF2B5EF4-FFF2-40B4-BE49-F238E27FC236}">
                  <a16:creationId xmlns:a16="http://schemas.microsoft.com/office/drawing/2014/main" id="{8AF3FBEE-656F-0BB5-6CE1-33C90774DF8A}"/>
                </a:ext>
              </a:extLst>
            </p:cNvPr>
            <p:cNvSpPr>
              <a:spLocks noChangeArrowheads="1"/>
            </p:cNvSpPr>
            <p:nvPr/>
          </p:nvSpPr>
          <p:spPr bwMode="auto">
            <a:xfrm>
              <a:off x="2982" y="32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Radiator</a:t>
              </a:r>
            </a:p>
          </p:txBody>
        </p:sp>
        <p:sp>
          <p:nvSpPr>
            <p:cNvPr id="395296" name="Rectangle 32">
              <a:extLst>
                <a:ext uri="{FF2B5EF4-FFF2-40B4-BE49-F238E27FC236}">
                  <a16:creationId xmlns:a16="http://schemas.microsoft.com/office/drawing/2014/main" id="{10AB6519-9E07-9FFD-A9B1-D7F693CE8B6D}"/>
                </a:ext>
              </a:extLst>
            </p:cNvPr>
            <p:cNvSpPr>
              <a:spLocks noChangeArrowheads="1"/>
            </p:cNvSpPr>
            <p:nvPr/>
          </p:nvSpPr>
          <p:spPr bwMode="auto">
            <a:xfrm>
              <a:off x="3660" y="32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Battery</a:t>
              </a:r>
            </a:p>
          </p:txBody>
        </p:sp>
        <p:sp>
          <p:nvSpPr>
            <p:cNvPr id="395297" name="Rectangle 33">
              <a:extLst>
                <a:ext uri="{FF2B5EF4-FFF2-40B4-BE49-F238E27FC236}">
                  <a16:creationId xmlns:a16="http://schemas.microsoft.com/office/drawing/2014/main" id="{4887495A-B2CF-A43C-6712-BEB50CC55695}"/>
                </a:ext>
              </a:extLst>
            </p:cNvPr>
            <p:cNvSpPr>
              <a:spLocks noChangeArrowheads="1"/>
            </p:cNvSpPr>
            <p:nvPr/>
          </p:nvSpPr>
          <p:spPr bwMode="auto">
            <a:xfrm>
              <a:off x="4427" y="32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Tire</a:t>
              </a:r>
            </a:p>
          </p:txBody>
        </p:sp>
        <p:sp>
          <p:nvSpPr>
            <p:cNvPr id="395298" name="Rectangle 34">
              <a:extLst>
                <a:ext uri="{FF2B5EF4-FFF2-40B4-BE49-F238E27FC236}">
                  <a16:creationId xmlns:a16="http://schemas.microsoft.com/office/drawing/2014/main" id="{34074DE1-1B8A-2824-4B6D-4A6CD373DC5E}"/>
                </a:ext>
              </a:extLst>
            </p:cNvPr>
            <p:cNvSpPr>
              <a:spLocks noChangeArrowheads="1"/>
            </p:cNvSpPr>
            <p:nvPr/>
          </p:nvSpPr>
          <p:spPr bwMode="auto">
            <a:xfrm>
              <a:off x="5104" y="32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Wheel</a:t>
              </a:r>
            </a:p>
          </p:txBody>
        </p:sp>
        <p:sp>
          <p:nvSpPr>
            <p:cNvPr id="395299" name="Freeform 35">
              <a:extLst>
                <a:ext uri="{FF2B5EF4-FFF2-40B4-BE49-F238E27FC236}">
                  <a16:creationId xmlns:a16="http://schemas.microsoft.com/office/drawing/2014/main" id="{0CD964BE-013E-F883-51D0-3BDD6B1758B6}"/>
                </a:ext>
              </a:extLst>
            </p:cNvPr>
            <p:cNvSpPr>
              <a:spLocks/>
            </p:cNvSpPr>
            <p:nvPr/>
          </p:nvSpPr>
          <p:spPr bwMode="auto">
            <a:xfrm>
              <a:off x="3356" y="2303"/>
              <a:ext cx="1724" cy="991"/>
            </a:xfrm>
            <a:custGeom>
              <a:avLst/>
              <a:gdLst>
                <a:gd name="T0" fmla="*/ 0 w 1788"/>
                <a:gd name="T1" fmla="*/ 1009 h 1010"/>
                <a:gd name="T2" fmla="*/ 0 w 1788"/>
                <a:gd name="T3" fmla="*/ 0 h 1010"/>
                <a:gd name="T4" fmla="*/ 1787 w 1788"/>
                <a:gd name="T5" fmla="*/ 0 h 1010"/>
                <a:gd name="T6" fmla="*/ 1787 w 1788"/>
                <a:gd name="T7" fmla="*/ 777 h 1010"/>
              </a:gdLst>
              <a:ahLst/>
              <a:cxnLst>
                <a:cxn ang="0">
                  <a:pos x="T0" y="T1"/>
                </a:cxn>
                <a:cxn ang="0">
                  <a:pos x="T2" y="T3"/>
                </a:cxn>
                <a:cxn ang="0">
                  <a:pos x="T4" y="T5"/>
                </a:cxn>
                <a:cxn ang="0">
                  <a:pos x="T6" y="T7"/>
                </a:cxn>
              </a:cxnLst>
              <a:rect l="0" t="0" r="r" b="b"/>
              <a:pathLst>
                <a:path w="1788" h="1010">
                  <a:moveTo>
                    <a:pt x="0" y="1009"/>
                  </a:moveTo>
                  <a:lnTo>
                    <a:pt x="0" y="0"/>
                  </a:lnTo>
                  <a:lnTo>
                    <a:pt x="1787" y="0"/>
                  </a:lnTo>
                  <a:lnTo>
                    <a:pt x="1787" y="777"/>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5300" name="Freeform 36">
              <a:extLst>
                <a:ext uri="{FF2B5EF4-FFF2-40B4-BE49-F238E27FC236}">
                  <a16:creationId xmlns:a16="http://schemas.microsoft.com/office/drawing/2014/main" id="{4D6EB444-56EC-ECB2-B0DB-93F18AE3A145}"/>
                </a:ext>
              </a:extLst>
            </p:cNvPr>
            <p:cNvSpPr>
              <a:spLocks/>
            </p:cNvSpPr>
            <p:nvPr/>
          </p:nvSpPr>
          <p:spPr bwMode="auto">
            <a:xfrm>
              <a:off x="4722" y="3080"/>
              <a:ext cx="790" cy="202"/>
            </a:xfrm>
            <a:custGeom>
              <a:avLst/>
              <a:gdLst>
                <a:gd name="T0" fmla="*/ 0 w 819"/>
                <a:gd name="T1" fmla="*/ 205 h 206"/>
                <a:gd name="T2" fmla="*/ 0 w 819"/>
                <a:gd name="T3" fmla="*/ 0 h 206"/>
                <a:gd name="T4" fmla="*/ 818 w 819"/>
                <a:gd name="T5" fmla="*/ 0 h 206"/>
                <a:gd name="T6" fmla="*/ 818 w 819"/>
                <a:gd name="T7" fmla="*/ 205 h 206"/>
              </a:gdLst>
              <a:ahLst/>
              <a:cxnLst>
                <a:cxn ang="0">
                  <a:pos x="T0" y="T1"/>
                </a:cxn>
                <a:cxn ang="0">
                  <a:pos x="T2" y="T3"/>
                </a:cxn>
                <a:cxn ang="0">
                  <a:pos x="T4" y="T5"/>
                </a:cxn>
                <a:cxn ang="0">
                  <a:pos x="T6" y="T7"/>
                </a:cxn>
              </a:cxnLst>
              <a:rect l="0" t="0" r="r" b="b"/>
              <a:pathLst>
                <a:path w="819" h="206">
                  <a:moveTo>
                    <a:pt x="0" y="205"/>
                  </a:moveTo>
                  <a:lnTo>
                    <a:pt x="0" y="0"/>
                  </a:lnTo>
                  <a:lnTo>
                    <a:pt x="818" y="0"/>
                  </a:lnTo>
                  <a:lnTo>
                    <a:pt x="818" y="205"/>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5301" name="Freeform 37">
              <a:extLst>
                <a:ext uri="{FF2B5EF4-FFF2-40B4-BE49-F238E27FC236}">
                  <a16:creationId xmlns:a16="http://schemas.microsoft.com/office/drawing/2014/main" id="{52DA972B-5BF8-941D-79EE-CDB15D5AF918}"/>
                </a:ext>
              </a:extLst>
            </p:cNvPr>
            <p:cNvSpPr>
              <a:spLocks/>
            </p:cNvSpPr>
            <p:nvPr/>
          </p:nvSpPr>
          <p:spPr bwMode="auto">
            <a:xfrm>
              <a:off x="2614" y="3079"/>
              <a:ext cx="1434" cy="216"/>
            </a:xfrm>
            <a:custGeom>
              <a:avLst/>
              <a:gdLst>
                <a:gd name="T0" fmla="*/ 0 w 1487"/>
                <a:gd name="T1" fmla="*/ 219 h 220"/>
                <a:gd name="T2" fmla="*/ 0 w 1487"/>
                <a:gd name="T3" fmla="*/ 0 h 220"/>
                <a:gd name="T4" fmla="*/ 1486 w 1487"/>
                <a:gd name="T5" fmla="*/ 0 h 220"/>
                <a:gd name="T6" fmla="*/ 1486 w 1487"/>
                <a:gd name="T7" fmla="*/ 219 h 220"/>
              </a:gdLst>
              <a:ahLst/>
              <a:cxnLst>
                <a:cxn ang="0">
                  <a:pos x="T0" y="T1"/>
                </a:cxn>
                <a:cxn ang="0">
                  <a:pos x="T2" y="T3"/>
                </a:cxn>
                <a:cxn ang="0">
                  <a:pos x="T4" y="T5"/>
                </a:cxn>
                <a:cxn ang="0">
                  <a:pos x="T6" y="T7"/>
                </a:cxn>
              </a:cxnLst>
              <a:rect l="0" t="0" r="r" b="b"/>
              <a:pathLst>
                <a:path w="1487" h="220">
                  <a:moveTo>
                    <a:pt x="0" y="219"/>
                  </a:moveTo>
                  <a:lnTo>
                    <a:pt x="0" y="0"/>
                  </a:lnTo>
                  <a:lnTo>
                    <a:pt x="1486" y="0"/>
                  </a:lnTo>
                  <a:lnTo>
                    <a:pt x="1486" y="219"/>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5302" name="Rectangle 38">
              <a:extLst>
                <a:ext uri="{FF2B5EF4-FFF2-40B4-BE49-F238E27FC236}">
                  <a16:creationId xmlns:a16="http://schemas.microsoft.com/office/drawing/2014/main" id="{C223B8F0-E74D-E31B-04D2-EF1CC684CBC5}"/>
                </a:ext>
              </a:extLst>
            </p:cNvPr>
            <p:cNvSpPr>
              <a:spLocks noChangeArrowheads="1"/>
            </p:cNvSpPr>
            <p:nvPr/>
          </p:nvSpPr>
          <p:spPr bwMode="auto">
            <a:xfrm>
              <a:off x="4725" y="2545"/>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B</a:t>
              </a:r>
              <a:r>
                <a:rPr lang="en-US" altLang="ja-JP" sz="1800">
                  <a:latin typeface="MS UI Gothic" panose="020B0600070205080204" pitchFamily="50" charset="-128"/>
                </a:rPr>
                <a:t>á</a:t>
              </a:r>
              <a:r>
                <a:rPr lang="en-US" altLang="ja-JP" sz="1800">
                  <a:latin typeface="Times New Roman" panose="02020603050405020304" pitchFamily="18" charset="0"/>
                </a:rPr>
                <a:t>nh xe</a:t>
              </a:r>
            </a:p>
          </p:txBody>
        </p:sp>
        <p:sp>
          <p:nvSpPr>
            <p:cNvPr id="395303" name="Rectangle 39">
              <a:extLst>
                <a:ext uri="{FF2B5EF4-FFF2-40B4-BE49-F238E27FC236}">
                  <a16:creationId xmlns:a16="http://schemas.microsoft.com/office/drawing/2014/main" id="{F6CE4340-027D-4673-0220-90AF02D2CB4A}"/>
                </a:ext>
              </a:extLst>
            </p:cNvPr>
            <p:cNvSpPr>
              <a:spLocks noChangeArrowheads="1"/>
            </p:cNvSpPr>
            <p:nvPr/>
          </p:nvSpPr>
          <p:spPr bwMode="auto">
            <a:xfrm>
              <a:off x="2969" y="2523"/>
              <a:ext cx="716" cy="29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Thiết bị </a:t>
              </a:r>
            </a:p>
            <a:p>
              <a:pPr algn="ctr" eaLnBrk="0" fontAlgn="ctr" hangingPunct="0"/>
              <a:r>
                <a:rPr lang="en-US" altLang="ja-JP" sz="1800">
                  <a:latin typeface="Times New Roman" panose="02020603050405020304" pitchFamily="18" charset="0"/>
                </a:rPr>
                <a:t>Phát động</a:t>
              </a:r>
            </a:p>
          </p:txBody>
        </p:sp>
        <p:sp>
          <p:nvSpPr>
            <p:cNvPr id="395304" name="Line 40">
              <a:extLst>
                <a:ext uri="{FF2B5EF4-FFF2-40B4-BE49-F238E27FC236}">
                  <a16:creationId xmlns:a16="http://schemas.microsoft.com/office/drawing/2014/main" id="{E1152CF9-0473-20E4-2229-EEE42526E8C1}"/>
                </a:ext>
              </a:extLst>
            </p:cNvPr>
            <p:cNvSpPr>
              <a:spLocks noChangeShapeType="1"/>
            </p:cNvSpPr>
            <p:nvPr/>
          </p:nvSpPr>
          <p:spPr bwMode="auto">
            <a:xfrm flipH="1">
              <a:off x="4254" y="2078"/>
              <a:ext cx="6" cy="45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05" name="Rectangle 41">
              <a:extLst>
                <a:ext uri="{FF2B5EF4-FFF2-40B4-BE49-F238E27FC236}">
                  <a16:creationId xmlns:a16="http://schemas.microsoft.com/office/drawing/2014/main" id="{2C9F6C68-8DBB-31E6-89E3-52C221CFFBB8}"/>
                </a:ext>
              </a:extLst>
            </p:cNvPr>
            <p:cNvSpPr>
              <a:spLocks noChangeArrowheads="1"/>
            </p:cNvSpPr>
            <p:nvPr/>
          </p:nvSpPr>
          <p:spPr bwMode="auto">
            <a:xfrm>
              <a:off x="3945" y="2536"/>
              <a:ext cx="637" cy="286"/>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Khung xe</a:t>
              </a:r>
            </a:p>
          </p:txBody>
        </p:sp>
        <p:grpSp>
          <p:nvGrpSpPr>
            <p:cNvPr id="395306" name="Group 42">
              <a:extLst>
                <a:ext uri="{FF2B5EF4-FFF2-40B4-BE49-F238E27FC236}">
                  <a16:creationId xmlns:a16="http://schemas.microsoft.com/office/drawing/2014/main" id="{50F5A142-5ED0-2215-FCD3-6FC32F1AED34}"/>
                </a:ext>
              </a:extLst>
            </p:cNvPr>
            <p:cNvGrpSpPr>
              <a:grpSpLocks/>
            </p:cNvGrpSpPr>
            <p:nvPr/>
          </p:nvGrpSpPr>
          <p:grpSpPr bwMode="auto">
            <a:xfrm>
              <a:off x="987" y="1560"/>
              <a:ext cx="1051" cy="550"/>
              <a:chOff x="767" y="1650"/>
              <a:chExt cx="1091" cy="560"/>
            </a:xfrm>
          </p:grpSpPr>
          <p:sp>
            <p:nvSpPr>
              <p:cNvPr id="395307" name="Freeform 43">
                <a:extLst>
                  <a:ext uri="{FF2B5EF4-FFF2-40B4-BE49-F238E27FC236}">
                    <a16:creationId xmlns:a16="http://schemas.microsoft.com/office/drawing/2014/main" id="{20C1EED5-8122-C3EF-8D29-1ECE04DA214A}"/>
                  </a:ext>
                </a:extLst>
              </p:cNvPr>
              <p:cNvSpPr>
                <a:spLocks/>
              </p:cNvSpPr>
              <p:nvPr/>
            </p:nvSpPr>
            <p:spPr bwMode="auto">
              <a:xfrm>
                <a:off x="767" y="1650"/>
                <a:ext cx="1091" cy="441"/>
              </a:xfrm>
              <a:custGeom>
                <a:avLst/>
                <a:gdLst>
                  <a:gd name="T0" fmla="*/ 60 w 1091"/>
                  <a:gd name="T1" fmla="*/ 408 h 441"/>
                  <a:gd name="T2" fmla="*/ 26 w 1091"/>
                  <a:gd name="T3" fmla="*/ 358 h 441"/>
                  <a:gd name="T4" fmla="*/ 0 w 1091"/>
                  <a:gd name="T5" fmla="*/ 328 h 441"/>
                  <a:gd name="T6" fmla="*/ 28 w 1091"/>
                  <a:gd name="T7" fmla="*/ 288 h 441"/>
                  <a:gd name="T8" fmla="*/ 48 w 1091"/>
                  <a:gd name="T9" fmla="*/ 252 h 441"/>
                  <a:gd name="T10" fmla="*/ 76 w 1091"/>
                  <a:gd name="T11" fmla="*/ 228 h 441"/>
                  <a:gd name="T12" fmla="*/ 112 w 1091"/>
                  <a:gd name="T13" fmla="*/ 220 h 441"/>
                  <a:gd name="T14" fmla="*/ 156 w 1091"/>
                  <a:gd name="T15" fmla="*/ 208 h 441"/>
                  <a:gd name="T16" fmla="*/ 192 w 1091"/>
                  <a:gd name="T17" fmla="*/ 200 h 441"/>
                  <a:gd name="T18" fmla="*/ 232 w 1091"/>
                  <a:gd name="T19" fmla="*/ 188 h 441"/>
                  <a:gd name="T20" fmla="*/ 292 w 1091"/>
                  <a:gd name="T21" fmla="*/ 168 h 441"/>
                  <a:gd name="T22" fmla="*/ 368 w 1091"/>
                  <a:gd name="T23" fmla="*/ 80 h 441"/>
                  <a:gd name="T24" fmla="*/ 416 w 1091"/>
                  <a:gd name="T25" fmla="*/ 36 h 441"/>
                  <a:gd name="T26" fmla="*/ 468 w 1091"/>
                  <a:gd name="T27" fmla="*/ 4 h 441"/>
                  <a:gd name="T28" fmla="*/ 500 w 1091"/>
                  <a:gd name="T29" fmla="*/ 0 h 441"/>
                  <a:gd name="T30" fmla="*/ 580 w 1091"/>
                  <a:gd name="T31" fmla="*/ 0 h 441"/>
                  <a:gd name="T32" fmla="*/ 684 w 1091"/>
                  <a:gd name="T33" fmla="*/ 0 h 441"/>
                  <a:gd name="T34" fmla="*/ 732 w 1091"/>
                  <a:gd name="T35" fmla="*/ 8 h 441"/>
                  <a:gd name="T36" fmla="*/ 784 w 1091"/>
                  <a:gd name="T37" fmla="*/ 16 h 441"/>
                  <a:gd name="T38" fmla="*/ 836 w 1091"/>
                  <a:gd name="T39" fmla="*/ 32 h 441"/>
                  <a:gd name="T40" fmla="*/ 860 w 1091"/>
                  <a:gd name="T41" fmla="*/ 64 h 441"/>
                  <a:gd name="T42" fmla="*/ 880 w 1091"/>
                  <a:gd name="T43" fmla="*/ 112 h 441"/>
                  <a:gd name="T44" fmla="*/ 900 w 1091"/>
                  <a:gd name="T45" fmla="*/ 152 h 441"/>
                  <a:gd name="T46" fmla="*/ 932 w 1091"/>
                  <a:gd name="T47" fmla="*/ 200 h 441"/>
                  <a:gd name="T48" fmla="*/ 964 w 1091"/>
                  <a:gd name="T49" fmla="*/ 200 h 441"/>
                  <a:gd name="T50" fmla="*/ 1028 w 1091"/>
                  <a:gd name="T51" fmla="*/ 204 h 441"/>
                  <a:gd name="T52" fmla="*/ 1084 w 1091"/>
                  <a:gd name="T53" fmla="*/ 212 h 441"/>
                  <a:gd name="T54" fmla="*/ 1090 w 1091"/>
                  <a:gd name="T55" fmla="*/ 263 h 441"/>
                  <a:gd name="T56" fmla="*/ 1090 w 1091"/>
                  <a:gd name="T57" fmla="*/ 304 h 441"/>
                  <a:gd name="T58" fmla="*/ 1090 w 1091"/>
                  <a:gd name="T59" fmla="*/ 345 h 441"/>
                  <a:gd name="T60" fmla="*/ 1088 w 1091"/>
                  <a:gd name="T61" fmla="*/ 380 h 441"/>
                  <a:gd name="T62" fmla="*/ 1072 w 1091"/>
                  <a:gd name="T63" fmla="*/ 408 h 441"/>
                  <a:gd name="T64" fmla="*/ 1040 w 1091"/>
                  <a:gd name="T65" fmla="*/ 432 h 441"/>
                  <a:gd name="T66" fmla="*/ 1004 w 1091"/>
                  <a:gd name="T67" fmla="*/ 432 h 441"/>
                  <a:gd name="T68" fmla="*/ 952 w 1091"/>
                  <a:gd name="T69" fmla="*/ 436 h 441"/>
                  <a:gd name="T70" fmla="*/ 908 w 1091"/>
                  <a:gd name="T71" fmla="*/ 436 h 441"/>
                  <a:gd name="T72" fmla="*/ 884 w 1091"/>
                  <a:gd name="T73" fmla="*/ 396 h 441"/>
                  <a:gd name="T74" fmla="*/ 856 w 1091"/>
                  <a:gd name="T75" fmla="*/ 372 h 441"/>
                  <a:gd name="T76" fmla="*/ 820 w 1091"/>
                  <a:gd name="T77" fmla="*/ 352 h 441"/>
                  <a:gd name="T78" fmla="*/ 768 w 1091"/>
                  <a:gd name="T79" fmla="*/ 348 h 441"/>
                  <a:gd name="T80" fmla="*/ 720 w 1091"/>
                  <a:gd name="T81" fmla="*/ 364 h 441"/>
                  <a:gd name="T82" fmla="*/ 688 w 1091"/>
                  <a:gd name="T83" fmla="*/ 388 h 441"/>
                  <a:gd name="T84" fmla="*/ 656 w 1091"/>
                  <a:gd name="T85" fmla="*/ 436 h 441"/>
                  <a:gd name="T86" fmla="*/ 628 w 1091"/>
                  <a:gd name="T87" fmla="*/ 440 h 441"/>
                  <a:gd name="T88" fmla="*/ 588 w 1091"/>
                  <a:gd name="T89" fmla="*/ 440 h 441"/>
                  <a:gd name="T90" fmla="*/ 544 w 1091"/>
                  <a:gd name="T91" fmla="*/ 440 h 441"/>
                  <a:gd name="T92" fmla="*/ 484 w 1091"/>
                  <a:gd name="T93" fmla="*/ 436 h 441"/>
                  <a:gd name="T94" fmla="*/ 460 w 1091"/>
                  <a:gd name="T95" fmla="*/ 400 h 441"/>
                  <a:gd name="T96" fmla="*/ 428 w 1091"/>
                  <a:gd name="T97" fmla="*/ 368 h 441"/>
                  <a:gd name="T98" fmla="*/ 384 w 1091"/>
                  <a:gd name="T99" fmla="*/ 352 h 441"/>
                  <a:gd name="T100" fmla="*/ 352 w 1091"/>
                  <a:gd name="T101" fmla="*/ 348 h 441"/>
                  <a:gd name="T102" fmla="*/ 316 w 1091"/>
                  <a:gd name="T103" fmla="*/ 356 h 441"/>
                  <a:gd name="T104" fmla="*/ 284 w 1091"/>
                  <a:gd name="T105" fmla="*/ 372 h 441"/>
                  <a:gd name="T106" fmla="*/ 252 w 1091"/>
                  <a:gd name="T107" fmla="*/ 404 h 441"/>
                  <a:gd name="T108" fmla="*/ 228 w 1091"/>
                  <a:gd name="T109" fmla="*/ 440 h 441"/>
                  <a:gd name="T110" fmla="*/ 168 w 1091"/>
                  <a:gd name="T111" fmla="*/ 440 h 441"/>
                  <a:gd name="T112" fmla="*/ 132 w 1091"/>
                  <a:gd name="T113" fmla="*/ 440 h 441"/>
                  <a:gd name="T114" fmla="*/ 88 w 1091"/>
                  <a:gd name="T115" fmla="*/ 434 h 441"/>
                  <a:gd name="T116" fmla="*/ 60 w 1091"/>
                  <a:gd name="T117" fmla="*/ 408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91" h="441">
                    <a:moveTo>
                      <a:pt x="60" y="408"/>
                    </a:moveTo>
                    <a:lnTo>
                      <a:pt x="26" y="358"/>
                    </a:lnTo>
                    <a:lnTo>
                      <a:pt x="0" y="328"/>
                    </a:lnTo>
                    <a:lnTo>
                      <a:pt x="28" y="288"/>
                    </a:lnTo>
                    <a:lnTo>
                      <a:pt x="48" y="252"/>
                    </a:lnTo>
                    <a:lnTo>
                      <a:pt x="76" y="228"/>
                    </a:lnTo>
                    <a:lnTo>
                      <a:pt x="112" y="220"/>
                    </a:lnTo>
                    <a:lnTo>
                      <a:pt x="156" y="208"/>
                    </a:lnTo>
                    <a:lnTo>
                      <a:pt x="192" y="200"/>
                    </a:lnTo>
                    <a:lnTo>
                      <a:pt x="232" y="188"/>
                    </a:lnTo>
                    <a:lnTo>
                      <a:pt x="292" y="168"/>
                    </a:lnTo>
                    <a:lnTo>
                      <a:pt x="368" y="80"/>
                    </a:lnTo>
                    <a:lnTo>
                      <a:pt x="416" y="36"/>
                    </a:lnTo>
                    <a:lnTo>
                      <a:pt x="468" y="4"/>
                    </a:lnTo>
                    <a:lnTo>
                      <a:pt x="500" y="0"/>
                    </a:lnTo>
                    <a:lnTo>
                      <a:pt x="580" y="0"/>
                    </a:lnTo>
                    <a:lnTo>
                      <a:pt x="684" y="0"/>
                    </a:lnTo>
                    <a:lnTo>
                      <a:pt x="732" y="8"/>
                    </a:lnTo>
                    <a:lnTo>
                      <a:pt x="784" y="16"/>
                    </a:lnTo>
                    <a:lnTo>
                      <a:pt x="836" y="32"/>
                    </a:lnTo>
                    <a:lnTo>
                      <a:pt x="860" y="64"/>
                    </a:lnTo>
                    <a:lnTo>
                      <a:pt x="880" y="112"/>
                    </a:lnTo>
                    <a:lnTo>
                      <a:pt x="900" y="152"/>
                    </a:lnTo>
                    <a:lnTo>
                      <a:pt x="932" y="200"/>
                    </a:lnTo>
                    <a:lnTo>
                      <a:pt x="964" y="200"/>
                    </a:lnTo>
                    <a:lnTo>
                      <a:pt x="1028" y="204"/>
                    </a:lnTo>
                    <a:lnTo>
                      <a:pt x="1084" y="212"/>
                    </a:lnTo>
                    <a:lnTo>
                      <a:pt x="1090" y="263"/>
                    </a:lnTo>
                    <a:lnTo>
                      <a:pt x="1090" y="304"/>
                    </a:lnTo>
                    <a:lnTo>
                      <a:pt x="1090" y="345"/>
                    </a:lnTo>
                    <a:lnTo>
                      <a:pt x="1088" y="380"/>
                    </a:lnTo>
                    <a:lnTo>
                      <a:pt x="1072" y="408"/>
                    </a:lnTo>
                    <a:lnTo>
                      <a:pt x="1040" y="432"/>
                    </a:lnTo>
                    <a:lnTo>
                      <a:pt x="1004" y="432"/>
                    </a:lnTo>
                    <a:lnTo>
                      <a:pt x="952" y="436"/>
                    </a:lnTo>
                    <a:lnTo>
                      <a:pt x="908" y="436"/>
                    </a:lnTo>
                    <a:lnTo>
                      <a:pt x="884" y="396"/>
                    </a:lnTo>
                    <a:lnTo>
                      <a:pt x="856" y="372"/>
                    </a:lnTo>
                    <a:lnTo>
                      <a:pt x="820" y="352"/>
                    </a:lnTo>
                    <a:lnTo>
                      <a:pt x="768" y="348"/>
                    </a:lnTo>
                    <a:lnTo>
                      <a:pt x="720" y="364"/>
                    </a:lnTo>
                    <a:lnTo>
                      <a:pt x="688" y="388"/>
                    </a:lnTo>
                    <a:lnTo>
                      <a:pt x="656" y="436"/>
                    </a:lnTo>
                    <a:lnTo>
                      <a:pt x="628" y="440"/>
                    </a:lnTo>
                    <a:lnTo>
                      <a:pt x="588" y="440"/>
                    </a:lnTo>
                    <a:lnTo>
                      <a:pt x="544" y="440"/>
                    </a:lnTo>
                    <a:lnTo>
                      <a:pt x="484" y="436"/>
                    </a:lnTo>
                    <a:lnTo>
                      <a:pt x="460" y="400"/>
                    </a:lnTo>
                    <a:lnTo>
                      <a:pt x="428" y="368"/>
                    </a:lnTo>
                    <a:lnTo>
                      <a:pt x="384" y="352"/>
                    </a:lnTo>
                    <a:lnTo>
                      <a:pt x="352" y="348"/>
                    </a:lnTo>
                    <a:lnTo>
                      <a:pt x="316" y="356"/>
                    </a:lnTo>
                    <a:lnTo>
                      <a:pt x="284" y="372"/>
                    </a:lnTo>
                    <a:lnTo>
                      <a:pt x="252" y="404"/>
                    </a:lnTo>
                    <a:lnTo>
                      <a:pt x="228" y="440"/>
                    </a:lnTo>
                    <a:lnTo>
                      <a:pt x="168" y="440"/>
                    </a:lnTo>
                    <a:lnTo>
                      <a:pt x="132" y="440"/>
                    </a:lnTo>
                    <a:lnTo>
                      <a:pt x="88" y="434"/>
                    </a:lnTo>
                    <a:lnTo>
                      <a:pt x="60" y="40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395308" name="Group 44">
                <a:extLst>
                  <a:ext uri="{FF2B5EF4-FFF2-40B4-BE49-F238E27FC236}">
                    <a16:creationId xmlns:a16="http://schemas.microsoft.com/office/drawing/2014/main" id="{894C8815-F9CE-BA5E-6583-925C53779698}"/>
                  </a:ext>
                </a:extLst>
              </p:cNvPr>
              <p:cNvGrpSpPr>
                <a:grpSpLocks/>
              </p:cNvGrpSpPr>
              <p:nvPr/>
            </p:nvGrpSpPr>
            <p:grpSpPr bwMode="auto">
              <a:xfrm>
                <a:off x="1023" y="2022"/>
                <a:ext cx="200" cy="188"/>
                <a:chOff x="1023" y="2022"/>
                <a:chExt cx="200" cy="188"/>
              </a:xfrm>
            </p:grpSpPr>
            <p:sp>
              <p:nvSpPr>
                <p:cNvPr id="395309" name="Oval 45">
                  <a:extLst>
                    <a:ext uri="{FF2B5EF4-FFF2-40B4-BE49-F238E27FC236}">
                      <a16:creationId xmlns:a16="http://schemas.microsoft.com/office/drawing/2014/main" id="{80A26F15-895A-DBDE-814E-60057CA5FD5C}"/>
                    </a:ext>
                  </a:extLst>
                </p:cNvPr>
                <p:cNvSpPr>
                  <a:spLocks noChangeArrowheads="1"/>
                </p:cNvSpPr>
                <p:nvPr/>
              </p:nvSpPr>
              <p:spPr bwMode="auto">
                <a:xfrm>
                  <a:off x="1023"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10" name="Oval 46">
                  <a:extLst>
                    <a:ext uri="{FF2B5EF4-FFF2-40B4-BE49-F238E27FC236}">
                      <a16:creationId xmlns:a16="http://schemas.microsoft.com/office/drawing/2014/main" id="{A1005F83-13BA-9750-1A33-5FAAA55CA8FC}"/>
                    </a:ext>
                  </a:extLst>
                </p:cNvPr>
                <p:cNvSpPr>
                  <a:spLocks noChangeArrowheads="1"/>
                </p:cNvSpPr>
                <p:nvPr/>
              </p:nvSpPr>
              <p:spPr bwMode="auto">
                <a:xfrm>
                  <a:off x="1063"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95311" name="Group 47">
                <a:extLst>
                  <a:ext uri="{FF2B5EF4-FFF2-40B4-BE49-F238E27FC236}">
                    <a16:creationId xmlns:a16="http://schemas.microsoft.com/office/drawing/2014/main" id="{C6DF854C-E504-61A4-096A-8EF319089B31}"/>
                  </a:ext>
                </a:extLst>
              </p:cNvPr>
              <p:cNvGrpSpPr>
                <a:grpSpLocks/>
              </p:cNvGrpSpPr>
              <p:nvPr/>
            </p:nvGrpSpPr>
            <p:grpSpPr bwMode="auto">
              <a:xfrm>
                <a:off x="1449" y="2022"/>
                <a:ext cx="200" cy="188"/>
                <a:chOff x="1449" y="2022"/>
                <a:chExt cx="200" cy="188"/>
              </a:xfrm>
            </p:grpSpPr>
            <p:sp>
              <p:nvSpPr>
                <p:cNvPr id="395312" name="Oval 48">
                  <a:extLst>
                    <a:ext uri="{FF2B5EF4-FFF2-40B4-BE49-F238E27FC236}">
                      <a16:creationId xmlns:a16="http://schemas.microsoft.com/office/drawing/2014/main" id="{38BB2433-429F-496E-FD1D-253CFF1399AC}"/>
                    </a:ext>
                  </a:extLst>
                </p:cNvPr>
                <p:cNvSpPr>
                  <a:spLocks noChangeArrowheads="1"/>
                </p:cNvSpPr>
                <p:nvPr/>
              </p:nvSpPr>
              <p:spPr bwMode="auto">
                <a:xfrm>
                  <a:off x="1449"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13" name="Oval 49">
                  <a:extLst>
                    <a:ext uri="{FF2B5EF4-FFF2-40B4-BE49-F238E27FC236}">
                      <a16:creationId xmlns:a16="http://schemas.microsoft.com/office/drawing/2014/main" id="{88F2B3C2-3BFB-C28A-B13E-D7BC76428664}"/>
                    </a:ext>
                  </a:extLst>
                </p:cNvPr>
                <p:cNvSpPr>
                  <a:spLocks noChangeArrowheads="1"/>
                </p:cNvSpPr>
                <p:nvPr/>
              </p:nvSpPr>
              <p:spPr bwMode="auto">
                <a:xfrm>
                  <a:off x="1489"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sp>
          <p:nvSpPr>
            <p:cNvPr id="395314" name="Freeform 50">
              <a:extLst>
                <a:ext uri="{FF2B5EF4-FFF2-40B4-BE49-F238E27FC236}">
                  <a16:creationId xmlns:a16="http://schemas.microsoft.com/office/drawing/2014/main" id="{81E5CE0C-217E-C028-4AD2-56D92DFBB290}"/>
                </a:ext>
              </a:extLst>
            </p:cNvPr>
            <p:cNvSpPr>
              <a:spLocks/>
            </p:cNvSpPr>
            <p:nvPr/>
          </p:nvSpPr>
          <p:spPr bwMode="auto">
            <a:xfrm>
              <a:off x="750" y="3045"/>
              <a:ext cx="1052" cy="433"/>
            </a:xfrm>
            <a:custGeom>
              <a:avLst/>
              <a:gdLst>
                <a:gd name="T0" fmla="*/ 60 w 1091"/>
                <a:gd name="T1" fmla="*/ 408 h 441"/>
                <a:gd name="T2" fmla="*/ 26 w 1091"/>
                <a:gd name="T3" fmla="*/ 358 h 441"/>
                <a:gd name="T4" fmla="*/ 0 w 1091"/>
                <a:gd name="T5" fmla="*/ 328 h 441"/>
                <a:gd name="T6" fmla="*/ 28 w 1091"/>
                <a:gd name="T7" fmla="*/ 288 h 441"/>
                <a:gd name="T8" fmla="*/ 48 w 1091"/>
                <a:gd name="T9" fmla="*/ 252 h 441"/>
                <a:gd name="T10" fmla="*/ 76 w 1091"/>
                <a:gd name="T11" fmla="*/ 228 h 441"/>
                <a:gd name="T12" fmla="*/ 112 w 1091"/>
                <a:gd name="T13" fmla="*/ 220 h 441"/>
                <a:gd name="T14" fmla="*/ 156 w 1091"/>
                <a:gd name="T15" fmla="*/ 208 h 441"/>
                <a:gd name="T16" fmla="*/ 192 w 1091"/>
                <a:gd name="T17" fmla="*/ 200 h 441"/>
                <a:gd name="T18" fmla="*/ 232 w 1091"/>
                <a:gd name="T19" fmla="*/ 188 h 441"/>
                <a:gd name="T20" fmla="*/ 292 w 1091"/>
                <a:gd name="T21" fmla="*/ 168 h 441"/>
                <a:gd name="T22" fmla="*/ 368 w 1091"/>
                <a:gd name="T23" fmla="*/ 80 h 441"/>
                <a:gd name="T24" fmla="*/ 416 w 1091"/>
                <a:gd name="T25" fmla="*/ 36 h 441"/>
                <a:gd name="T26" fmla="*/ 468 w 1091"/>
                <a:gd name="T27" fmla="*/ 4 h 441"/>
                <a:gd name="T28" fmla="*/ 500 w 1091"/>
                <a:gd name="T29" fmla="*/ 0 h 441"/>
                <a:gd name="T30" fmla="*/ 580 w 1091"/>
                <a:gd name="T31" fmla="*/ 0 h 441"/>
                <a:gd name="T32" fmla="*/ 684 w 1091"/>
                <a:gd name="T33" fmla="*/ 0 h 441"/>
                <a:gd name="T34" fmla="*/ 732 w 1091"/>
                <a:gd name="T35" fmla="*/ 8 h 441"/>
                <a:gd name="T36" fmla="*/ 784 w 1091"/>
                <a:gd name="T37" fmla="*/ 16 h 441"/>
                <a:gd name="T38" fmla="*/ 836 w 1091"/>
                <a:gd name="T39" fmla="*/ 32 h 441"/>
                <a:gd name="T40" fmla="*/ 860 w 1091"/>
                <a:gd name="T41" fmla="*/ 64 h 441"/>
                <a:gd name="T42" fmla="*/ 880 w 1091"/>
                <a:gd name="T43" fmla="*/ 112 h 441"/>
                <a:gd name="T44" fmla="*/ 900 w 1091"/>
                <a:gd name="T45" fmla="*/ 152 h 441"/>
                <a:gd name="T46" fmla="*/ 932 w 1091"/>
                <a:gd name="T47" fmla="*/ 200 h 441"/>
                <a:gd name="T48" fmla="*/ 964 w 1091"/>
                <a:gd name="T49" fmla="*/ 200 h 441"/>
                <a:gd name="T50" fmla="*/ 1028 w 1091"/>
                <a:gd name="T51" fmla="*/ 204 h 441"/>
                <a:gd name="T52" fmla="*/ 1084 w 1091"/>
                <a:gd name="T53" fmla="*/ 212 h 441"/>
                <a:gd name="T54" fmla="*/ 1090 w 1091"/>
                <a:gd name="T55" fmla="*/ 263 h 441"/>
                <a:gd name="T56" fmla="*/ 1090 w 1091"/>
                <a:gd name="T57" fmla="*/ 304 h 441"/>
                <a:gd name="T58" fmla="*/ 1090 w 1091"/>
                <a:gd name="T59" fmla="*/ 345 h 441"/>
                <a:gd name="T60" fmla="*/ 1088 w 1091"/>
                <a:gd name="T61" fmla="*/ 380 h 441"/>
                <a:gd name="T62" fmla="*/ 1072 w 1091"/>
                <a:gd name="T63" fmla="*/ 408 h 441"/>
                <a:gd name="T64" fmla="*/ 1040 w 1091"/>
                <a:gd name="T65" fmla="*/ 432 h 441"/>
                <a:gd name="T66" fmla="*/ 1004 w 1091"/>
                <a:gd name="T67" fmla="*/ 432 h 441"/>
                <a:gd name="T68" fmla="*/ 952 w 1091"/>
                <a:gd name="T69" fmla="*/ 436 h 441"/>
                <a:gd name="T70" fmla="*/ 908 w 1091"/>
                <a:gd name="T71" fmla="*/ 436 h 441"/>
                <a:gd name="T72" fmla="*/ 884 w 1091"/>
                <a:gd name="T73" fmla="*/ 396 h 441"/>
                <a:gd name="T74" fmla="*/ 856 w 1091"/>
                <a:gd name="T75" fmla="*/ 372 h 441"/>
                <a:gd name="T76" fmla="*/ 820 w 1091"/>
                <a:gd name="T77" fmla="*/ 352 h 441"/>
                <a:gd name="T78" fmla="*/ 768 w 1091"/>
                <a:gd name="T79" fmla="*/ 348 h 441"/>
                <a:gd name="T80" fmla="*/ 720 w 1091"/>
                <a:gd name="T81" fmla="*/ 364 h 441"/>
                <a:gd name="T82" fmla="*/ 688 w 1091"/>
                <a:gd name="T83" fmla="*/ 388 h 441"/>
                <a:gd name="T84" fmla="*/ 656 w 1091"/>
                <a:gd name="T85" fmla="*/ 436 h 441"/>
                <a:gd name="T86" fmla="*/ 628 w 1091"/>
                <a:gd name="T87" fmla="*/ 440 h 441"/>
                <a:gd name="T88" fmla="*/ 588 w 1091"/>
                <a:gd name="T89" fmla="*/ 440 h 441"/>
                <a:gd name="T90" fmla="*/ 544 w 1091"/>
                <a:gd name="T91" fmla="*/ 440 h 441"/>
                <a:gd name="T92" fmla="*/ 484 w 1091"/>
                <a:gd name="T93" fmla="*/ 436 h 441"/>
                <a:gd name="T94" fmla="*/ 460 w 1091"/>
                <a:gd name="T95" fmla="*/ 400 h 441"/>
                <a:gd name="T96" fmla="*/ 428 w 1091"/>
                <a:gd name="T97" fmla="*/ 368 h 441"/>
                <a:gd name="T98" fmla="*/ 384 w 1091"/>
                <a:gd name="T99" fmla="*/ 352 h 441"/>
                <a:gd name="T100" fmla="*/ 352 w 1091"/>
                <a:gd name="T101" fmla="*/ 348 h 441"/>
                <a:gd name="T102" fmla="*/ 316 w 1091"/>
                <a:gd name="T103" fmla="*/ 356 h 441"/>
                <a:gd name="T104" fmla="*/ 284 w 1091"/>
                <a:gd name="T105" fmla="*/ 372 h 441"/>
                <a:gd name="T106" fmla="*/ 252 w 1091"/>
                <a:gd name="T107" fmla="*/ 404 h 441"/>
                <a:gd name="T108" fmla="*/ 228 w 1091"/>
                <a:gd name="T109" fmla="*/ 440 h 441"/>
                <a:gd name="T110" fmla="*/ 168 w 1091"/>
                <a:gd name="T111" fmla="*/ 440 h 441"/>
                <a:gd name="T112" fmla="*/ 132 w 1091"/>
                <a:gd name="T113" fmla="*/ 440 h 441"/>
                <a:gd name="T114" fmla="*/ 88 w 1091"/>
                <a:gd name="T115" fmla="*/ 434 h 441"/>
                <a:gd name="T116" fmla="*/ 60 w 1091"/>
                <a:gd name="T117" fmla="*/ 408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91" h="441">
                  <a:moveTo>
                    <a:pt x="60" y="408"/>
                  </a:moveTo>
                  <a:lnTo>
                    <a:pt x="26" y="358"/>
                  </a:lnTo>
                  <a:lnTo>
                    <a:pt x="0" y="328"/>
                  </a:lnTo>
                  <a:lnTo>
                    <a:pt x="28" y="288"/>
                  </a:lnTo>
                  <a:lnTo>
                    <a:pt x="48" y="252"/>
                  </a:lnTo>
                  <a:lnTo>
                    <a:pt x="76" y="228"/>
                  </a:lnTo>
                  <a:lnTo>
                    <a:pt x="112" y="220"/>
                  </a:lnTo>
                  <a:lnTo>
                    <a:pt x="156" y="208"/>
                  </a:lnTo>
                  <a:lnTo>
                    <a:pt x="192" y="200"/>
                  </a:lnTo>
                  <a:lnTo>
                    <a:pt x="232" y="188"/>
                  </a:lnTo>
                  <a:lnTo>
                    <a:pt x="292" y="168"/>
                  </a:lnTo>
                  <a:lnTo>
                    <a:pt x="368" y="80"/>
                  </a:lnTo>
                  <a:lnTo>
                    <a:pt x="416" y="36"/>
                  </a:lnTo>
                  <a:lnTo>
                    <a:pt x="468" y="4"/>
                  </a:lnTo>
                  <a:lnTo>
                    <a:pt x="500" y="0"/>
                  </a:lnTo>
                  <a:lnTo>
                    <a:pt x="580" y="0"/>
                  </a:lnTo>
                  <a:lnTo>
                    <a:pt x="684" y="0"/>
                  </a:lnTo>
                  <a:lnTo>
                    <a:pt x="732" y="8"/>
                  </a:lnTo>
                  <a:lnTo>
                    <a:pt x="784" y="16"/>
                  </a:lnTo>
                  <a:lnTo>
                    <a:pt x="836" y="32"/>
                  </a:lnTo>
                  <a:lnTo>
                    <a:pt x="860" y="64"/>
                  </a:lnTo>
                  <a:lnTo>
                    <a:pt x="880" y="112"/>
                  </a:lnTo>
                  <a:lnTo>
                    <a:pt x="900" y="152"/>
                  </a:lnTo>
                  <a:lnTo>
                    <a:pt x="932" y="200"/>
                  </a:lnTo>
                  <a:lnTo>
                    <a:pt x="964" y="200"/>
                  </a:lnTo>
                  <a:lnTo>
                    <a:pt x="1028" y="204"/>
                  </a:lnTo>
                  <a:lnTo>
                    <a:pt x="1084" y="212"/>
                  </a:lnTo>
                  <a:lnTo>
                    <a:pt x="1090" y="263"/>
                  </a:lnTo>
                  <a:lnTo>
                    <a:pt x="1090" y="304"/>
                  </a:lnTo>
                  <a:lnTo>
                    <a:pt x="1090" y="345"/>
                  </a:lnTo>
                  <a:lnTo>
                    <a:pt x="1088" y="380"/>
                  </a:lnTo>
                  <a:lnTo>
                    <a:pt x="1072" y="408"/>
                  </a:lnTo>
                  <a:lnTo>
                    <a:pt x="1040" y="432"/>
                  </a:lnTo>
                  <a:lnTo>
                    <a:pt x="1004" y="432"/>
                  </a:lnTo>
                  <a:lnTo>
                    <a:pt x="952" y="436"/>
                  </a:lnTo>
                  <a:lnTo>
                    <a:pt x="908" y="436"/>
                  </a:lnTo>
                  <a:lnTo>
                    <a:pt x="884" y="396"/>
                  </a:lnTo>
                  <a:lnTo>
                    <a:pt x="856" y="372"/>
                  </a:lnTo>
                  <a:lnTo>
                    <a:pt x="820" y="352"/>
                  </a:lnTo>
                  <a:lnTo>
                    <a:pt x="768" y="348"/>
                  </a:lnTo>
                  <a:lnTo>
                    <a:pt x="720" y="364"/>
                  </a:lnTo>
                  <a:lnTo>
                    <a:pt x="688" y="388"/>
                  </a:lnTo>
                  <a:lnTo>
                    <a:pt x="656" y="436"/>
                  </a:lnTo>
                  <a:lnTo>
                    <a:pt x="628" y="440"/>
                  </a:lnTo>
                  <a:lnTo>
                    <a:pt x="588" y="440"/>
                  </a:lnTo>
                  <a:lnTo>
                    <a:pt x="544" y="440"/>
                  </a:lnTo>
                  <a:lnTo>
                    <a:pt x="484" y="436"/>
                  </a:lnTo>
                  <a:lnTo>
                    <a:pt x="460" y="400"/>
                  </a:lnTo>
                  <a:lnTo>
                    <a:pt x="428" y="368"/>
                  </a:lnTo>
                  <a:lnTo>
                    <a:pt x="384" y="352"/>
                  </a:lnTo>
                  <a:lnTo>
                    <a:pt x="352" y="348"/>
                  </a:lnTo>
                  <a:lnTo>
                    <a:pt x="316" y="356"/>
                  </a:lnTo>
                  <a:lnTo>
                    <a:pt x="284" y="372"/>
                  </a:lnTo>
                  <a:lnTo>
                    <a:pt x="252" y="404"/>
                  </a:lnTo>
                  <a:lnTo>
                    <a:pt x="228" y="440"/>
                  </a:lnTo>
                  <a:lnTo>
                    <a:pt x="168" y="440"/>
                  </a:lnTo>
                  <a:lnTo>
                    <a:pt x="132" y="440"/>
                  </a:lnTo>
                  <a:lnTo>
                    <a:pt x="88" y="434"/>
                  </a:lnTo>
                  <a:lnTo>
                    <a:pt x="60" y="40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395315" name="Group 51">
              <a:extLst>
                <a:ext uri="{FF2B5EF4-FFF2-40B4-BE49-F238E27FC236}">
                  <a16:creationId xmlns:a16="http://schemas.microsoft.com/office/drawing/2014/main" id="{0482312E-F6F2-ABE8-C6BF-D2E646B8B503}"/>
                </a:ext>
              </a:extLst>
            </p:cNvPr>
            <p:cNvGrpSpPr>
              <a:grpSpLocks/>
            </p:cNvGrpSpPr>
            <p:nvPr/>
          </p:nvGrpSpPr>
          <p:grpSpPr bwMode="auto">
            <a:xfrm>
              <a:off x="1660" y="2594"/>
              <a:ext cx="193" cy="185"/>
              <a:chOff x="1472" y="2704"/>
              <a:chExt cx="200" cy="188"/>
            </a:xfrm>
          </p:grpSpPr>
          <p:sp>
            <p:nvSpPr>
              <p:cNvPr id="395316" name="Oval 52">
                <a:extLst>
                  <a:ext uri="{FF2B5EF4-FFF2-40B4-BE49-F238E27FC236}">
                    <a16:creationId xmlns:a16="http://schemas.microsoft.com/office/drawing/2014/main" id="{8360D4E2-E117-18E4-4BEC-13648E64CD68}"/>
                  </a:ext>
                </a:extLst>
              </p:cNvPr>
              <p:cNvSpPr>
                <a:spLocks noChangeArrowheads="1"/>
              </p:cNvSpPr>
              <p:nvPr/>
            </p:nvSpPr>
            <p:spPr bwMode="auto">
              <a:xfrm>
                <a:off x="1472" y="2704"/>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17" name="Oval 53">
                <a:extLst>
                  <a:ext uri="{FF2B5EF4-FFF2-40B4-BE49-F238E27FC236}">
                    <a16:creationId xmlns:a16="http://schemas.microsoft.com/office/drawing/2014/main" id="{A3DAFEF9-501B-2FF0-B5F8-A9AE73E23999}"/>
                  </a:ext>
                </a:extLst>
              </p:cNvPr>
              <p:cNvSpPr>
                <a:spLocks noChangeArrowheads="1"/>
              </p:cNvSpPr>
              <p:nvPr/>
            </p:nvSpPr>
            <p:spPr bwMode="auto">
              <a:xfrm>
                <a:off x="1512" y="2740"/>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95318" name="Group 54">
              <a:extLst>
                <a:ext uri="{FF2B5EF4-FFF2-40B4-BE49-F238E27FC236}">
                  <a16:creationId xmlns:a16="http://schemas.microsoft.com/office/drawing/2014/main" id="{4F5E9C68-684E-4E4D-188B-82882B93A77F}"/>
                </a:ext>
              </a:extLst>
            </p:cNvPr>
            <p:cNvGrpSpPr>
              <a:grpSpLocks/>
            </p:cNvGrpSpPr>
            <p:nvPr/>
          </p:nvGrpSpPr>
          <p:grpSpPr bwMode="auto">
            <a:xfrm>
              <a:off x="1857" y="2474"/>
              <a:ext cx="193" cy="184"/>
              <a:chOff x="1679" y="2581"/>
              <a:chExt cx="200" cy="188"/>
            </a:xfrm>
          </p:grpSpPr>
          <p:sp>
            <p:nvSpPr>
              <p:cNvPr id="395319" name="Oval 55">
                <a:extLst>
                  <a:ext uri="{FF2B5EF4-FFF2-40B4-BE49-F238E27FC236}">
                    <a16:creationId xmlns:a16="http://schemas.microsoft.com/office/drawing/2014/main" id="{CC8B740B-A4B4-51BF-B427-6632715852EB}"/>
                  </a:ext>
                </a:extLst>
              </p:cNvPr>
              <p:cNvSpPr>
                <a:spLocks noChangeArrowheads="1"/>
              </p:cNvSpPr>
              <p:nvPr/>
            </p:nvSpPr>
            <p:spPr bwMode="auto">
              <a:xfrm>
                <a:off x="1679" y="2581"/>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0" name="Oval 56">
                <a:extLst>
                  <a:ext uri="{FF2B5EF4-FFF2-40B4-BE49-F238E27FC236}">
                    <a16:creationId xmlns:a16="http://schemas.microsoft.com/office/drawing/2014/main" id="{813184F2-14D9-8D0A-2D16-1E99C3F04380}"/>
                  </a:ext>
                </a:extLst>
              </p:cNvPr>
              <p:cNvSpPr>
                <a:spLocks noChangeArrowheads="1"/>
              </p:cNvSpPr>
              <p:nvPr/>
            </p:nvSpPr>
            <p:spPr bwMode="auto">
              <a:xfrm>
                <a:off x="1719" y="2617"/>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95321" name="Group 57">
              <a:extLst>
                <a:ext uri="{FF2B5EF4-FFF2-40B4-BE49-F238E27FC236}">
                  <a16:creationId xmlns:a16="http://schemas.microsoft.com/office/drawing/2014/main" id="{49DB67D8-7184-7334-B887-395B08849FA0}"/>
                </a:ext>
              </a:extLst>
            </p:cNvPr>
            <p:cNvGrpSpPr>
              <a:grpSpLocks/>
            </p:cNvGrpSpPr>
            <p:nvPr/>
          </p:nvGrpSpPr>
          <p:grpSpPr bwMode="auto">
            <a:xfrm>
              <a:off x="459" y="2566"/>
              <a:ext cx="593" cy="133"/>
              <a:chOff x="215" y="2675"/>
              <a:chExt cx="614" cy="136"/>
            </a:xfrm>
          </p:grpSpPr>
          <p:sp>
            <p:nvSpPr>
              <p:cNvPr id="395322" name="Rectangle 58">
                <a:extLst>
                  <a:ext uri="{FF2B5EF4-FFF2-40B4-BE49-F238E27FC236}">
                    <a16:creationId xmlns:a16="http://schemas.microsoft.com/office/drawing/2014/main" id="{629204B4-D22D-1920-3AAD-ACFF23B67171}"/>
                  </a:ext>
                </a:extLst>
              </p:cNvPr>
              <p:cNvSpPr>
                <a:spLocks noChangeArrowheads="1"/>
              </p:cNvSpPr>
              <p:nvPr/>
            </p:nvSpPr>
            <p:spPr bwMode="auto">
              <a:xfrm>
                <a:off x="385" y="2747"/>
                <a:ext cx="346" cy="33"/>
              </a:xfrm>
              <a:prstGeom prst="rect">
                <a:avLst/>
              </a:prstGeom>
              <a:solidFill>
                <a:schemeClr val="tx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3" name="Oval 59">
                <a:extLst>
                  <a:ext uri="{FF2B5EF4-FFF2-40B4-BE49-F238E27FC236}">
                    <a16:creationId xmlns:a16="http://schemas.microsoft.com/office/drawing/2014/main" id="{3394ECF7-1A2E-A76E-916B-A4952825B633}"/>
                  </a:ext>
                </a:extLst>
              </p:cNvPr>
              <p:cNvSpPr>
                <a:spLocks noChangeArrowheads="1"/>
              </p:cNvSpPr>
              <p:nvPr/>
            </p:nvSpPr>
            <p:spPr bwMode="auto">
              <a:xfrm>
                <a:off x="235" y="2693"/>
                <a:ext cx="210" cy="115"/>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4" name="Oval 60">
                <a:extLst>
                  <a:ext uri="{FF2B5EF4-FFF2-40B4-BE49-F238E27FC236}">
                    <a16:creationId xmlns:a16="http://schemas.microsoft.com/office/drawing/2014/main" id="{6638EA95-D661-4871-8F91-A550F6328AF6}"/>
                  </a:ext>
                </a:extLst>
              </p:cNvPr>
              <p:cNvSpPr>
                <a:spLocks noChangeArrowheads="1"/>
              </p:cNvSpPr>
              <p:nvPr/>
            </p:nvSpPr>
            <p:spPr bwMode="auto">
              <a:xfrm>
                <a:off x="722" y="2718"/>
                <a:ext cx="107" cy="93"/>
              </a:xfrm>
              <a:prstGeom prst="ellipse">
                <a:avLst/>
              </a:prstGeom>
              <a:noFill/>
              <a:ln w="254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5" name="Oval 61">
                <a:extLst>
                  <a:ext uri="{FF2B5EF4-FFF2-40B4-BE49-F238E27FC236}">
                    <a16:creationId xmlns:a16="http://schemas.microsoft.com/office/drawing/2014/main" id="{E6E1E7BF-E4CA-C46A-04B5-67D1E7338B34}"/>
                  </a:ext>
                </a:extLst>
              </p:cNvPr>
              <p:cNvSpPr>
                <a:spLocks noChangeArrowheads="1"/>
              </p:cNvSpPr>
              <p:nvPr/>
            </p:nvSpPr>
            <p:spPr bwMode="auto">
              <a:xfrm>
                <a:off x="269" y="2714"/>
                <a:ext cx="142" cy="85"/>
              </a:xfrm>
              <a:prstGeom prst="ellipse">
                <a:avLst/>
              </a:prstGeom>
              <a:solidFill>
                <a:schemeClr val="bg2"/>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6" name="Rectangle 62">
                <a:extLst>
                  <a:ext uri="{FF2B5EF4-FFF2-40B4-BE49-F238E27FC236}">
                    <a16:creationId xmlns:a16="http://schemas.microsoft.com/office/drawing/2014/main" id="{953ACD81-4AC9-4BE3-F8A6-526BB5615ACC}"/>
                  </a:ext>
                </a:extLst>
              </p:cNvPr>
              <p:cNvSpPr>
                <a:spLocks noChangeArrowheads="1"/>
              </p:cNvSpPr>
              <p:nvPr/>
            </p:nvSpPr>
            <p:spPr bwMode="auto">
              <a:xfrm>
                <a:off x="303" y="2675"/>
                <a:ext cx="84" cy="24"/>
              </a:xfrm>
              <a:prstGeom prst="rect">
                <a:avLst/>
              </a:prstGeom>
              <a:solidFill>
                <a:schemeClr val="bg2"/>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7" name="Line 63">
                <a:extLst>
                  <a:ext uri="{FF2B5EF4-FFF2-40B4-BE49-F238E27FC236}">
                    <a16:creationId xmlns:a16="http://schemas.microsoft.com/office/drawing/2014/main" id="{FA71DB79-C244-25D8-C074-32270D37932E}"/>
                  </a:ext>
                </a:extLst>
              </p:cNvPr>
              <p:cNvSpPr>
                <a:spLocks noChangeShapeType="1"/>
              </p:cNvSpPr>
              <p:nvPr/>
            </p:nvSpPr>
            <p:spPr bwMode="auto">
              <a:xfrm>
                <a:off x="460" y="2689"/>
                <a:ext cx="0" cy="54"/>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8" name="Rectangle 64">
                <a:extLst>
                  <a:ext uri="{FF2B5EF4-FFF2-40B4-BE49-F238E27FC236}">
                    <a16:creationId xmlns:a16="http://schemas.microsoft.com/office/drawing/2014/main" id="{14AA3A22-5350-DDB6-9DC3-49FE47FC210C}"/>
                  </a:ext>
                </a:extLst>
              </p:cNvPr>
              <p:cNvSpPr>
                <a:spLocks noChangeArrowheads="1"/>
              </p:cNvSpPr>
              <p:nvPr/>
            </p:nvSpPr>
            <p:spPr bwMode="auto">
              <a:xfrm>
                <a:off x="287" y="2735"/>
                <a:ext cx="106" cy="40"/>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9" name="Rectangle 65">
                <a:extLst>
                  <a:ext uri="{FF2B5EF4-FFF2-40B4-BE49-F238E27FC236}">
                    <a16:creationId xmlns:a16="http://schemas.microsoft.com/office/drawing/2014/main" id="{174973FA-C993-4BCF-87E7-227868B65438}"/>
                  </a:ext>
                </a:extLst>
              </p:cNvPr>
              <p:cNvSpPr>
                <a:spLocks noChangeArrowheads="1"/>
              </p:cNvSpPr>
              <p:nvPr/>
            </p:nvSpPr>
            <p:spPr bwMode="auto">
              <a:xfrm>
                <a:off x="215" y="2717"/>
                <a:ext cx="34" cy="70"/>
              </a:xfrm>
              <a:prstGeom prst="rect">
                <a:avLst/>
              </a:prstGeom>
              <a:solidFill>
                <a:schemeClr val="tx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395330" name="Freeform 66">
              <a:extLst>
                <a:ext uri="{FF2B5EF4-FFF2-40B4-BE49-F238E27FC236}">
                  <a16:creationId xmlns:a16="http://schemas.microsoft.com/office/drawing/2014/main" id="{5E9ADFAB-61A5-2273-10E7-196DC24F3BCD}"/>
                </a:ext>
              </a:extLst>
            </p:cNvPr>
            <p:cNvSpPr>
              <a:spLocks/>
            </p:cNvSpPr>
            <p:nvPr/>
          </p:nvSpPr>
          <p:spPr bwMode="auto">
            <a:xfrm>
              <a:off x="805" y="2097"/>
              <a:ext cx="991" cy="460"/>
            </a:xfrm>
            <a:custGeom>
              <a:avLst/>
              <a:gdLst>
                <a:gd name="T0" fmla="*/ 0 w 1027"/>
                <a:gd name="T1" fmla="*/ 468 h 469"/>
                <a:gd name="T2" fmla="*/ 738 w 1027"/>
                <a:gd name="T3" fmla="*/ 0 h 469"/>
                <a:gd name="T4" fmla="*/ 1026 w 1027"/>
                <a:gd name="T5" fmla="*/ 408 h 469"/>
              </a:gdLst>
              <a:ahLst/>
              <a:cxnLst>
                <a:cxn ang="0">
                  <a:pos x="T0" y="T1"/>
                </a:cxn>
                <a:cxn ang="0">
                  <a:pos x="T2" y="T3"/>
                </a:cxn>
                <a:cxn ang="0">
                  <a:pos x="T4" y="T5"/>
                </a:cxn>
              </a:cxnLst>
              <a:rect l="0" t="0" r="r" b="b"/>
              <a:pathLst>
                <a:path w="1027" h="469">
                  <a:moveTo>
                    <a:pt x="0" y="468"/>
                  </a:moveTo>
                  <a:lnTo>
                    <a:pt x="738" y="0"/>
                  </a:lnTo>
                  <a:lnTo>
                    <a:pt x="1026" y="408"/>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5331" name="Line 67">
              <a:extLst>
                <a:ext uri="{FF2B5EF4-FFF2-40B4-BE49-F238E27FC236}">
                  <a16:creationId xmlns:a16="http://schemas.microsoft.com/office/drawing/2014/main" id="{ACDFE899-ED6F-D857-D316-BCAF2B5D2D3B}"/>
                </a:ext>
              </a:extLst>
            </p:cNvPr>
            <p:cNvSpPr>
              <a:spLocks noChangeShapeType="1"/>
            </p:cNvSpPr>
            <p:nvPr/>
          </p:nvSpPr>
          <p:spPr bwMode="auto">
            <a:xfrm flipH="1">
              <a:off x="1349" y="2097"/>
              <a:ext cx="163" cy="82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32" name="Rectangle 68">
              <a:extLst>
                <a:ext uri="{FF2B5EF4-FFF2-40B4-BE49-F238E27FC236}">
                  <a16:creationId xmlns:a16="http://schemas.microsoft.com/office/drawing/2014/main" id="{0E86EF02-F2E7-EA71-0D99-C5CE08362B1F}"/>
                </a:ext>
              </a:extLst>
            </p:cNvPr>
            <p:cNvSpPr>
              <a:spLocks noChangeArrowheads="1"/>
            </p:cNvSpPr>
            <p:nvPr/>
          </p:nvSpPr>
          <p:spPr bwMode="auto">
            <a:xfrm>
              <a:off x="1530" y="2786"/>
              <a:ext cx="631"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B</a:t>
              </a:r>
              <a:r>
                <a:rPr lang="en-US" altLang="ja-JP" sz="1800">
                  <a:latin typeface="MS UI Gothic" panose="020B0600070205080204" pitchFamily="50" charset="-128"/>
                </a:rPr>
                <a:t>á</a:t>
              </a:r>
              <a:r>
                <a:rPr lang="en-US" altLang="ja-JP" sz="1800">
                  <a:latin typeface="Times New Roman" panose="02020603050405020304" pitchFamily="18" charset="0"/>
                </a:rPr>
                <a:t>nh xe</a:t>
              </a:r>
            </a:p>
          </p:txBody>
        </p:sp>
        <p:sp>
          <p:nvSpPr>
            <p:cNvPr id="395333" name="Rectangle 69">
              <a:extLst>
                <a:ext uri="{FF2B5EF4-FFF2-40B4-BE49-F238E27FC236}">
                  <a16:creationId xmlns:a16="http://schemas.microsoft.com/office/drawing/2014/main" id="{6A1284DE-5F14-AC41-E6F2-7A3D06F0C575}"/>
                </a:ext>
              </a:extLst>
            </p:cNvPr>
            <p:cNvSpPr>
              <a:spLocks noChangeArrowheads="1"/>
            </p:cNvSpPr>
            <p:nvPr/>
          </p:nvSpPr>
          <p:spPr bwMode="auto">
            <a:xfrm>
              <a:off x="361" y="2773"/>
              <a:ext cx="724" cy="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400">
                  <a:latin typeface="Times New Roman" panose="02020603050405020304" pitchFamily="18" charset="0"/>
                </a:rPr>
                <a:t>Thiết bị </a:t>
              </a:r>
            </a:p>
            <a:p>
              <a:pPr algn="ctr" eaLnBrk="0" fontAlgn="ctr" hangingPunct="0"/>
              <a:r>
                <a:rPr lang="en-US" altLang="ja-JP" sz="1400">
                  <a:latin typeface="Times New Roman" panose="02020603050405020304" pitchFamily="18" charset="0"/>
                </a:rPr>
                <a:t>phát động</a:t>
              </a:r>
            </a:p>
          </p:txBody>
        </p:sp>
        <p:sp>
          <p:nvSpPr>
            <p:cNvPr id="395334" name="Rectangle 70">
              <a:extLst>
                <a:ext uri="{FF2B5EF4-FFF2-40B4-BE49-F238E27FC236}">
                  <a16:creationId xmlns:a16="http://schemas.microsoft.com/office/drawing/2014/main" id="{D996CA4C-1074-3416-FB6D-F94016D88C85}"/>
                </a:ext>
              </a:extLst>
            </p:cNvPr>
            <p:cNvSpPr>
              <a:spLocks noChangeArrowheads="1"/>
            </p:cNvSpPr>
            <p:nvPr/>
          </p:nvSpPr>
          <p:spPr bwMode="auto">
            <a:xfrm>
              <a:off x="999" y="3536"/>
              <a:ext cx="643"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Khung xe</a:t>
              </a:r>
            </a:p>
          </p:txBody>
        </p:sp>
        <p:sp>
          <p:nvSpPr>
            <p:cNvPr id="395335" name="Line 71">
              <a:extLst>
                <a:ext uri="{FF2B5EF4-FFF2-40B4-BE49-F238E27FC236}">
                  <a16:creationId xmlns:a16="http://schemas.microsoft.com/office/drawing/2014/main" id="{96EF535D-5581-570F-34B6-08249A097BFD}"/>
                </a:ext>
              </a:extLst>
            </p:cNvPr>
            <p:cNvSpPr>
              <a:spLocks noChangeShapeType="1"/>
            </p:cNvSpPr>
            <p:nvPr/>
          </p:nvSpPr>
          <p:spPr bwMode="auto">
            <a:xfrm flipH="1">
              <a:off x="3160" y="1995"/>
              <a:ext cx="289" cy="226"/>
            </a:xfrm>
            <a:prstGeom prst="line">
              <a:avLst/>
            </a:prstGeom>
            <a:noFill/>
            <a:ln w="12700">
              <a:solidFill>
                <a:schemeClr val="tx1"/>
              </a:solidFill>
              <a:round/>
              <a:headEnd type="stealth" w="med" len="lg"/>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36" name="Rectangle 72">
              <a:extLst>
                <a:ext uri="{FF2B5EF4-FFF2-40B4-BE49-F238E27FC236}">
                  <a16:creationId xmlns:a16="http://schemas.microsoft.com/office/drawing/2014/main" id="{D63BB53C-E0EE-2D9B-0BC3-2D8DA84BAA2E}"/>
                </a:ext>
              </a:extLst>
            </p:cNvPr>
            <p:cNvSpPr>
              <a:spLocks noChangeArrowheads="1"/>
            </p:cNvSpPr>
            <p:nvPr/>
          </p:nvSpPr>
          <p:spPr bwMode="auto">
            <a:xfrm>
              <a:off x="3203" y="1770"/>
              <a:ext cx="687"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Tập hợp</a:t>
              </a:r>
            </a:p>
          </p:txBody>
        </p:sp>
        <p:sp>
          <p:nvSpPr>
            <p:cNvPr id="395337" name="Rectangle 73">
              <a:extLst>
                <a:ext uri="{FF2B5EF4-FFF2-40B4-BE49-F238E27FC236}">
                  <a16:creationId xmlns:a16="http://schemas.microsoft.com/office/drawing/2014/main" id="{BFA72D3C-17E2-3238-946E-66F617FD3156}"/>
                </a:ext>
              </a:extLst>
            </p:cNvPr>
            <p:cNvSpPr>
              <a:spLocks noChangeArrowheads="1"/>
            </p:cNvSpPr>
            <p:nvPr/>
          </p:nvSpPr>
          <p:spPr bwMode="auto">
            <a:xfrm>
              <a:off x="2671" y="2171"/>
              <a:ext cx="735"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Phân giải</a:t>
              </a:r>
            </a:p>
          </p:txBody>
        </p:sp>
        <p:sp>
          <p:nvSpPr>
            <p:cNvPr id="395338" name="Rectangle 74">
              <a:extLst>
                <a:ext uri="{FF2B5EF4-FFF2-40B4-BE49-F238E27FC236}">
                  <a16:creationId xmlns:a16="http://schemas.microsoft.com/office/drawing/2014/main" id="{2CD8E580-09D1-12F8-D1B0-11DFC0285DAA}"/>
                </a:ext>
              </a:extLst>
            </p:cNvPr>
            <p:cNvSpPr>
              <a:spLocks noChangeArrowheads="1"/>
            </p:cNvSpPr>
            <p:nvPr/>
          </p:nvSpPr>
          <p:spPr bwMode="auto">
            <a:xfrm>
              <a:off x="2428" y="2492"/>
              <a:ext cx="695"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Tập hợp</a:t>
              </a:r>
            </a:p>
          </p:txBody>
        </p:sp>
        <p:sp>
          <p:nvSpPr>
            <p:cNvPr id="395339" name="Rectangle 75">
              <a:extLst>
                <a:ext uri="{FF2B5EF4-FFF2-40B4-BE49-F238E27FC236}">
                  <a16:creationId xmlns:a16="http://schemas.microsoft.com/office/drawing/2014/main" id="{DB75BB9C-8A2D-67F9-192D-368A42D4376B}"/>
                </a:ext>
              </a:extLst>
            </p:cNvPr>
            <p:cNvSpPr>
              <a:spLocks noChangeArrowheads="1"/>
            </p:cNvSpPr>
            <p:nvPr/>
          </p:nvSpPr>
          <p:spPr bwMode="auto">
            <a:xfrm>
              <a:off x="1996" y="2948"/>
              <a:ext cx="727"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Phân giải</a:t>
              </a:r>
            </a:p>
          </p:txBody>
        </p:sp>
        <p:sp>
          <p:nvSpPr>
            <p:cNvPr id="395340" name="Line 76">
              <a:extLst>
                <a:ext uri="{FF2B5EF4-FFF2-40B4-BE49-F238E27FC236}">
                  <a16:creationId xmlns:a16="http://schemas.microsoft.com/office/drawing/2014/main" id="{7B81F8BE-B15A-F424-A895-1E123E06BA5A}"/>
                </a:ext>
              </a:extLst>
            </p:cNvPr>
            <p:cNvSpPr>
              <a:spLocks noChangeShapeType="1"/>
            </p:cNvSpPr>
            <p:nvPr/>
          </p:nvSpPr>
          <p:spPr bwMode="auto">
            <a:xfrm flipH="1">
              <a:off x="2418" y="2718"/>
              <a:ext cx="289" cy="227"/>
            </a:xfrm>
            <a:prstGeom prst="line">
              <a:avLst/>
            </a:prstGeom>
            <a:noFill/>
            <a:ln w="12700">
              <a:solidFill>
                <a:schemeClr val="tx1"/>
              </a:solidFill>
              <a:round/>
              <a:headEnd type="stealth" w="med" len="lg"/>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41" name="AutoShape 77">
              <a:extLst>
                <a:ext uri="{FF2B5EF4-FFF2-40B4-BE49-F238E27FC236}">
                  <a16:creationId xmlns:a16="http://schemas.microsoft.com/office/drawing/2014/main" id="{014D637A-B858-1E4C-6074-4A9F9F05BAAF}"/>
                </a:ext>
              </a:extLst>
            </p:cNvPr>
            <p:cNvSpPr>
              <a:spLocks noChangeArrowheads="1"/>
            </p:cNvSpPr>
            <p:nvPr/>
          </p:nvSpPr>
          <p:spPr bwMode="auto">
            <a:xfrm>
              <a:off x="4213" y="2078"/>
              <a:ext cx="95" cy="94"/>
            </a:xfrm>
            <a:prstGeom prst="diamond">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42" name="AutoShape 78">
              <a:extLst>
                <a:ext uri="{FF2B5EF4-FFF2-40B4-BE49-F238E27FC236}">
                  <a16:creationId xmlns:a16="http://schemas.microsoft.com/office/drawing/2014/main" id="{8D6EE4BF-E4D8-AEA5-8387-82745D6FD5D3}"/>
                </a:ext>
              </a:extLst>
            </p:cNvPr>
            <p:cNvSpPr>
              <a:spLocks noChangeArrowheads="1"/>
            </p:cNvSpPr>
            <p:nvPr/>
          </p:nvSpPr>
          <p:spPr bwMode="auto">
            <a:xfrm>
              <a:off x="5015" y="2832"/>
              <a:ext cx="95" cy="94"/>
            </a:xfrm>
            <a:prstGeom prst="diamond">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43" name="AutoShape 79">
              <a:extLst>
                <a:ext uri="{FF2B5EF4-FFF2-40B4-BE49-F238E27FC236}">
                  <a16:creationId xmlns:a16="http://schemas.microsoft.com/office/drawing/2014/main" id="{80A5353A-1571-2AFB-9F22-CFCDD8382C16}"/>
                </a:ext>
              </a:extLst>
            </p:cNvPr>
            <p:cNvSpPr>
              <a:spLocks noChangeArrowheads="1"/>
            </p:cNvSpPr>
            <p:nvPr/>
          </p:nvSpPr>
          <p:spPr bwMode="auto">
            <a:xfrm>
              <a:off x="3317" y="2832"/>
              <a:ext cx="95" cy="94"/>
            </a:xfrm>
            <a:prstGeom prst="diamond">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E1F3689F-F805-F443-37D7-4AE393781302}"/>
              </a:ext>
            </a:extLst>
          </p:cNvPr>
          <p:cNvSpPr>
            <a:spLocks noGrp="1"/>
          </p:cNvSpPr>
          <p:nvPr>
            <p:ph type="sldNum" sz="quarter" idx="10"/>
          </p:nvPr>
        </p:nvSpPr>
        <p:spPr/>
        <p:txBody>
          <a:bodyPr/>
          <a:lstStyle/>
          <a:p>
            <a:fld id="{641909AA-A78C-4C02-8508-94519798ACA4}" type="slidenum">
              <a:rPr lang="en-US" altLang="ja-JP"/>
              <a:pPr/>
              <a:t>14</a:t>
            </a:fld>
            <a:endParaRPr lang="en-US" altLang="ja-JP"/>
          </a:p>
        </p:txBody>
      </p:sp>
      <p:sp>
        <p:nvSpPr>
          <p:cNvPr id="397314" name="Rectangle 2">
            <a:extLst>
              <a:ext uri="{FF2B5EF4-FFF2-40B4-BE49-F238E27FC236}">
                <a16:creationId xmlns:a16="http://schemas.microsoft.com/office/drawing/2014/main" id="{A2B1E441-7E70-C2BD-69C1-5F182F41DB9B}"/>
              </a:ext>
            </a:extLst>
          </p:cNvPr>
          <p:cNvSpPr>
            <a:spLocks noChangeArrowheads="1"/>
          </p:cNvSpPr>
          <p:nvPr/>
        </p:nvSpPr>
        <p:spPr bwMode="auto">
          <a:xfrm>
            <a:off x="344488" y="2100263"/>
            <a:ext cx="9120187" cy="423227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15" name="Rectangle 3">
            <a:extLst>
              <a:ext uri="{FF2B5EF4-FFF2-40B4-BE49-F238E27FC236}">
                <a16:creationId xmlns:a16="http://schemas.microsoft.com/office/drawing/2014/main" id="{EC5F8917-285B-2FB5-9BF9-7E3B41409632}"/>
              </a:ext>
            </a:extLst>
          </p:cNvPr>
          <p:cNvSpPr>
            <a:spLocks noGrp="1" noChangeArrowheads="1"/>
          </p:cNvSpPr>
          <p:nvPr>
            <p:ph type="title"/>
          </p:nvPr>
        </p:nvSpPr>
        <p:spPr>
          <a:xfrm>
            <a:off x="344487" y="293688"/>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Quan </a:t>
            </a:r>
            <a:r>
              <a:rPr lang="en-US" altLang="ja-JP" dirty="0" err="1">
                <a:latin typeface="Arial" panose="020B0604020202020204" pitchFamily="34" charset="0"/>
                <a:ea typeface="MS UI Gothic" panose="020B0600070205080204" pitchFamily="50" charset="-128"/>
              </a:rPr>
              <a:t>hệ</a:t>
            </a:r>
            <a:r>
              <a:rPr lang="en-US" altLang="ja-JP" dirty="0">
                <a:latin typeface="Arial" panose="020B0604020202020204" pitchFamily="34" charset="0"/>
                <a:ea typeface="MS UI Gothic" panose="020B0600070205080204" pitchFamily="50" charset="-128"/>
              </a:rPr>
              <a:t> </a:t>
            </a:r>
            <a:r>
              <a:rPr lang="en-US" altLang="ja-JP" dirty="0" err="1">
                <a:solidFill>
                  <a:schemeClr val="tx1"/>
                </a:solidFill>
                <a:latin typeface="Arial" panose="020B0604020202020204" pitchFamily="34" charset="0"/>
                <a:ea typeface="MS UI Gothic" panose="020B0600070205080204" pitchFamily="50" charset="-128"/>
              </a:rPr>
              <a:t>tương</a:t>
            </a:r>
            <a:r>
              <a:rPr lang="en-US" altLang="ja-JP" dirty="0">
                <a:solidFill>
                  <a:schemeClr val="tx1"/>
                </a:solidFill>
                <a:latin typeface="Arial" panose="020B0604020202020204" pitchFamily="34" charset="0"/>
                <a:ea typeface="MS UI Gothic" panose="020B0600070205080204" pitchFamily="50" charset="-128"/>
              </a:rPr>
              <a:t> </a:t>
            </a:r>
            <a:r>
              <a:rPr lang="en-US" altLang="ja-JP" dirty="0" err="1">
                <a:solidFill>
                  <a:schemeClr val="tx1"/>
                </a:solidFill>
                <a:latin typeface="Arial" panose="020B0604020202020204" pitchFamily="34" charset="0"/>
                <a:ea typeface="MS UI Gothic" panose="020B0600070205080204" pitchFamily="50" charset="-128"/>
              </a:rPr>
              <a:t>tác</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class (</a:t>
            </a:r>
            <a:r>
              <a:rPr lang="en-US" altLang="ja-JP" dirty="0" err="1">
                <a:latin typeface="Arial" panose="020B0604020202020204" pitchFamily="34" charset="0"/>
                <a:ea typeface="MS UI Gothic" panose="020B0600070205080204" pitchFamily="50" charset="-128"/>
              </a:rPr>
              <a:t>đối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tượng</a:t>
            </a:r>
            <a:r>
              <a:rPr lang="en-US" altLang="ja-JP" dirty="0">
                <a:latin typeface="Arial" panose="020B0604020202020204" pitchFamily="34" charset="0"/>
                <a:ea typeface="MS UI Gothic" panose="020B0600070205080204" pitchFamily="50" charset="-128"/>
              </a:rPr>
              <a:t>)(3)</a:t>
            </a:r>
          </a:p>
        </p:txBody>
      </p:sp>
      <p:sp>
        <p:nvSpPr>
          <p:cNvPr id="397316" name="Rectangle 4">
            <a:extLst>
              <a:ext uri="{FF2B5EF4-FFF2-40B4-BE49-F238E27FC236}">
                <a16:creationId xmlns:a16="http://schemas.microsoft.com/office/drawing/2014/main" id="{ACD58B05-7D8D-1194-C97F-BEDEAFD2E733}"/>
              </a:ext>
            </a:extLst>
          </p:cNvPr>
          <p:cNvSpPr>
            <a:spLocks noGrp="1" noChangeArrowheads="1"/>
          </p:cNvSpPr>
          <p:nvPr>
            <p:ph type="body" sz="half" idx="1"/>
          </p:nvPr>
        </p:nvSpPr>
        <p:spPr>
          <a:xfrm>
            <a:off x="344488" y="706438"/>
            <a:ext cx="9339262" cy="406400"/>
          </a:xfrm>
        </p:spPr>
        <p:txBody>
          <a:bodyPr>
            <a:normAutofit fontScale="92500" lnSpcReduction="10000"/>
          </a:bodyPr>
          <a:lstStyle/>
          <a:p>
            <a:r>
              <a:rPr lang="en-US" altLang="ja-JP" sz="2400">
                <a:latin typeface="Arial" panose="020B0604020202020204" pitchFamily="34" charset="0"/>
              </a:rPr>
              <a:t>Tổng quát (Cụ thể)</a:t>
            </a:r>
          </a:p>
        </p:txBody>
      </p:sp>
      <p:sp>
        <p:nvSpPr>
          <p:cNvPr id="397317" name="Rectangle 5">
            <a:extLst>
              <a:ext uri="{FF2B5EF4-FFF2-40B4-BE49-F238E27FC236}">
                <a16:creationId xmlns:a16="http://schemas.microsoft.com/office/drawing/2014/main" id="{C2D388F1-B1CA-B3D9-7493-45DBF92A375E}"/>
              </a:ext>
            </a:extLst>
          </p:cNvPr>
          <p:cNvSpPr>
            <a:spLocks noChangeArrowheads="1"/>
          </p:cNvSpPr>
          <p:nvPr/>
        </p:nvSpPr>
        <p:spPr bwMode="auto">
          <a:xfrm>
            <a:off x="344488" y="1204913"/>
            <a:ext cx="9120187" cy="677862"/>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Tổng quát : quan hệ của một class nào đó với một class đã trừu tượng class đó. </a:t>
            </a:r>
          </a:p>
        </p:txBody>
      </p:sp>
      <p:grpSp>
        <p:nvGrpSpPr>
          <p:cNvPr id="397394" name="Group 82">
            <a:extLst>
              <a:ext uri="{FF2B5EF4-FFF2-40B4-BE49-F238E27FC236}">
                <a16:creationId xmlns:a16="http://schemas.microsoft.com/office/drawing/2014/main" id="{948EDB53-08B8-1DDC-D7E6-65C99DF185FA}"/>
              </a:ext>
            </a:extLst>
          </p:cNvPr>
          <p:cNvGrpSpPr>
            <a:grpSpLocks/>
          </p:cNvGrpSpPr>
          <p:nvPr/>
        </p:nvGrpSpPr>
        <p:grpSpPr bwMode="auto">
          <a:xfrm>
            <a:off x="798513" y="2459038"/>
            <a:ext cx="7334250" cy="3349625"/>
            <a:chOff x="503" y="1549"/>
            <a:chExt cx="4620" cy="2110"/>
          </a:xfrm>
        </p:grpSpPr>
        <p:sp>
          <p:nvSpPr>
            <p:cNvPr id="397372" name="Rectangle 60">
              <a:extLst>
                <a:ext uri="{FF2B5EF4-FFF2-40B4-BE49-F238E27FC236}">
                  <a16:creationId xmlns:a16="http://schemas.microsoft.com/office/drawing/2014/main" id="{D0B18BEB-28A2-FDEF-F21D-C5D281B23055}"/>
                </a:ext>
              </a:extLst>
            </p:cNvPr>
            <p:cNvSpPr>
              <a:spLocks noChangeArrowheads="1"/>
            </p:cNvSpPr>
            <p:nvPr/>
          </p:nvSpPr>
          <p:spPr bwMode="auto">
            <a:xfrm>
              <a:off x="3059" y="1549"/>
              <a:ext cx="713"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Đồ họa</a:t>
              </a:r>
            </a:p>
          </p:txBody>
        </p:sp>
        <p:sp>
          <p:nvSpPr>
            <p:cNvPr id="397373" name="Rectangle 61">
              <a:extLst>
                <a:ext uri="{FF2B5EF4-FFF2-40B4-BE49-F238E27FC236}">
                  <a16:creationId xmlns:a16="http://schemas.microsoft.com/office/drawing/2014/main" id="{4E88CCFE-73AA-A279-58DE-88B207E3E46E}"/>
                </a:ext>
              </a:extLst>
            </p:cNvPr>
            <p:cNvSpPr>
              <a:spLocks noChangeArrowheads="1"/>
            </p:cNvSpPr>
            <p:nvPr/>
          </p:nvSpPr>
          <p:spPr bwMode="auto">
            <a:xfrm>
              <a:off x="1168" y="3321"/>
              <a:ext cx="712"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Tam gi</a:t>
              </a:r>
              <a:r>
                <a:rPr lang="en-US" altLang="ja-JP" sz="1800">
                  <a:latin typeface="MS UI Gothic" panose="020B0600070205080204" pitchFamily="50" charset="-128"/>
                </a:rPr>
                <a:t>á</a:t>
              </a:r>
              <a:r>
                <a:rPr lang="en-US" altLang="ja-JP" sz="1800">
                  <a:latin typeface="Times New Roman" panose="02020603050405020304" pitchFamily="18" charset="0"/>
                </a:rPr>
                <a:t>c</a:t>
              </a:r>
            </a:p>
          </p:txBody>
        </p:sp>
        <p:sp>
          <p:nvSpPr>
            <p:cNvPr id="397374" name="Rectangle 62">
              <a:extLst>
                <a:ext uri="{FF2B5EF4-FFF2-40B4-BE49-F238E27FC236}">
                  <a16:creationId xmlns:a16="http://schemas.microsoft.com/office/drawing/2014/main" id="{70FF9236-2042-D403-914F-EE01B3BE3B07}"/>
                </a:ext>
              </a:extLst>
            </p:cNvPr>
            <p:cNvSpPr>
              <a:spLocks noChangeArrowheads="1"/>
            </p:cNvSpPr>
            <p:nvPr/>
          </p:nvSpPr>
          <p:spPr bwMode="auto">
            <a:xfrm>
              <a:off x="1962" y="3321"/>
              <a:ext cx="713"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Tứ gi</a:t>
              </a:r>
              <a:r>
                <a:rPr lang="en-US" altLang="ja-JP" sz="1800">
                  <a:latin typeface="MS UI Gothic" panose="020B0600070205080204" pitchFamily="50" charset="-128"/>
                </a:rPr>
                <a:t>á</a:t>
              </a:r>
              <a:r>
                <a:rPr lang="en-US" altLang="ja-JP" sz="1800">
                  <a:latin typeface="Times New Roman" panose="02020603050405020304" pitchFamily="18" charset="0"/>
                </a:rPr>
                <a:t>c</a:t>
              </a:r>
            </a:p>
          </p:txBody>
        </p:sp>
        <p:sp>
          <p:nvSpPr>
            <p:cNvPr id="397375" name="Rectangle 63">
              <a:extLst>
                <a:ext uri="{FF2B5EF4-FFF2-40B4-BE49-F238E27FC236}">
                  <a16:creationId xmlns:a16="http://schemas.microsoft.com/office/drawing/2014/main" id="{424FF6BF-76F9-32AB-A756-7A814556A7F5}"/>
                </a:ext>
              </a:extLst>
            </p:cNvPr>
            <p:cNvSpPr>
              <a:spLocks noChangeArrowheads="1"/>
            </p:cNvSpPr>
            <p:nvPr/>
          </p:nvSpPr>
          <p:spPr bwMode="auto">
            <a:xfrm>
              <a:off x="2745" y="3321"/>
              <a:ext cx="712"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Ngũ gi</a:t>
              </a:r>
              <a:r>
                <a:rPr lang="en-US" altLang="ja-JP" sz="1800">
                  <a:latin typeface="MS UI Gothic" panose="020B0600070205080204" pitchFamily="50" charset="-128"/>
                </a:rPr>
                <a:t>á</a:t>
              </a:r>
              <a:r>
                <a:rPr lang="en-US" altLang="ja-JP" sz="1800">
                  <a:latin typeface="Times New Roman" panose="02020603050405020304" pitchFamily="18" charset="0"/>
                </a:rPr>
                <a:t>c</a:t>
              </a:r>
            </a:p>
          </p:txBody>
        </p:sp>
        <p:sp>
          <p:nvSpPr>
            <p:cNvPr id="397376" name="Rectangle 64">
              <a:extLst>
                <a:ext uri="{FF2B5EF4-FFF2-40B4-BE49-F238E27FC236}">
                  <a16:creationId xmlns:a16="http://schemas.microsoft.com/office/drawing/2014/main" id="{9ADCFFED-4110-7880-79D6-2E2EE49618D5}"/>
                </a:ext>
              </a:extLst>
            </p:cNvPr>
            <p:cNvSpPr>
              <a:spLocks noChangeArrowheads="1"/>
            </p:cNvSpPr>
            <p:nvPr/>
          </p:nvSpPr>
          <p:spPr bwMode="auto">
            <a:xfrm>
              <a:off x="3630" y="3321"/>
              <a:ext cx="712"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Thẳng</a:t>
              </a:r>
            </a:p>
          </p:txBody>
        </p:sp>
        <p:sp>
          <p:nvSpPr>
            <p:cNvPr id="397377" name="Rectangle 65">
              <a:extLst>
                <a:ext uri="{FF2B5EF4-FFF2-40B4-BE49-F238E27FC236}">
                  <a16:creationId xmlns:a16="http://schemas.microsoft.com/office/drawing/2014/main" id="{325A5242-7D31-082B-623F-02C1674918F8}"/>
                </a:ext>
              </a:extLst>
            </p:cNvPr>
            <p:cNvSpPr>
              <a:spLocks noChangeArrowheads="1"/>
            </p:cNvSpPr>
            <p:nvPr/>
          </p:nvSpPr>
          <p:spPr bwMode="auto">
            <a:xfrm>
              <a:off x="4411" y="3321"/>
              <a:ext cx="712"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Cong</a:t>
              </a:r>
            </a:p>
          </p:txBody>
        </p:sp>
        <p:sp>
          <p:nvSpPr>
            <p:cNvPr id="397378" name="Freeform 66">
              <a:extLst>
                <a:ext uri="{FF2B5EF4-FFF2-40B4-BE49-F238E27FC236}">
                  <a16:creationId xmlns:a16="http://schemas.microsoft.com/office/drawing/2014/main" id="{4CF0FE46-72D6-3E00-65FD-06E56D2BC5D4}"/>
                </a:ext>
              </a:extLst>
            </p:cNvPr>
            <p:cNvSpPr>
              <a:spLocks/>
            </p:cNvSpPr>
            <p:nvPr/>
          </p:nvSpPr>
          <p:spPr bwMode="auto">
            <a:xfrm>
              <a:off x="2381" y="2147"/>
              <a:ext cx="1968" cy="1169"/>
            </a:xfrm>
            <a:custGeom>
              <a:avLst/>
              <a:gdLst>
                <a:gd name="T0" fmla="*/ 0 w 1788"/>
                <a:gd name="T1" fmla="*/ 1009 h 1010"/>
                <a:gd name="T2" fmla="*/ 0 w 1788"/>
                <a:gd name="T3" fmla="*/ 0 h 1010"/>
                <a:gd name="T4" fmla="*/ 1787 w 1788"/>
                <a:gd name="T5" fmla="*/ 0 h 1010"/>
                <a:gd name="T6" fmla="*/ 1787 w 1788"/>
                <a:gd name="T7" fmla="*/ 777 h 1010"/>
              </a:gdLst>
              <a:ahLst/>
              <a:cxnLst>
                <a:cxn ang="0">
                  <a:pos x="T0" y="T1"/>
                </a:cxn>
                <a:cxn ang="0">
                  <a:pos x="T2" y="T3"/>
                </a:cxn>
                <a:cxn ang="0">
                  <a:pos x="T4" y="T5"/>
                </a:cxn>
                <a:cxn ang="0">
                  <a:pos x="T6" y="T7"/>
                </a:cxn>
              </a:cxnLst>
              <a:rect l="0" t="0" r="r" b="b"/>
              <a:pathLst>
                <a:path w="1788" h="1010">
                  <a:moveTo>
                    <a:pt x="0" y="1009"/>
                  </a:moveTo>
                  <a:lnTo>
                    <a:pt x="0" y="0"/>
                  </a:lnTo>
                  <a:lnTo>
                    <a:pt x="1787" y="0"/>
                  </a:lnTo>
                  <a:lnTo>
                    <a:pt x="1787" y="777"/>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7379" name="Freeform 67">
              <a:extLst>
                <a:ext uri="{FF2B5EF4-FFF2-40B4-BE49-F238E27FC236}">
                  <a16:creationId xmlns:a16="http://schemas.microsoft.com/office/drawing/2014/main" id="{557BEDF8-D978-31E3-6F31-97578BCF2422}"/>
                </a:ext>
              </a:extLst>
            </p:cNvPr>
            <p:cNvSpPr>
              <a:spLocks/>
            </p:cNvSpPr>
            <p:nvPr/>
          </p:nvSpPr>
          <p:spPr bwMode="auto">
            <a:xfrm>
              <a:off x="3970" y="3064"/>
              <a:ext cx="902" cy="238"/>
            </a:xfrm>
            <a:custGeom>
              <a:avLst/>
              <a:gdLst>
                <a:gd name="T0" fmla="*/ 0 w 819"/>
                <a:gd name="T1" fmla="*/ 205 h 206"/>
                <a:gd name="T2" fmla="*/ 0 w 819"/>
                <a:gd name="T3" fmla="*/ 0 h 206"/>
                <a:gd name="T4" fmla="*/ 818 w 819"/>
                <a:gd name="T5" fmla="*/ 0 h 206"/>
                <a:gd name="T6" fmla="*/ 818 w 819"/>
                <a:gd name="T7" fmla="*/ 205 h 206"/>
              </a:gdLst>
              <a:ahLst/>
              <a:cxnLst>
                <a:cxn ang="0">
                  <a:pos x="T0" y="T1"/>
                </a:cxn>
                <a:cxn ang="0">
                  <a:pos x="T2" y="T3"/>
                </a:cxn>
                <a:cxn ang="0">
                  <a:pos x="T4" y="T5"/>
                </a:cxn>
                <a:cxn ang="0">
                  <a:pos x="T6" y="T7"/>
                </a:cxn>
              </a:cxnLst>
              <a:rect l="0" t="0" r="r" b="b"/>
              <a:pathLst>
                <a:path w="819" h="206">
                  <a:moveTo>
                    <a:pt x="0" y="205"/>
                  </a:moveTo>
                  <a:lnTo>
                    <a:pt x="0" y="0"/>
                  </a:lnTo>
                  <a:lnTo>
                    <a:pt x="818" y="0"/>
                  </a:lnTo>
                  <a:lnTo>
                    <a:pt x="818" y="205"/>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7380" name="Freeform 68">
              <a:extLst>
                <a:ext uri="{FF2B5EF4-FFF2-40B4-BE49-F238E27FC236}">
                  <a16:creationId xmlns:a16="http://schemas.microsoft.com/office/drawing/2014/main" id="{CE08ED43-B510-C5D2-CFFF-11316A473CE5}"/>
                </a:ext>
              </a:extLst>
            </p:cNvPr>
            <p:cNvSpPr>
              <a:spLocks/>
            </p:cNvSpPr>
            <p:nvPr/>
          </p:nvSpPr>
          <p:spPr bwMode="auto">
            <a:xfrm>
              <a:off x="1538" y="3063"/>
              <a:ext cx="1638" cy="254"/>
            </a:xfrm>
            <a:custGeom>
              <a:avLst/>
              <a:gdLst>
                <a:gd name="T0" fmla="*/ 0 w 1487"/>
                <a:gd name="T1" fmla="*/ 219 h 220"/>
                <a:gd name="T2" fmla="*/ 0 w 1487"/>
                <a:gd name="T3" fmla="*/ 0 h 220"/>
                <a:gd name="T4" fmla="*/ 1486 w 1487"/>
                <a:gd name="T5" fmla="*/ 0 h 220"/>
                <a:gd name="T6" fmla="*/ 1486 w 1487"/>
                <a:gd name="T7" fmla="*/ 219 h 220"/>
              </a:gdLst>
              <a:ahLst/>
              <a:cxnLst>
                <a:cxn ang="0">
                  <a:pos x="T0" y="T1"/>
                </a:cxn>
                <a:cxn ang="0">
                  <a:pos x="T2" y="T3"/>
                </a:cxn>
                <a:cxn ang="0">
                  <a:pos x="T4" y="T5"/>
                </a:cxn>
                <a:cxn ang="0">
                  <a:pos x="T6" y="T7"/>
                </a:cxn>
              </a:cxnLst>
              <a:rect l="0" t="0" r="r" b="b"/>
              <a:pathLst>
                <a:path w="1487" h="220">
                  <a:moveTo>
                    <a:pt x="0" y="219"/>
                  </a:moveTo>
                  <a:lnTo>
                    <a:pt x="0" y="0"/>
                  </a:lnTo>
                  <a:lnTo>
                    <a:pt x="1486" y="0"/>
                  </a:lnTo>
                  <a:lnTo>
                    <a:pt x="1486" y="219"/>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7381" name="Rectangle 69">
              <a:extLst>
                <a:ext uri="{FF2B5EF4-FFF2-40B4-BE49-F238E27FC236}">
                  <a16:creationId xmlns:a16="http://schemas.microsoft.com/office/drawing/2014/main" id="{782FFE3C-C60F-E3E0-0309-75C1E29406F3}"/>
                </a:ext>
              </a:extLst>
            </p:cNvPr>
            <p:cNvSpPr>
              <a:spLocks noChangeArrowheads="1"/>
            </p:cNvSpPr>
            <p:nvPr/>
          </p:nvSpPr>
          <p:spPr bwMode="auto">
            <a:xfrm>
              <a:off x="3974" y="2404"/>
              <a:ext cx="712" cy="339"/>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Đường</a:t>
              </a:r>
            </a:p>
          </p:txBody>
        </p:sp>
        <p:sp>
          <p:nvSpPr>
            <p:cNvPr id="397382" name="Rectangle 70">
              <a:extLst>
                <a:ext uri="{FF2B5EF4-FFF2-40B4-BE49-F238E27FC236}">
                  <a16:creationId xmlns:a16="http://schemas.microsoft.com/office/drawing/2014/main" id="{69C7DD45-6CBB-E238-9FBC-49721634849B}"/>
                </a:ext>
              </a:extLst>
            </p:cNvPr>
            <p:cNvSpPr>
              <a:spLocks noChangeArrowheads="1"/>
            </p:cNvSpPr>
            <p:nvPr/>
          </p:nvSpPr>
          <p:spPr bwMode="auto">
            <a:xfrm>
              <a:off x="1974" y="2406"/>
              <a:ext cx="832" cy="339"/>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H</a:t>
              </a:r>
              <a:r>
                <a:rPr lang="en-US" altLang="ja-JP" sz="1800">
                  <a:latin typeface="MS UI Gothic" panose="020B0600070205080204" pitchFamily="50" charset="-128"/>
                </a:rPr>
                <a:t>ì</a:t>
              </a:r>
              <a:r>
                <a:rPr lang="en-US" altLang="ja-JP" sz="1800">
                  <a:latin typeface="Times New Roman" panose="02020603050405020304" pitchFamily="18" charset="0"/>
                </a:rPr>
                <a:t>nh đa gi</a:t>
              </a:r>
              <a:r>
                <a:rPr lang="en-US" altLang="ja-JP" sz="1800">
                  <a:latin typeface="MS UI Gothic" panose="020B0600070205080204" pitchFamily="50" charset="-128"/>
                </a:rPr>
                <a:t>á</a:t>
              </a:r>
              <a:r>
                <a:rPr lang="en-US" altLang="ja-JP" sz="1800">
                  <a:latin typeface="Times New Roman" panose="02020603050405020304" pitchFamily="18" charset="0"/>
                </a:rPr>
                <a:t>c</a:t>
              </a:r>
            </a:p>
          </p:txBody>
        </p:sp>
        <p:sp>
          <p:nvSpPr>
            <p:cNvPr id="397383" name="Line 71">
              <a:extLst>
                <a:ext uri="{FF2B5EF4-FFF2-40B4-BE49-F238E27FC236}">
                  <a16:creationId xmlns:a16="http://schemas.microsoft.com/office/drawing/2014/main" id="{84C7BC78-B17D-5B64-E485-470140DAB33A}"/>
                </a:ext>
              </a:extLst>
            </p:cNvPr>
            <p:cNvSpPr>
              <a:spLocks noChangeShapeType="1"/>
            </p:cNvSpPr>
            <p:nvPr/>
          </p:nvSpPr>
          <p:spPr bwMode="auto">
            <a:xfrm>
              <a:off x="3411" y="1868"/>
              <a:ext cx="0" cy="28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84" name="Rectangle 72">
              <a:extLst>
                <a:ext uri="{FF2B5EF4-FFF2-40B4-BE49-F238E27FC236}">
                  <a16:creationId xmlns:a16="http://schemas.microsoft.com/office/drawing/2014/main" id="{2C1D5452-E7C7-4924-289E-54FD7BFB6EC5}"/>
                </a:ext>
              </a:extLst>
            </p:cNvPr>
            <p:cNvSpPr>
              <a:spLocks noChangeArrowheads="1"/>
            </p:cNvSpPr>
            <p:nvPr/>
          </p:nvSpPr>
          <p:spPr bwMode="auto">
            <a:xfrm>
              <a:off x="2245" y="1549"/>
              <a:ext cx="788"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Tổng qu</a:t>
              </a:r>
              <a:r>
                <a:rPr lang="en-US" altLang="ja-JP" sz="1800">
                  <a:latin typeface="MS UI Gothic" panose="020B0600070205080204" pitchFamily="50" charset="-128"/>
                </a:rPr>
                <a:t>á</a:t>
              </a:r>
              <a:r>
                <a:rPr lang="en-US" altLang="ja-JP" sz="1800">
                  <a:latin typeface="Times New Roman" panose="02020603050405020304" pitchFamily="18" charset="0"/>
                </a:rPr>
                <a:t>t</a:t>
              </a:r>
            </a:p>
          </p:txBody>
        </p:sp>
        <p:sp>
          <p:nvSpPr>
            <p:cNvPr id="397385" name="Rectangle 73">
              <a:extLst>
                <a:ext uri="{FF2B5EF4-FFF2-40B4-BE49-F238E27FC236}">
                  <a16:creationId xmlns:a16="http://schemas.microsoft.com/office/drawing/2014/main" id="{B44CD65C-8B7B-2D3F-A60D-4A9E9B33A487}"/>
                </a:ext>
              </a:extLst>
            </p:cNvPr>
            <p:cNvSpPr>
              <a:spLocks noChangeArrowheads="1"/>
            </p:cNvSpPr>
            <p:nvPr/>
          </p:nvSpPr>
          <p:spPr bwMode="auto">
            <a:xfrm>
              <a:off x="1478" y="2054"/>
              <a:ext cx="598"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Cụ thể</a:t>
              </a:r>
            </a:p>
          </p:txBody>
        </p:sp>
        <p:sp>
          <p:nvSpPr>
            <p:cNvPr id="397386" name="Line 74">
              <a:extLst>
                <a:ext uri="{FF2B5EF4-FFF2-40B4-BE49-F238E27FC236}">
                  <a16:creationId xmlns:a16="http://schemas.microsoft.com/office/drawing/2014/main" id="{CEDE659C-E542-B359-2306-2EE0A0503EC9}"/>
                </a:ext>
              </a:extLst>
            </p:cNvPr>
            <p:cNvSpPr>
              <a:spLocks noChangeShapeType="1"/>
            </p:cNvSpPr>
            <p:nvPr/>
          </p:nvSpPr>
          <p:spPr bwMode="auto">
            <a:xfrm flipH="1">
              <a:off x="2094" y="1862"/>
              <a:ext cx="330" cy="268"/>
            </a:xfrm>
            <a:prstGeom prst="line">
              <a:avLst/>
            </a:prstGeom>
            <a:noFill/>
            <a:ln w="12700">
              <a:solidFill>
                <a:schemeClr val="tx1"/>
              </a:solidFill>
              <a:round/>
              <a:headEnd type="stealth" w="med" len="lg"/>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87" name="Rectangle 75">
              <a:extLst>
                <a:ext uri="{FF2B5EF4-FFF2-40B4-BE49-F238E27FC236}">
                  <a16:creationId xmlns:a16="http://schemas.microsoft.com/office/drawing/2014/main" id="{B8B6A5E4-3DB8-38D1-D268-730691AFD111}"/>
                </a:ext>
              </a:extLst>
            </p:cNvPr>
            <p:cNvSpPr>
              <a:spLocks noChangeArrowheads="1"/>
            </p:cNvSpPr>
            <p:nvPr/>
          </p:nvSpPr>
          <p:spPr bwMode="auto">
            <a:xfrm>
              <a:off x="1231" y="2528"/>
              <a:ext cx="828"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Tổng qu</a:t>
              </a:r>
              <a:r>
                <a:rPr lang="en-US" altLang="ja-JP" sz="1800">
                  <a:latin typeface="MS UI Gothic" panose="020B0600070205080204" pitchFamily="50" charset="-128"/>
                </a:rPr>
                <a:t>á</a:t>
              </a:r>
              <a:r>
                <a:rPr lang="en-US" altLang="ja-JP" sz="1800">
                  <a:latin typeface="Times New Roman" panose="02020603050405020304" pitchFamily="18" charset="0"/>
                </a:rPr>
                <a:t>t</a:t>
              </a:r>
            </a:p>
          </p:txBody>
        </p:sp>
        <p:sp>
          <p:nvSpPr>
            <p:cNvPr id="397388" name="Rectangle 76">
              <a:extLst>
                <a:ext uri="{FF2B5EF4-FFF2-40B4-BE49-F238E27FC236}">
                  <a16:creationId xmlns:a16="http://schemas.microsoft.com/office/drawing/2014/main" id="{A2A57AE0-A74E-CD8F-560A-61FFE8D24422}"/>
                </a:ext>
              </a:extLst>
            </p:cNvPr>
            <p:cNvSpPr>
              <a:spLocks noChangeArrowheads="1"/>
            </p:cNvSpPr>
            <p:nvPr/>
          </p:nvSpPr>
          <p:spPr bwMode="auto">
            <a:xfrm>
              <a:off x="503" y="3034"/>
              <a:ext cx="598"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Cụ thể</a:t>
              </a:r>
            </a:p>
          </p:txBody>
        </p:sp>
        <p:sp>
          <p:nvSpPr>
            <p:cNvPr id="397389" name="Line 77">
              <a:extLst>
                <a:ext uri="{FF2B5EF4-FFF2-40B4-BE49-F238E27FC236}">
                  <a16:creationId xmlns:a16="http://schemas.microsoft.com/office/drawing/2014/main" id="{097B8647-2E40-BDD3-02AE-F945B6A8B4DB}"/>
                </a:ext>
              </a:extLst>
            </p:cNvPr>
            <p:cNvSpPr>
              <a:spLocks noChangeShapeType="1"/>
            </p:cNvSpPr>
            <p:nvPr/>
          </p:nvSpPr>
          <p:spPr bwMode="auto">
            <a:xfrm flipH="1">
              <a:off x="1118" y="2843"/>
              <a:ext cx="330" cy="267"/>
            </a:xfrm>
            <a:prstGeom prst="line">
              <a:avLst/>
            </a:prstGeom>
            <a:noFill/>
            <a:ln w="12700">
              <a:solidFill>
                <a:schemeClr val="tx1"/>
              </a:solidFill>
              <a:round/>
              <a:headEnd type="stealth" w="med" len="lg"/>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90" name="AutoShape 78">
              <a:extLst>
                <a:ext uri="{FF2B5EF4-FFF2-40B4-BE49-F238E27FC236}">
                  <a16:creationId xmlns:a16="http://schemas.microsoft.com/office/drawing/2014/main" id="{825EC106-A881-3AF0-4F63-62E620986064}"/>
                </a:ext>
              </a:extLst>
            </p:cNvPr>
            <p:cNvSpPr>
              <a:spLocks noChangeArrowheads="1"/>
            </p:cNvSpPr>
            <p:nvPr/>
          </p:nvSpPr>
          <p:spPr bwMode="auto">
            <a:xfrm>
              <a:off x="2336" y="2746"/>
              <a:ext cx="89" cy="120"/>
            </a:xfrm>
            <a:prstGeom prst="triangle">
              <a:avLst>
                <a:gd name="adj" fmla="val 50000"/>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91" name="AutoShape 79">
              <a:extLst>
                <a:ext uri="{FF2B5EF4-FFF2-40B4-BE49-F238E27FC236}">
                  <a16:creationId xmlns:a16="http://schemas.microsoft.com/office/drawing/2014/main" id="{F0CFE66C-5379-2AC8-2B0E-6937A842E582}"/>
                </a:ext>
              </a:extLst>
            </p:cNvPr>
            <p:cNvSpPr>
              <a:spLocks noChangeArrowheads="1"/>
            </p:cNvSpPr>
            <p:nvPr/>
          </p:nvSpPr>
          <p:spPr bwMode="auto">
            <a:xfrm>
              <a:off x="4308" y="2746"/>
              <a:ext cx="89" cy="120"/>
            </a:xfrm>
            <a:prstGeom prst="triangle">
              <a:avLst>
                <a:gd name="adj" fmla="val 50000"/>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92" name="AutoShape 80">
              <a:extLst>
                <a:ext uri="{FF2B5EF4-FFF2-40B4-BE49-F238E27FC236}">
                  <a16:creationId xmlns:a16="http://schemas.microsoft.com/office/drawing/2014/main" id="{F668A836-DAF6-D545-8504-B8471D9BDC77}"/>
                </a:ext>
              </a:extLst>
            </p:cNvPr>
            <p:cNvSpPr>
              <a:spLocks noChangeArrowheads="1"/>
            </p:cNvSpPr>
            <p:nvPr/>
          </p:nvSpPr>
          <p:spPr bwMode="auto">
            <a:xfrm>
              <a:off x="3367" y="1908"/>
              <a:ext cx="89" cy="120"/>
            </a:xfrm>
            <a:prstGeom prst="triangle">
              <a:avLst>
                <a:gd name="adj" fmla="val 50000"/>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Tree>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24027</TotalTime>
  <Words>2940</Words>
  <Application>Microsoft Office PowerPoint</Application>
  <PresentationFormat>A4 Paper (210x297 mm)</PresentationFormat>
  <Paragraphs>356</Paragraphs>
  <Slides>14</Slides>
  <Notes>13</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14</vt:i4>
      </vt:variant>
    </vt:vector>
  </HeadingPairs>
  <TitlesOfParts>
    <vt:vector size="26" baseType="lpstr">
      <vt:lpstr>HG丸ｺﾞｼｯｸM-PRO</vt:lpstr>
      <vt:lpstr>Meiryo UI</vt:lpstr>
      <vt:lpstr>ＭＳ Ｐゴシック</vt:lpstr>
      <vt:lpstr>MS UI Gothic</vt:lpstr>
      <vt:lpstr>ヒラギノ明朝 Pro W6</vt:lpstr>
      <vt:lpstr>ADLaM Display</vt:lpstr>
      <vt:lpstr>Arial</vt:lpstr>
      <vt:lpstr>Segoe Script</vt:lpstr>
      <vt:lpstr>Times New Roman</vt:lpstr>
      <vt:lpstr>Wingdings</vt:lpstr>
      <vt:lpstr>標準デザイン</vt:lpstr>
      <vt:lpstr>デザインの設定</vt:lpstr>
      <vt:lpstr>Java Programming  </vt:lpstr>
      <vt:lpstr>PowerPoint Presentation</vt:lpstr>
      <vt:lpstr>Hướng đối tượng là gì? (1)</vt:lpstr>
      <vt:lpstr>Hướng đối tượng</vt:lpstr>
      <vt:lpstr>Hướng đối tượng là gì? (2)</vt:lpstr>
      <vt:lpstr>Class và object (1)</vt:lpstr>
      <vt:lpstr>Class và object (2)</vt:lpstr>
      <vt:lpstr>Class và object (3)</vt:lpstr>
      <vt:lpstr>Đóng gói, giấu thông tin, gửi message (1)</vt:lpstr>
      <vt:lpstr>Đóng gói, giấu thông tin, gửi message (2)</vt:lpstr>
      <vt:lpstr>Đóng gói, giấu thông tin, gửi message (3)</vt:lpstr>
      <vt:lpstr>Quan hệ tương tác của class (object)(1)</vt:lpstr>
      <vt:lpstr>Quan hệ tương tác của class (đối tượng) (2)</vt:lpstr>
      <vt:lpstr>Quan hệ tương tác của class (đối tượng)(3)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599</cp:revision>
  <cp:lastPrinted>2018-04-10T08:59:30Z</cp:lastPrinted>
  <dcterms:created xsi:type="dcterms:W3CDTF">2025-05-21T02:38:07Z</dcterms:created>
  <dcterms:modified xsi:type="dcterms:W3CDTF">2026-08-07T09:24:24Z</dcterms:modified>
</cp:coreProperties>
</file>