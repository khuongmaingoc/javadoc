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  <p:sldMasterId id="2147483796" r:id="rId2"/>
  </p:sldMasterIdLst>
  <p:notesMasterIdLst>
    <p:notesMasterId r:id="rId16"/>
  </p:notesMasterIdLst>
  <p:handoutMasterIdLst>
    <p:handoutMasterId r:id="rId17"/>
  </p:handoutMasterIdLst>
  <p:sldIdLst>
    <p:sldId id="689" r:id="rId3"/>
    <p:sldId id="260" r:id="rId4"/>
    <p:sldId id="690" r:id="rId5"/>
    <p:sldId id="691" r:id="rId6"/>
    <p:sldId id="692" r:id="rId7"/>
    <p:sldId id="693" r:id="rId8"/>
    <p:sldId id="694" r:id="rId9"/>
    <p:sldId id="695" r:id="rId10"/>
    <p:sldId id="697" r:id="rId11"/>
    <p:sldId id="696" r:id="rId12"/>
    <p:sldId id="698" r:id="rId13"/>
    <p:sldId id="699" r:id="rId14"/>
    <p:sldId id="700" r:id="rId15"/>
  </p:sldIdLst>
  <p:sldSz cx="9906000" cy="6858000" type="A4"/>
  <p:notesSz cx="7104063" cy="10234613"/>
  <p:defaultTextStyle>
    <a:defPPr>
      <a:defRPr lang="ja-JP"/>
    </a:defPPr>
    <a:lvl1pPr algn="l" rtl="0" eaLnBrk="0" fontAlgn="base" hangingPunct="0">
      <a:spcBef>
        <a:spcPct val="0"/>
      </a:spcBef>
      <a:spcAft>
        <a:spcPct val="0"/>
      </a:spcAft>
      <a:defRPr kumimoji="1" sz="1600" b="1" kern="1200">
        <a:solidFill>
          <a:schemeClr val="tx1"/>
        </a:solidFill>
        <a:latin typeface="HG丸ｺﾞｼｯｸM-PRO" panose="020F0600000000000000" pitchFamily="50" charset="-128"/>
        <a:ea typeface="HG丸ｺﾞｼｯｸM-PRO" panose="020F0600000000000000" pitchFamily="50" charset="-128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umimoji="1" sz="1600" b="1" kern="1200">
        <a:solidFill>
          <a:schemeClr val="tx1"/>
        </a:solidFill>
        <a:latin typeface="HG丸ｺﾞｼｯｸM-PRO" panose="020F0600000000000000" pitchFamily="50" charset="-128"/>
        <a:ea typeface="HG丸ｺﾞｼｯｸM-PRO" panose="020F0600000000000000" pitchFamily="50" charset="-128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umimoji="1" sz="1600" b="1" kern="1200">
        <a:solidFill>
          <a:schemeClr val="tx1"/>
        </a:solidFill>
        <a:latin typeface="HG丸ｺﾞｼｯｸM-PRO" panose="020F0600000000000000" pitchFamily="50" charset="-128"/>
        <a:ea typeface="HG丸ｺﾞｼｯｸM-PRO" panose="020F0600000000000000" pitchFamily="50" charset="-128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umimoji="1" sz="1600" b="1" kern="1200">
        <a:solidFill>
          <a:schemeClr val="tx1"/>
        </a:solidFill>
        <a:latin typeface="HG丸ｺﾞｼｯｸM-PRO" panose="020F0600000000000000" pitchFamily="50" charset="-128"/>
        <a:ea typeface="HG丸ｺﾞｼｯｸM-PRO" panose="020F0600000000000000" pitchFamily="50" charset="-128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umimoji="1" sz="1600" b="1" kern="1200">
        <a:solidFill>
          <a:schemeClr val="tx1"/>
        </a:solidFill>
        <a:latin typeface="HG丸ｺﾞｼｯｸM-PRO" panose="020F0600000000000000" pitchFamily="50" charset="-128"/>
        <a:ea typeface="HG丸ｺﾞｼｯｸM-PRO" panose="020F0600000000000000" pitchFamily="50" charset="-128"/>
        <a:cs typeface="+mn-cs"/>
      </a:defRPr>
    </a:lvl5pPr>
    <a:lvl6pPr marL="2286000" algn="l" defTabSz="914400" rtl="0" eaLnBrk="1" latinLnBrk="0" hangingPunct="1">
      <a:defRPr kumimoji="1" sz="1600" b="1" kern="1200">
        <a:solidFill>
          <a:schemeClr val="tx1"/>
        </a:solidFill>
        <a:latin typeface="HG丸ｺﾞｼｯｸM-PRO" panose="020F0600000000000000" pitchFamily="50" charset="-128"/>
        <a:ea typeface="HG丸ｺﾞｼｯｸM-PRO" panose="020F0600000000000000" pitchFamily="50" charset="-128"/>
        <a:cs typeface="+mn-cs"/>
      </a:defRPr>
    </a:lvl6pPr>
    <a:lvl7pPr marL="2743200" algn="l" defTabSz="914400" rtl="0" eaLnBrk="1" latinLnBrk="0" hangingPunct="1">
      <a:defRPr kumimoji="1" sz="1600" b="1" kern="1200">
        <a:solidFill>
          <a:schemeClr val="tx1"/>
        </a:solidFill>
        <a:latin typeface="HG丸ｺﾞｼｯｸM-PRO" panose="020F0600000000000000" pitchFamily="50" charset="-128"/>
        <a:ea typeface="HG丸ｺﾞｼｯｸM-PRO" panose="020F0600000000000000" pitchFamily="50" charset="-128"/>
        <a:cs typeface="+mn-cs"/>
      </a:defRPr>
    </a:lvl7pPr>
    <a:lvl8pPr marL="3200400" algn="l" defTabSz="914400" rtl="0" eaLnBrk="1" latinLnBrk="0" hangingPunct="1">
      <a:defRPr kumimoji="1" sz="1600" b="1" kern="1200">
        <a:solidFill>
          <a:schemeClr val="tx1"/>
        </a:solidFill>
        <a:latin typeface="HG丸ｺﾞｼｯｸM-PRO" panose="020F0600000000000000" pitchFamily="50" charset="-128"/>
        <a:ea typeface="HG丸ｺﾞｼｯｸM-PRO" panose="020F0600000000000000" pitchFamily="50" charset="-128"/>
        <a:cs typeface="+mn-cs"/>
      </a:defRPr>
    </a:lvl8pPr>
    <a:lvl9pPr marL="3657600" algn="l" defTabSz="914400" rtl="0" eaLnBrk="1" latinLnBrk="0" hangingPunct="1">
      <a:defRPr kumimoji="1" sz="1600" b="1" kern="1200">
        <a:solidFill>
          <a:schemeClr val="tx1"/>
        </a:solidFill>
        <a:latin typeface="HG丸ｺﾞｼｯｸM-PRO" panose="020F0600000000000000" pitchFamily="50" charset="-128"/>
        <a:ea typeface="HG丸ｺﾞｼｯｸM-PRO" panose="020F0600000000000000" pitchFamily="50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>
          <p15:clr>
            <a:srgbClr val="A4A3A4"/>
          </p15:clr>
        </p15:guide>
        <p15:guide id="2" pos="6239">
          <p15:clr>
            <a:srgbClr val="A4A3A4"/>
          </p15:clr>
        </p15:guide>
        <p15:guide id="3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4ABA46"/>
    <a:srgbClr val="0000CC"/>
    <a:srgbClr val="5B9BD5"/>
    <a:srgbClr val="FF0000"/>
    <a:srgbClr val="FF00FF"/>
    <a:srgbClr val="70AD47"/>
    <a:srgbClr val="4BC174"/>
    <a:srgbClr val="50C8A7"/>
    <a:srgbClr val="55C3C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スタイルなし、表のグリッド線あり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10A1B5D5-9B99-4C35-A422-299274C87663}" styleName="中間スタイル 1 - アクセント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21E4AEA4-8DFA-4A89-87EB-49C32662AFE0}" styleName="中間スタイル 2 - アクセント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E3FDE45-AF77-4B5C-9715-49D594BDF05E}" styleName="淡色スタイル 1 - アクセント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BC89EF96-8CEA-46FF-86C4-4CE0E7609802}" styleName="淡色スタイル 3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DA37D80-6434-44D0-A028-1B22A696006F}" styleName="淡色スタイル 3 - アクセント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E8B1032C-EA38-4F05-BA0D-38AFFFC7BED3}" styleName="淡色スタイル 3 - アクセント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93296810-A885-4BE3-A3E7-6D5BEEA58F35}" styleName="中間スタイル 2 - アクセント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616DA210-FB5B-4158-B5E0-FEB733F419BA}" styleName="スタイル (淡色)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00A15C55-8517-42AA-B614-E9B94910E393}" styleName="中間スタイル 2 - アクセント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0505E3EF-67EA-436B-97B2-0124C06EBD24}" styleName="Medium Style 4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1FECB4D8-DB02-4DC6-A0A2-4F2EBAE1DC90}" styleName="Medium Style 1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1E171933-4619-4E11-9A3F-F7608DF75F80}" styleName="Medium Style 1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22838BEF-8BB2-4498-84A7-C5851F593DF1}" styleName="Medium Style 4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6247" autoAdjust="0"/>
  </p:normalViewPr>
  <p:slideViewPr>
    <p:cSldViewPr>
      <p:cViewPr varScale="1">
        <p:scale>
          <a:sx n="106" d="100"/>
          <a:sy n="106" d="100"/>
        </p:scale>
        <p:origin x="1548" y="108"/>
      </p:cViewPr>
      <p:guideLst>
        <p:guide orient="horz"/>
        <p:guide pos="6239"/>
        <p:guide/>
      </p:guideLst>
    </p:cSldViewPr>
  </p:slideViewPr>
  <p:outlineViewPr>
    <p:cViewPr>
      <p:scale>
        <a:sx n="25" d="100"/>
        <a:sy n="25" d="100"/>
      </p:scale>
      <p:origin x="0" y="0"/>
    </p:cViewPr>
  </p:outlineViewPr>
  <p:notesTextViewPr>
    <p:cViewPr>
      <p:scale>
        <a:sx n="50" d="100"/>
        <a:sy n="5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presProps" Target="presProps.xml"/><Relationship Id="rId3" Type="http://schemas.openxmlformats.org/officeDocument/2006/relationships/slide" Target="slides/slide1.xml"/><Relationship Id="rId21" Type="http://schemas.openxmlformats.org/officeDocument/2006/relationships/tableStyles" Target="tableStyle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handoutMaster" Target="handoutMasters/handoutMaster1.xml"/><Relationship Id="rId2" Type="http://schemas.openxmlformats.org/officeDocument/2006/relationships/slideMaster" Target="slideMasters/slideMaster2.xml"/><Relationship Id="rId16" Type="http://schemas.openxmlformats.org/officeDocument/2006/relationships/notesMaster" Target="notesMasters/notesMaster1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10" Type="http://schemas.openxmlformats.org/officeDocument/2006/relationships/slide" Target="slides/slide8.xml"/><Relationship Id="rId19" Type="http://schemas.openxmlformats.org/officeDocument/2006/relationships/viewProps" Target="view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2">
            <a:extLst>
              <a:ext uri="{FF2B5EF4-FFF2-40B4-BE49-F238E27FC236}">
                <a16:creationId xmlns:a16="http://schemas.microsoft.com/office/drawing/2014/main" id="{2DB899A6-A9CA-4711-9723-BA912D00FE99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1" y="4"/>
            <a:ext cx="3079448" cy="51077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8771" tIns="49386" rIns="98771" bIns="49386" numCol="1" anchor="t" anchorCtr="0" compatLnSpc="1">
            <a:prstTxWarp prst="textNoShape">
              <a:avLst/>
            </a:prstTxWarp>
          </a:bodyPr>
          <a:lstStyle>
            <a:lvl1pPr algn="l" defTabSz="987824" eaLnBrk="1" hangingPunct="1">
              <a:spcBef>
                <a:spcPct val="0"/>
              </a:spcBef>
              <a:defRPr sz="1300" b="0">
                <a:effectLst/>
                <a:latin typeface="Times New Roman" pitchFamily="18" charset="0"/>
                <a:ea typeface="ＭＳ Ｐゴシック" pitchFamily="50" charset="-128"/>
              </a:defRPr>
            </a:lvl1pPr>
          </a:lstStyle>
          <a:p>
            <a:pPr>
              <a:defRPr/>
            </a:pPr>
            <a:endParaRPr lang="en-US" altLang="ja-JP" dirty="0"/>
          </a:p>
        </p:txBody>
      </p:sp>
      <p:sp>
        <p:nvSpPr>
          <p:cNvPr id="18435" name="Rectangle 3">
            <a:extLst>
              <a:ext uri="{FF2B5EF4-FFF2-40B4-BE49-F238E27FC236}">
                <a16:creationId xmlns:a16="http://schemas.microsoft.com/office/drawing/2014/main" id="{1651D3A0-D571-4358-8785-1088F76D9B27}"/>
              </a:ext>
            </a:extLst>
          </p:cNvPr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4024618" y="4"/>
            <a:ext cx="3079448" cy="51077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8771" tIns="49386" rIns="98771" bIns="49386" numCol="1" anchor="t" anchorCtr="0" compatLnSpc="1">
            <a:prstTxWarp prst="textNoShape">
              <a:avLst/>
            </a:prstTxWarp>
          </a:bodyPr>
          <a:lstStyle>
            <a:lvl1pPr algn="r" defTabSz="987824" eaLnBrk="1" hangingPunct="1">
              <a:spcBef>
                <a:spcPct val="0"/>
              </a:spcBef>
              <a:defRPr sz="1300" b="0">
                <a:effectLst/>
                <a:latin typeface="Times New Roman" pitchFamily="18" charset="0"/>
                <a:ea typeface="ＭＳ Ｐゴシック" pitchFamily="50" charset="-128"/>
              </a:defRPr>
            </a:lvl1pPr>
          </a:lstStyle>
          <a:p>
            <a:pPr>
              <a:defRPr/>
            </a:pPr>
            <a:endParaRPr lang="en-US" altLang="ja-JP" dirty="0"/>
          </a:p>
        </p:txBody>
      </p:sp>
      <p:sp>
        <p:nvSpPr>
          <p:cNvPr id="18436" name="Rectangle 4">
            <a:extLst>
              <a:ext uri="{FF2B5EF4-FFF2-40B4-BE49-F238E27FC236}">
                <a16:creationId xmlns:a16="http://schemas.microsoft.com/office/drawing/2014/main" id="{19D7232F-6855-4919-8F75-B7A75D70C854}"/>
              </a:ext>
            </a:extLst>
          </p:cNvPr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1" y="9723842"/>
            <a:ext cx="3079448" cy="51077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8771" tIns="49386" rIns="98771" bIns="49386" numCol="1" anchor="b" anchorCtr="0" compatLnSpc="1">
            <a:prstTxWarp prst="textNoShape">
              <a:avLst/>
            </a:prstTxWarp>
          </a:bodyPr>
          <a:lstStyle>
            <a:lvl1pPr algn="l" defTabSz="987824" eaLnBrk="1" hangingPunct="1">
              <a:spcBef>
                <a:spcPct val="0"/>
              </a:spcBef>
              <a:defRPr sz="1300" b="0">
                <a:effectLst/>
                <a:latin typeface="Times New Roman" pitchFamily="18" charset="0"/>
                <a:ea typeface="ＭＳ Ｐゴシック" pitchFamily="50" charset="-128"/>
              </a:defRPr>
            </a:lvl1pPr>
          </a:lstStyle>
          <a:p>
            <a:pPr>
              <a:defRPr/>
            </a:pPr>
            <a:endParaRPr lang="en-US" altLang="ja-JP" dirty="0"/>
          </a:p>
        </p:txBody>
      </p:sp>
      <p:sp>
        <p:nvSpPr>
          <p:cNvPr id="18437" name="Rectangle 5">
            <a:extLst>
              <a:ext uri="{FF2B5EF4-FFF2-40B4-BE49-F238E27FC236}">
                <a16:creationId xmlns:a16="http://schemas.microsoft.com/office/drawing/2014/main" id="{4427D1B6-1508-4EFB-B526-79F7F58444C8}"/>
              </a:ext>
            </a:extLst>
          </p:cNvPr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4024618" y="9723842"/>
            <a:ext cx="3079448" cy="51077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8771" tIns="49386" rIns="98771" bIns="49386" numCol="1" anchor="b" anchorCtr="0" compatLnSpc="1">
            <a:prstTxWarp prst="textNoShape">
              <a:avLst/>
            </a:prstTxWarp>
          </a:bodyPr>
          <a:lstStyle>
            <a:lvl1pPr algn="r" defTabSz="987824" eaLnBrk="1" hangingPunct="1">
              <a:defRPr sz="1300" b="0">
                <a:latin typeface="Times New Roman" panose="02020603050405020304" pitchFamily="18" charset="0"/>
                <a:ea typeface="ＭＳ Ｐゴシック" panose="020B0600070205080204" pitchFamily="50" charset="-128"/>
              </a:defRPr>
            </a:lvl1pPr>
          </a:lstStyle>
          <a:p>
            <a:pPr>
              <a:defRPr/>
            </a:pPr>
            <a:fld id="{ABF23BBB-24A2-4FB1-97AA-82B17F20F696}" type="slidenum">
              <a:rPr lang="en-US" altLang="ja-JP"/>
              <a:pPr>
                <a:defRPr/>
              </a:pPr>
              <a:t>‹#›</a:t>
            </a:fld>
            <a:endParaRPr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281665551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22" name="Rectangle 2">
            <a:extLst>
              <a:ext uri="{FF2B5EF4-FFF2-40B4-BE49-F238E27FC236}">
                <a16:creationId xmlns:a16="http://schemas.microsoft.com/office/drawing/2014/main" id="{31E1D87D-A0A0-44F6-BD18-1DA14110C531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5"/>
            <a:ext cx="3072641" cy="46304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8771" tIns="49386" rIns="98771" bIns="49386" numCol="1" anchor="t" anchorCtr="0" compatLnSpc="1">
            <a:prstTxWarp prst="textNoShape">
              <a:avLst/>
            </a:prstTxWarp>
          </a:bodyPr>
          <a:lstStyle>
            <a:lvl1pPr algn="l" defTabSz="987824" eaLnBrk="1" hangingPunct="1">
              <a:spcBef>
                <a:spcPct val="0"/>
              </a:spcBef>
              <a:defRPr sz="1300" b="0">
                <a:effectLst/>
                <a:latin typeface="Times New Roman" panose="02020603050405020304" pitchFamily="18" charset="0"/>
                <a:ea typeface="ＭＳ Ｐゴシック" pitchFamily="50" charset="-128"/>
              </a:defRPr>
            </a:lvl1pPr>
          </a:lstStyle>
          <a:p>
            <a:pPr>
              <a:defRPr/>
            </a:pPr>
            <a:endParaRPr lang="en-US" altLang="ja-JP" dirty="0"/>
          </a:p>
        </p:txBody>
      </p:sp>
      <p:sp>
        <p:nvSpPr>
          <p:cNvPr id="81923" name="Rectangle 3">
            <a:extLst>
              <a:ext uri="{FF2B5EF4-FFF2-40B4-BE49-F238E27FC236}">
                <a16:creationId xmlns:a16="http://schemas.microsoft.com/office/drawing/2014/main" id="{38D8AEA5-A4A6-41CD-B14C-F3CD4220D027}"/>
              </a:ext>
            </a:extLst>
          </p:cNvPr>
          <p:cNvSpPr>
            <a:spLocks noGrp="1" noChangeArrowheads="1"/>
          </p:cNvSpPr>
          <p:nvPr>
            <p:ph type="dt" idx="1"/>
          </p:nvPr>
        </p:nvSpPr>
        <p:spPr bwMode="auto">
          <a:xfrm>
            <a:off x="4005324" y="5"/>
            <a:ext cx="3072641" cy="46304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8771" tIns="49386" rIns="98771" bIns="49386" numCol="1" anchor="t" anchorCtr="0" compatLnSpc="1">
            <a:prstTxWarp prst="textNoShape">
              <a:avLst/>
            </a:prstTxWarp>
          </a:bodyPr>
          <a:lstStyle>
            <a:lvl1pPr algn="r" defTabSz="987824" eaLnBrk="1" hangingPunct="1">
              <a:spcBef>
                <a:spcPct val="0"/>
              </a:spcBef>
              <a:defRPr sz="1300" b="0">
                <a:effectLst/>
                <a:latin typeface="Times New Roman" panose="02020603050405020304" pitchFamily="18" charset="0"/>
                <a:ea typeface="ＭＳ Ｐゴシック" pitchFamily="50" charset="-128"/>
              </a:defRPr>
            </a:lvl1pPr>
          </a:lstStyle>
          <a:p>
            <a:pPr>
              <a:defRPr/>
            </a:pPr>
            <a:endParaRPr lang="en-US" altLang="ja-JP" dirty="0"/>
          </a:p>
        </p:txBody>
      </p:sp>
      <p:sp>
        <p:nvSpPr>
          <p:cNvPr id="6148" name="Rectangle 4">
            <a:extLst>
              <a:ext uri="{FF2B5EF4-FFF2-40B4-BE49-F238E27FC236}">
                <a16:creationId xmlns:a16="http://schemas.microsoft.com/office/drawing/2014/main" id="{747BF16E-6815-4F62-A34F-5B22F8448030}"/>
              </a:ext>
            </a:extLst>
          </p:cNvPr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809625" y="811213"/>
            <a:ext cx="5516563" cy="3821112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81925" name="Rectangle 5">
            <a:extLst>
              <a:ext uri="{FF2B5EF4-FFF2-40B4-BE49-F238E27FC236}">
                <a16:creationId xmlns:a16="http://schemas.microsoft.com/office/drawing/2014/main" id="{009AFE73-A821-4ADE-B9D2-225F3B6F615B}"/>
              </a:ext>
            </a:extLst>
          </p:cNvPr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32689" y="4861922"/>
            <a:ext cx="5212595" cy="463278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8771" tIns="49386" rIns="98771" bIns="49386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 noProof="0" dirty="0"/>
              <a:t>マスタ テキストの書式設定</a:t>
            </a:r>
          </a:p>
          <a:p>
            <a:pPr lvl="1"/>
            <a:r>
              <a:rPr lang="ja-JP" altLang="en-US" noProof="0" dirty="0"/>
              <a:t>第 </a:t>
            </a:r>
            <a:r>
              <a:rPr lang="en-US" altLang="ja-JP" noProof="0" dirty="0"/>
              <a:t>2 </a:t>
            </a:r>
            <a:r>
              <a:rPr lang="ja-JP" altLang="en-US" noProof="0" dirty="0"/>
              <a:t>レベル</a:t>
            </a:r>
          </a:p>
          <a:p>
            <a:pPr lvl="2"/>
            <a:r>
              <a:rPr lang="ja-JP" altLang="en-US" noProof="0" dirty="0"/>
              <a:t>第 </a:t>
            </a:r>
            <a:r>
              <a:rPr lang="en-US" altLang="ja-JP" noProof="0" dirty="0"/>
              <a:t>3 </a:t>
            </a:r>
            <a:r>
              <a:rPr lang="ja-JP" altLang="en-US" noProof="0" dirty="0"/>
              <a:t>レベル</a:t>
            </a:r>
          </a:p>
          <a:p>
            <a:pPr lvl="3"/>
            <a:r>
              <a:rPr lang="ja-JP" altLang="en-US" noProof="0" dirty="0"/>
              <a:t>第 </a:t>
            </a:r>
            <a:r>
              <a:rPr lang="en-US" altLang="ja-JP" noProof="0" dirty="0"/>
              <a:t>4 </a:t>
            </a:r>
            <a:r>
              <a:rPr lang="ja-JP" altLang="en-US" noProof="0" dirty="0"/>
              <a:t>レベル</a:t>
            </a:r>
          </a:p>
          <a:p>
            <a:pPr lvl="4"/>
            <a:r>
              <a:rPr lang="ja-JP" altLang="en-US" noProof="0" dirty="0"/>
              <a:t>第 </a:t>
            </a:r>
            <a:r>
              <a:rPr lang="en-US" altLang="ja-JP" noProof="0" dirty="0"/>
              <a:t>5 </a:t>
            </a:r>
            <a:r>
              <a:rPr lang="ja-JP" altLang="en-US" noProof="0" dirty="0"/>
              <a:t>レベル</a:t>
            </a:r>
          </a:p>
        </p:txBody>
      </p:sp>
      <p:sp>
        <p:nvSpPr>
          <p:cNvPr id="81926" name="Rectangle 6">
            <a:extLst>
              <a:ext uri="{FF2B5EF4-FFF2-40B4-BE49-F238E27FC236}">
                <a16:creationId xmlns:a16="http://schemas.microsoft.com/office/drawing/2014/main" id="{62419E40-0084-4BCB-8A80-CBA337840EDC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726227"/>
            <a:ext cx="3072641" cy="46304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8771" tIns="49386" rIns="98771" bIns="49386" numCol="1" anchor="b" anchorCtr="0" compatLnSpc="1">
            <a:prstTxWarp prst="textNoShape">
              <a:avLst/>
            </a:prstTxWarp>
          </a:bodyPr>
          <a:lstStyle>
            <a:lvl1pPr algn="l" defTabSz="987824" eaLnBrk="1" hangingPunct="1">
              <a:spcBef>
                <a:spcPct val="0"/>
              </a:spcBef>
              <a:defRPr sz="1300" b="0">
                <a:effectLst/>
                <a:latin typeface="Times New Roman" panose="02020603050405020304" pitchFamily="18" charset="0"/>
                <a:ea typeface="ＭＳ Ｐゴシック" pitchFamily="50" charset="-128"/>
              </a:defRPr>
            </a:lvl1pPr>
          </a:lstStyle>
          <a:p>
            <a:pPr>
              <a:defRPr/>
            </a:pPr>
            <a:endParaRPr lang="en-US" altLang="ja-JP" dirty="0"/>
          </a:p>
        </p:txBody>
      </p:sp>
      <p:sp>
        <p:nvSpPr>
          <p:cNvPr id="81927" name="Rectangle 7">
            <a:extLst>
              <a:ext uri="{FF2B5EF4-FFF2-40B4-BE49-F238E27FC236}">
                <a16:creationId xmlns:a16="http://schemas.microsoft.com/office/drawing/2014/main" id="{95A1F3E7-6C28-42BC-9477-4EE05BC271D4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4005324" y="9726227"/>
            <a:ext cx="3072641" cy="46304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8771" tIns="49386" rIns="98771" bIns="49386" numCol="1" anchor="b" anchorCtr="0" compatLnSpc="1">
            <a:prstTxWarp prst="textNoShape">
              <a:avLst/>
            </a:prstTxWarp>
          </a:bodyPr>
          <a:lstStyle>
            <a:lvl1pPr algn="r" defTabSz="987824" eaLnBrk="1" hangingPunct="1">
              <a:defRPr sz="1300" b="0">
                <a:latin typeface="Times New Roman" panose="02020603050405020304" pitchFamily="18" charset="0"/>
                <a:ea typeface="ＭＳ Ｐゴシック" panose="020B0600070205080204" pitchFamily="50" charset="-128"/>
              </a:defRPr>
            </a:lvl1pPr>
          </a:lstStyle>
          <a:p>
            <a:pPr>
              <a:defRPr/>
            </a:pPr>
            <a:fld id="{1B717ACA-5F59-481E-BAA1-3D2FC3B91B1D}" type="slidenum">
              <a:rPr lang="en-US" altLang="ja-JP" smtClean="0"/>
              <a:pPr>
                <a:defRPr/>
              </a:pPr>
              <a:t>‹#›</a:t>
            </a:fld>
            <a:endParaRPr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1943648306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panose="02020603050405020304" pitchFamily="18" charset="0"/>
        <a:ea typeface="ＭＳ Ｐ明朝" pitchFamily="18" charset="-128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panose="02020603050405020304" pitchFamily="18" charset="0"/>
        <a:ea typeface="ＭＳ Ｐ明朝" pitchFamily="18" charset="-128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panose="02020603050405020304" pitchFamily="18" charset="0"/>
        <a:ea typeface="ＭＳ Ｐ明朝" pitchFamily="18" charset="-128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panose="02020603050405020304" pitchFamily="18" charset="0"/>
        <a:ea typeface="ＭＳ Ｐ明朝" pitchFamily="18" charset="-128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panose="02020603050405020304" pitchFamily="18" charset="0"/>
        <a:ea typeface="ＭＳ Ｐ明朝" pitchFamily="18" charset="-128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009645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/>
          </p:nvPr>
        </p:nvSpPr>
        <p:spPr>
          <a:xfrm>
            <a:off x="742950" y="2130425"/>
            <a:ext cx="8420100" cy="1470025"/>
          </a:xfrm>
          <a:prstGeom prst="rect">
            <a:avLst/>
          </a:prstGeom>
        </p:spPr>
        <p:txBody>
          <a:bodyPr/>
          <a:lstStyle>
            <a:lvl1pPr>
              <a:defRPr>
                <a:latin typeface="+mn-ea"/>
                <a:ea typeface="+mn-ea"/>
              </a:defRPr>
            </a:lvl1pPr>
          </a:lstStyle>
          <a:p>
            <a:r>
              <a:rPr lang="en-US" altLang="ja-JP"/>
              <a:t>Click to edit Master title style</a:t>
            </a:r>
            <a:endParaRPr lang="en-US" dirty="0"/>
          </a:p>
        </p:txBody>
      </p:sp>
      <p:sp>
        <p:nvSpPr>
          <p:cNvPr id="3" name="サブタイトル 2"/>
          <p:cNvSpPr>
            <a:spLocks noGrp="1"/>
          </p:cNvSpPr>
          <p:nvPr>
            <p:ph type="subTitle" idx="1"/>
          </p:nvPr>
        </p:nvSpPr>
        <p:spPr>
          <a:xfrm>
            <a:off x="1485900" y="3886200"/>
            <a:ext cx="6934200" cy="17526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>
                <a:latin typeface="+mn-ea"/>
                <a:ea typeface="+mn-ea"/>
              </a:defRPr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US" altLang="ja-JP"/>
              <a:t>Click to edit Master subtitle style</a:t>
            </a:r>
            <a:endParaRPr lang="en-US" dirty="0"/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4D7BC4D0-5990-408E-A9D0-64C8BD64FB33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xfrm>
            <a:off x="742950" y="6248400"/>
            <a:ext cx="2063750" cy="457200"/>
          </a:xfrm>
        </p:spPr>
        <p:txBody>
          <a:bodyPr/>
          <a:lstStyle>
            <a:lvl1pPr>
              <a:defRPr>
                <a:latin typeface="+mn-ea"/>
                <a:ea typeface="+mn-ea"/>
              </a:defRPr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A01B671C-012F-4812-90DC-336A45C19F1F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xfrm>
            <a:off x="3384550" y="6248400"/>
            <a:ext cx="3136900" cy="457200"/>
          </a:xfrm>
          <a:prstGeom prst="rect">
            <a:avLst/>
          </a:prstGeom>
        </p:spPr>
        <p:txBody>
          <a:bodyPr/>
          <a:lstStyle>
            <a:lvl1pPr>
              <a:defRPr>
                <a:latin typeface="+mn-ea"/>
                <a:ea typeface="+mn-ea"/>
              </a:defRPr>
            </a:lvl1pPr>
          </a:lstStyle>
          <a:p>
            <a:pPr>
              <a:defRPr/>
            </a:pPr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16061794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128464" y="404664"/>
            <a:ext cx="9649072" cy="504056"/>
          </a:xfrm>
          <a:prstGeom prst="rect">
            <a:avLst/>
          </a:prstGeom>
        </p:spPr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altLang="ja-JP" dirty="0"/>
              <a:t>Click to edit Master title style</a:t>
            </a:r>
            <a:endParaRPr lang="en-US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>
          <a:xfrm>
            <a:off x="128464" y="1124744"/>
            <a:ext cx="9649072" cy="5328592"/>
          </a:xfrm>
          <a:prstGeom prst="rect">
            <a:avLst/>
          </a:prstGeom>
        </p:spPr>
        <p:txBody>
          <a:bodyPr/>
          <a:lstStyle>
            <a:lvl1pPr>
              <a:defRPr>
                <a:latin typeface="+mj-lt"/>
              </a:defRPr>
            </a:lvl1pPr>
            <a:lvl2pPr>
              <a:defRPr>
                <a:latin typeface="+mj-lt"/>
              </a:defRPr>
            </a:lvl2pPr>
            <a:lvl3pPr>
              <a:defRPr>
                <a:latin typeface="+mj-lt"/>
              </a:defRPr>
            </a:lvl3pPr>
            <a:lvl4pPr>
              <a:defRPr>
                <a:latin typeface="+mj-lt"/>
              </a:defRPr>
            </a:lvl4pPr>
            <a:lvl5pPr>
              <a:defRPr>
                <a:latin typeface="+mj-lt"/>
              </a:defRPr>
            </a:lvl5pPr>
          </a:lstStyle>
          <a:p>
            <a:pPr lvl="0"/>
            <a:r>
              <a:rPr lang="en-US" altLang="ja-JP" dirty="0"/>
              <a:t>Click to edit Master text styles</a:t>
            </a:r>
          </a:p>
          <a:p>
            <a:pPr lvl="1"/>
            <a:r>
              <a:rPr lang="en-US" altLang="ja-JP" dirty="0"/>
              <a:t>Second level</a:t>
            </a:r>
          </a:p>
          <a:p>
            <a:pPr lvl="2"/>
            <a:r>
              <a:rPr lang="en-US" altLang="ja-JP" dirty="0"/>
              <a:t>Third level</a:t>
            </a:r>
          </a:p>
          <a:p>
            <a:pPr lvl="3"/>
            <a:r>
              <a:rPr lang="en-US" altLang="ja-JP" dirty="0"/>
              <a:t>Fourth level</a:t>
            </a:r>
          </a:p>
          <a:p>
            <a:pPr lvl="4"/>
            <a:r>
              <a:rPr lang="en-US" altLang="ja-JP" dirty="0"/>
              <a:t>Fifth level</a:t>
            </a:r>
            <a:endParaRPr lang="en-US" dirty="0"/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0541E8AE-EEDA-4D06-94E6-5202ED43BCB7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 sz="1050"/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5" name="Rectangle 6">
            <a:extLst>
              <a:ext uri="{FF2B5EF4-FFF2-40B4-BE49-F238E27FC236}">
                <a16:creationId xmlns:a16="http://schemas.microsoft.com/office/drawing/2014/main" id="{D9E0A51D-D496-408F-833D-161747C36C6D}"/>
              </a:ext>
            </a:extLst>
          </p:cNvPr>
          <p:cNvSpPr>
            <a:spLocks noGrp="1" noChangeArrowheads="1"/>
          </p:cNvSpPr>
          <p:nvPr>
            <p:ph type="sldNum" sz="quarter" idx="11"/>
          </p:nvPr>
        </p:nvSpPr>
        <p:spPr/>
        <p:txBody>
          <a:bodyPr/>
          <a:lstStyle>
            <a:lvl1pPr>
              <a:defRPr sz="1050"/>
            </a:lvl1pPr>
          </a:lstStyle>
          <a:p>
            <a:pPr>
              <a:defRPr/>
            </a:pPr>
            <a:r>
              <a:rPr lang="en-US" altLang="ja-JP"/>
              <a:t>Page:</a:t>
            </a:r>
            <a:r>
              <a:rPr lang="ja-JP" altLang="en-US"/>
              <a:t> </a:t>
            </a:r>
            <a:fld id="{DC07468E-517B-4E9D-8840-A4568A307980}" type="slidenum">
              <a:rPr lang="en-US" altLang="ja-JP" smtClean="0"/>
              <a:pPr>
                <a:defRPr/>
              </a:pPr>
              <a:t>‹#›</a:t>
            </a:fld>
            <a:endParaRPr lang="en-US" altLang="ja-JP"/>
          </a:p>
        </p:txBody>
      </p:sp>
      <p:sp>
        <p:nvSpPr>
          <p:cNvPr id="6" name="Rectangle 17">
            <a:extLst>
              <a:ext uri="{FF2B5EF4-FFF2-40B4-BE49-F238E27FC236}">
                <a16:creationId xmlns:a16="http://schemas.microsoft.com/office/drawing/2014/main" id="{02924262-A928-46CF-B278-D04F8D0A9069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6200" y="990600"/>
            <a:ext cx="9753600" cy="36513"/>
          </a:xfrm>
          <a:prstGeom prst="rect">
            <a:avLst/>
          </a:prstGeom>
          <a:gradFill rotWithShape="0">
            <a:gsLst>
              <a:gs pos="0">
                <a:srgbClr val="FF9900"/>
              </a:gs>
              <a:gs pos="100000">
                <a:schemeClr val="tx1">
                  <a:gamma/>
                  <a:tint val="0"/>
                  <a:invGamma/>
                </a:schemeClr>
              </a:gs>
            </a:gsLst>
            <a:lin ang="5400000" scaled="1"/>
          </a:gradFill>
          <a:ln>
            <a:noFill/>
          </a:ln>
          <a:effectLst/>
        </p:spPr>
        <p:txBody>
          <a:bodyPr wrap="none" anchor="ctr"/>
          <a:lstStyle/>
          <a:p>
            <a:pPr algn="ctr" eaLnBrk="1" hangingPunct="1">
              <a:spcBef>
                <a:spcPct val="50000"/>
              </a:spcBef>
              <a:defRPr/>
            </a:pPr>
            <a:endParaRPr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HG丸ｺﾞｼｯｸM-PRO" charset="0"/>
              <a:ea typeface="HG丸ｺﾞｼｯｸM-PRO" charset="0"/>
              <a:cs typeface="HG丸ｺﾞｼｯｸM-PRO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308646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128464" y="404664"/>
            <a:ext cx="9649072" cy="504056"/>
          </a:xfrm>
          <a:prstGeom prst="rect">
            <a:avLst/>
          </a:prstGeom>
        </p:spPr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altLang="ja-JP" dirty="0"/>
              <a:t>Click to edit Master title style</a:t>
            </a:r>
            <a:endParaRPr lang="en-US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>
          <a:xfrm>
            <a:off x="128464" y="1124744"/>
            <a:ext cx="9649072" cy="5328592"/>
          </a:xfrm>
          <a:prstGeom prst="rect">
            <a:avLst/>
          </a:prstGeom>
        </p:spPr>
        <p:txBody>
          <a:bodyPr/>
          <a:lstStyle>
            <a:lvl1pPr marL="360363" indent="-360363">
              <a:buFont typeface="+mj-lt"/>
              <a:buAutoNum type="arabicPeriod"/>
              <a:defRPr>
                <a:latin typeface="+mj-lt"/>
              </a:defRPr>
            </a:lvl1pPr>
            <a:lvl2pPr marL="803275" indent="-346075">
              <a:buFont typeface="+mj-lt"/>
              <a:buAutoNum type="alphaLcPeriod"/>
              <a:defRPr>
                <a:latin typeface="+mj-lt"/>
              </a:defRPr>
            </a:lvl2pPr>
            <a:lvl3pPr marL="1260475" indent="-346075">
              <a:buFont typeface="+mj-lt"/>
              <a:buAutoNum type="romanLcPeriod"/>
              <a:defRPr>
                <a:latin typeface="+mj-lt"/>
              </a:defRPr>
            </a:lvl3pPr>
            <a:lvl4pPr>
              <a:defRPr>
                <a:latin typeface="+mj-lt"/>
              </a:defRPr>
            </a:lvl4pPr>
            <a:lvl5pPr>
              <a:defRPr>
                <a:latin typeface="+mj-lt"/>
              </a:defRPr>
            </a:lvl5pPr>
          </a:lstStyle>
          <a:p>
            <a:pPr lvl="0"/>
            <a:r>
              <a:rPr lang="en-US" altLang="ja-JP" dirty="0"/>
              <a:t>Click to edit Master text styles</a:t>
            </a:r>
          </a:p>
          <a:p>
            <a:pPr lvl="1"/>
            <a:r>
              <a:rPr lang="en-US" altLang="ja-JP" dirty="0"/>
              <a:t>Second level</a:t>
            </a:r>
          </a:p>
          <a:p>
            <a:pPr lvl="2"/>
            <a:r>
              <a:rPr lang="en-US" altLang="ja-JP" dirty="0"/>
              <a:t>Third level</a:t>
            </a:r>
          </a:p>
          <a:p>
            <a:pPr lvl="3"/>
            <a:r>
              <a:rPr lang="en-US" altLang="ja-JP" dirty="0"/>
              <a:t>Fourth level</a:t>
            </a:r>
          </a:p>
          <a:p>
            <a:pPr lvl="4"/>
            <a:r>
              <a:rPr lang="en-US" altLang="ja-JP" dirty="0"/>
              <a:t>Fifth level</a:t>
            </a:r>
            <a:endParaRPr lang="en-US" dirty="0"/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0541E8AE-EEDA-4D06-94E6-5202ED43BCB7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 sz="1050"/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5" name="Rectangle 6">
            <a:extLst>
              <a:ext uri="{FF2B5EF4-FFF2-40B4-BE49-F238E27FC236}">
                <a16:creationId xmlns:a16="http://schemas.microsoft.com/office/drawing/2014/main" id="{D9E0A51D-D496-408F-833D-161747C36C6D}"/>
              </a:ext>
            </a:extLst>
          </p:cNvPr>
          <p:cNvSpPr>
            <a:spLocks noGrp="1" noChangeArrowheads="1"/>
          </p:cNvSpPr>
          <p:nvPr>
            <p:ph type="sldNum" sz="quarter" idx="11"/>
          </p:nvPr>
        </p:nvSpPr>
        <p:spPr/>
        <p:txBody>
          <a:bodyPr/>
          <a:lstStyle>
            <a:lvl1pPr>
              <a:defRPr sz="1050"/>
            </a:lvl1pPr>
          </a:lstStyle>
          <a:p>
            <a:pPr>
              <a:defRPr/>
            </a:pPr>
            <a:r>
              <a:rPr lang="en-US" altLang="ja-JP"/>
              <a:t>Page:</a:t>
            </a:r>
            <a:r>
              <a:rPr lang="ja-JP" altLang="en-US"/>
              <a:t> </a:t>
            </a:r>
            <a:fld id="{DC07468E-517B-4E9D-8840-A4568A307980}" type="slidenum">
              <a:rPr lang="en-US" altLang="ja-JP" smtClean="0"/>
              <a:pPr>
                <a:defRPr/>
              </a:pPr>
              <a:t>‹#›</a:t>
            </a:fld>
            <a:endParaRPr lang="en-US" altLang="ja-JP"/>
          </a:p>
        </p:txBody>
      </p:sp>
      <p:sp>
        <p:nvSpPr>
          <p:cNvPr id="6" name="Rectangle 17">
            <a:extLst>
              <a:ext uri="{FF2B5EF4-FFF2-40B4-BE49-F238E27FC236}">
                <a16:creationId xmlns:a16="http://schemas.microsoft.com/office/drawing/2014/main" id="{02924262-A928-46CF-B278-D04F8D0A9069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6200" y="990600"/>
            <a:ext cx="9753600" cy="36513"/>
          </a:xfrm>
          <a:prstGeom prst="rect">
            <a:avLst/>
          </a:prstGeom>
          <a:gradFill rotWithShape="0">
            <a:gsLst>
              <a:gs pos="0">
                <a:srgbClr val="FF9900"/>
              </a:gs>
              <a:gs pos="100000">
                <a:schemeClr val="tx1">
                  <a:gamma/>
                  <a:tint val="0"/>
                  <a:invGamma/>
                </a:schemeClr>
              </a:gs>
            </a:gsLst>
            <a:lin ang="5400000" scaled="1"/>
          </a:gradFill>
          <a:ln>
            <a:noFill/>
          </a:ln>
          <a:effectLst/>
        </p:spPr>
        <p:txBody>
          <a:bodyPr wrap="none" anchor="ctr"/>
          <a:lstStyle/>
          <a:p>
            <a:pPr algn="ctr" eaLnBrk="1" hangingPunct="1">
              <a:spcBef>
                <a:spcPct val="50000"/>
              </a:spcBef>
              <a:defRPr/>
            </a:pPr>
            <a:endParaRPr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HG丸ｺﾞｼｯｸM-PRO" charset="0"/>
              <a:ea typeface="HG丸ｺﾞｼｯｸM-PRO" charset="0"/>
              <a:cs typeface="HG丸ｺﾞｼｯｸM-PRO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991267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782638" y="4406900"/>
            <a:ext cx="8420100" cy="1362075"/>
          </a:xfrm>
          <a:prstGeom prst="rect">
            <a:avLst/>
          </a:prstGeom>
        </p:spPr>
        <p:txBody>
          <a:bodyPr anchor="t"/>
          <a:lstStyle>
            <a:lvl1pPr algn="l">
              <a:defRPr sz="4000" b="1" cap="all">
                <a:latin typeface="+mj-lt"/>
              </a:defRPr>
            </a:lvl1pPr>
          </a:lstStyle>
          <a:p>
            <a:r>
              <a:rPr lang="en-US" altLang="ja-JP" dirty="0"/>
              <a:t>Click to edit Master title style</a:t>
            </a:r>
            <a:endParaRPr lang="en-US" dirty="0"/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782638" y="2906713"/>
            <a:ext cx="8420100" cy="1500187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000">
                <a:latin typeface="+mj-lt"/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 altLang="ja-JP" dirty="0"/>
              <a:t>Click to edit Master text styles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FBFDD564-A74A-4C8F-9933-83C5535F4389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xfrm>
            <a:off x="742950" y="6248400"/>
            <a:ext cx="2063750" cy="457200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D3F1DDD9-12D1-479E-A469-4F7F1BA8EB44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xfrm>
            <a:off x="3384550" y="6248400"/>
            <a:ext cx="3136900" cy="45720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1789813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タイトル 1">
            <a:extLst>
              <a:ext uri="{FF2B5EF4-FFF2-40B4-BE49-F238E27FC236}">
                <a16:creationId xmlns:a16="http://schemas.microsoft.com/office/drawing/2014/main" id="{E1BEBA6E-D791-46C4-A7EB-608AC024D9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8464" y="404664"/>
            <a:ext cx="9649072" cy="504056"/>
          </a:xfrm>
          <a:prstGeom prst="rect">
            <a:avLst/>
          </a:prstGeom>
        </p:spPr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altLang="ja-JP" dirty="0"/>
              <a:t>Click to edit Master title style</a:t>
            </a:r>
            <a:endParaRPr lang="en-US" dirty="0"/>
          </a:p>
        </p:txBody>
      </p:sp>
      <p:sp>
        <p:nvSpPr>
          <p:cNvPr id="3" name="Rectangle 4">
            <a:extLst>
              <a:ext uri="{FF2B5EF4-FFF2-40B4-BE49-F238E27FC236}">
                <a16:creationId xmlns:a16="http://schemas.microsoft.com/office/drawing/2014/main" id="{4BCF5236-44D4-4877-AAFB-61FE62FD430E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4" name="Rectangle 6">
            <a:extLst>
              <a:ext uri="{FF2B5EF4-FFF2-40B4-BE49-F238E27FC236}">
                <a16:creationId xmlns:a16="http://schemas.microsoft.com/office/drawing/2014/main" id="{DD636683-BFA6-4172-A561-0D16262C9F7C}"/>
              </a:ext>
            </a:extLst>
          </p:cNvPr>
          <p:cNvSpPr>
            <a:spLocks noGrp="1" noChangeArrowheads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ja-JP"/>
              <a:t>Page</a:t>
            </a:r>
            <a:r>
              <a:rPr lang="ja-JP" altLang="en-US"/>
              <a:t>　</a:t>
            </a:r>
            <a:r>
              <a:rPr lang="en-US" altLang="ja-JP"/>
              <a:t>:</a:t>
            </a:r>
            <a:r>
              <a:rPr lang="ja-JP" altLang="en-US"/>
              <a:t> </a:t>
            </a:r>
            <a:fld id="{8668C798-1731-4E4F-8BB5-E036A16CEAA1}" type="slidenum">
              <a:rPr lang="en-US" altLang="ja-JP" smtClean="0"/>
              <a:pPr>
                <a:defRPr/>
              </a:pPr>
              <a:t>‹#›</a:t>
            </a:fld>
            <a:endParaRPr lang="en-US" altLang="ja-JP"/>
          </a:p>
        </p:txBody>
      </p:sp>
      <p:sp>
        <p:nvSpPr>
          <p:cNvPr id="5" name="Rectangle 17">
            <a:extLst>
              <a:ext uri="{FF2B5EF4-FFF2-40B4-BE49-F238E27FC236}">
                <a16:creationId xmlns:a16="http://schemas.microsoft.com/office/drawing/2014/main" id="{02924262-A928-46CF-B278-D04F8D0A9069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6200" y="990600"/>
            <a:ext cx="9753600" cy="36513"/>
          </a:xfrm>
          <a:prstGeom prst="rect">
            <a:avLst/>
          </a:prstGeom>
          <a:gradFill rotWithShape="0">
            <a:gsLst>
              <a:gs pos="0">
                <a:srgbClr val="FF9900"/>
              </a:gs>
              <a:gs pos="100000">
                <a:schemeClr val="tx1">
                  <a:gamma/>
                  <a:tint val="0"/>
                  <a:invGamma/>
                </a:schemeClr>
              </a:gs>
            </a:gsLst>
            <a:lin ang="5400000" scaled="1"/>
          </a:gradFill>
          <a:ln>
            <a:noFill/>
          </a:ln>
          <a:effectLst/>
        </p:spPr>
        <p:txBody>
          <a:bodyPr wrap="none" anchor="ctr"/>
          <a:lstStyle/>
          <a:p>
            <a:pPr algn="ctr" eaLnBrk="1" hangingPunct="1">
              <a:spcBef>
                <a:spcPct val="50000"/>
              </a:spcBef>
              <a:defRPr/>
            </a:pPr>
            <a:endParaRPr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HG丸ｺﾞｼｯｸM-PRO" charset="0"/>
              <a:ea typeface="HG丸ｺﾞｼｯｸM-PRO" charset="0"/>
              <a:cs typeface="HG丸ｺﾞｼｯｸM-PRO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207216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80684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717239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A912CAC3-7059-17D9-9C06-FBC6A511B0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E4D65A-0EC1-4CBC-8539-F9FD2B92F981}" type="datetimeFigureOut">
              <a:rPr kumimoji="1" lang="ja-JP" altLang="en-US" smtClean="0"/>
              <a:t>2026/10/7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00A99C7-B9EB-D161-7E0B-A97F487D0F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28B3AAF7-DB78-2248-5BC3-75E0131496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9F6F0A-8A1E-43EE-8FCD-0197D0B3E27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124146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image" Target="../media/image2.svg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1.png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">
            <a:extLst>
              <a:ext uri="{FF2B5EF4-FFF2-40B4-BE49-F238E27FC236}">
                <a16:creationId xmlns:a16="http://schemas.microsoft.com/office/drawing/2014/main" id="{09F48CFF-9599-4AEA-9D93-57B5675EEE9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76200" y="420688"/>
            <a:ext cx="9753600" cy="523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/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normAutofit/>
          </a:bodyPr>
          <a:lstStyle/>
          <a:p>
            <a:pPr lvl="0"/>
            <a:r>
              <a:rPr lang="ja-JP" altLang="en-US" dirty="0"/>
              <a:t>マスタ</a:t>
            </a:r>
            <a:r>
              <a:rPr lang="en-US" altLang="ja-JP" dirty="0"/>
              <a:t> </a:t>
            </a:r>
            <a:r>
              <a:rPr lang="ja-JP" altLang="en-US" dirty="0"/>
              <a:t>タイトルの書式設定</a:t>
            </a:r>
          </a:p>
        </p:txBody>
      </p:sp>
      <p:sp>
        <p:nvSpPr>
          <p:cNvPr id="26" name="Rectangle 3">
            <a:extLst>
              <a:ext uri="{FF2B5EF4-FFF2-40B4-BE49-F238E27FC236}">
                <a16:creationId xmlns:a16="http://schemas.microsoft.com/office/drawing/2014/main" id="{2F9F239E-C6DA-4D9A-8B7B-9954357B6D8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76200" y="1146175"/>
            <a:ext cx="9753600" cy="53435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/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/>
          <a:p>
            <a:pPr lvl="0"/>
            <a:r>
              <a:rPr lang="ja-JP" altLang="en-US" dirty="0"/>
              <a:t>マスタ</a:t>
            </a:r>
            <a:r>
              <a:rPr lang="en-US" altLang="ja-JP" dirty="0"/>
              <a:t> </a:t>
            </a:r>
            <a:r>
              <a:rPr lang="ja-JP" altLang="en-US" dirty="0"/>
              <a:t>テキストの書式設定</a:t>
            </a:r>
            <a:endParaRPr lang="en-US" altLang="ja-JP" dirty="0"/>
          </a:p>
          <a:p>
            <a:pPr lvl="1"/>
            <a:r>
              <a:rPr lang="ja-JP" altLang="en-US" dirty="0"/>
              <a:t>第</a:t>
            </a:r>
            <a:r>
              <a:rPr lang="en-US" altLang="ja-JP" dirty="0"/>
              <a:t> 2 </a:t>
            </a:r>
            <a:r>
              <a:rPr lang="ja-JP" altLang="en-US" dirty="0"/>
              <a:t>レベル</a:t>
            </a:r>
            <a:endParaRPr lang="en-US" altLang="ja-JP" dirty="0"/>
          </a:p>
          <a:p>
            <a:pPr lvl="2"/>
            <a:r>
              <a:rPr lang="ja-JP" altLang="en-US" dirty="0"/>
              <a:t>第</a:t>
            </a:r>
            <a:r>
              <a:rPr lang="en-US" altLang="ja-JP" dirty="0"/>
              <a:t> 3 </a:t>
            </a:r>
            <a:r>
              <a:rPr lang="ja-JP" altLang="en-US" dirty="0"/>
              <a:t>レベル</a:t>
            </a:r>
            <a:endParaRPr lang="en-US" altLang="ja-JP" dirty="0"/>
          </a:p>
          <a:p>
            <a:pPr lvl="3"/>
            <a:r>
              <a:rPr lang="ja-JP" altLang="en-US" dirty="0"/>
              <a:t>第</a:t>
            </a:r>
            <a:r>
              <a:rPr lang="en-US" altLang="ja-JP" dirty="0"/>
              <a:t> 4 </a:t>
            </a:r>
            <a:r>
              <a:rPr lang="ja-JP" altLang="en-US" dirty="0"/>
              <a:t>レベル</a:t>
            </a:r>
            <a:endParaRPr lang="en-US" altLang="ja-JP" dirty="0"/>
          </a:p>
          <a:p>
            <a:pPr lvl="4"/>
            <a:r>
              <a:rPr lang="ja-JP" altLang="en-US" dirty="0"/>
              <a:t>第</a:t>
            </a:r>
            <a:r>
              <a:rPr lang="en-US" altLang="ja-JP" dirty="0"/>
              <a:t> 5 </a:t>
            </a:r>
            <a:r>
              <a:rPr lang="ja-JP" altLang="en-US" dirty="0"/>
              <a:t>レベル</a:t>
            </a:r>
          </a:p>
        </p:txBody>
      </p:sp>
      <p:sp>
        <p:nvSpPr>
          <p:cNvPr id="30" name="Line 19">
            <a:extLst>
              <a:ext uri="{FF2B5EF4-FFF2-40B4-BE49-F238E27FC236}">
                <a16:creationId xmlns:a16="http://schemas.microsoft.com/office/drawing/2014/main" id="{27389893-5139-4F35-B647-26C2DFA202EA}"/>
              </a:ext>
            </a:extLst>
          </p:cNvPr>
          <p:cNvSpPr>
            <a:spLocks noChangeShapeType="1"/>
          </p:cNvSpPr>
          <p:nvPr userDrawn="1"/>
        </p:nvSpPr>
        <p:spPr bwMode="auto">
          <a:xfrm>
            <a:off x="0" y="6572250"/>
            <a:ext cx="9906000" cy="0"/>
          </a:xfrm>
          <a:prstGeom prst="line">
            <a:avLst/>
          </a:prstGeom>
          <a:noFill/>
          <a:ln w="28575">
            <a:solidFill>
              <a:srgbClr val="CC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 eaLnBrk="1" hangingPunct="1">
              <a:spcBef>
                <a:spcPct val="50000"/>
              </a:spcBef>
              <a:defRPr/>
            </a:pPr>
            <a:endParaRPr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HG丸ｺﾞｼｯｸM-PRO" charset="0"/>
              <a:ea typeface="HG丸ｺﾞｼｯｸM-PRO" charset="0"/>
              <a:cs typeface="HG丸ｺﾞｼｯｸM-PRO" charset="0"/>
            </a:endParaRPr>
          </a:p>
        </p:txBody>
      </p:sp>
      <p:sp>
        <p:nvSpPr>
          <p:cNvPr id="31" name="Line 20">
            <a:extLst>
              <a:ext uri="{FF2B5EF4-FFF2-40B4-BE49-F238E27FC236}">
                <a16:creationId xmlns:a16="http://schemas.microsoft.com/office/drawing/2014/main" id="{4EFAA79C-D564-49D1-89C5-53185EA011B4}"/>
              </a:ext>
            </a:extLst>
          </p:cNvPr>
          <p:cNvSpPr>
            <a:spLocks noChangeShapeType="1"/>
          </p:cNvSpPr>
          <p:nvPr userDrawn="1"/>
        </p:nvSpPr>
        <p:spPr bwMode="auto">
          <a:xfrm>
            <a:off x="0" y="6613525"/>
            <a:ext cx="9906000" cy="0"/>
          </a:xfrm>
          <a:prstGeom prst="line">
            <a:avLst/>
          </a:prstGeom>
          <a:noFill/>
          <a:ln w="19050">
            <a:solidFill>
              <a:srgbClr val="CC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 eaLnBrk="1" hangingPunct="1">
              <a:spcBef>
                <a:spcPct val="50000"/>
              </a:spcBef>
              <a:defRPr/>
            </a:pPr>
            <a:endParaRPr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HG丸ｺﾞｼｯｸM-PRO" charset="0"/>
              <a:ea typeface="HG丸ｺﾞｼｯｸM-PRO" charset="0"/>
              <a:cs typeface="HG丸ｺﾞｼｯｸM-PRO" charset="0"/>
            </a:endParaRPr>
          </a:p>
        </p:txBody>
      </p:sp>
      <p:sp>
        <p:nvSpPr>
          <p:cNvPr id="32" name="Text Box 21">
            <a:extLst>
              <a:ext uri="{FF2B5EF4-FFF2-40B4-BE49-F238E27FC236}">
                <a16:creationId xmlns:a16="http://schemas.microsoft.com/office/drawing/2014/main" id="{5275CC5B-9DD2-42FB-A12C-D10D6B34D5E4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5964238" y="6583363"/>
            <a:ext cx="3813175" cy="2746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1400" b="1" i="1">
                <a:solidFill>
                  <a:schemeClr val="bg1"/>
                </a:solidFill>
                <a:latin typeface="HG丸ｺﾞｼｯｸM-PRO" pitchFamily="50" charset="-128"/>
                <a:ea typeface="HG丸ｺﾞｼｯｸM-PRO" pitchFamily="50" charset="-128"/>
              </a:defRPr>
            </a:lvl1pPr>
            <a:lvl2pPr marL="742950" indent="-285750">
              <a:defRPr kumimoji="1" sz="1400" b="1" i="1">
                <a:solidFill>
                  <a:schemeClr val="bg1"/>
                </a:solidFill>
                <a:latin typeface="HG丸ｺﾞｼｯｸM-PRO" pitchFamily="50" charset="-128"/>
                <a:ea typeface="HG丸ｺﾞｼｯｸM-PRO" pitchFamily="50" charset="-128"/>
              </a:defRPr>
            </a:lvl2pPr>
            <a:lvl3pPr marL="1143000" indent="-228600">
              <a:defRPr kumimoji="1" sz="1400" b="1" i="1">
                <a:solidFill>
                  <a:schemeClr val="bg1"/>
                </a:solidFill>
                <a:latin typeface="HG丸ｺﾞｼｯｸM-PRO" pitchFamily="50" charset="-128"/>
                <a:ea typeface="HG丸ｺﾞｼｯｸM-PRO" pitchFamily="50" charset="-128"/>
              </a:defRPr>
            </a:lvl3pPr>
            <a:lvl4pPr marL="1600200" indent="-228600">
              <a:defRPr kumimoji="1" sz="1400" b="1" i="1">
                <a:solidFill>
                  <a:schemeClr val="bg1"/>
                </a:solidFill>
                <a:latin typeface="HG丸ｺﾞｼｯｸM-PRO" pitchFamily="50" charset="-128"/>
                <a:ea typeface="HG丸ｺﾞｼｯｸM-PRO" pitchFamily="50" charset="-128"/>
              </a:defRPr>
            </a:lvl4pPr>
            <a:lvl5pPr marL="2057400" indent="-228600">
              <a:defRPr kumimoji="1" sz="1400" b="1" i="1">
                <a:solidFill>
                  <a:schemeClr val="bg1"/>
                </a:solidFill>
                <a:latin typeface="HG丸ｺﾞｼｯｸM-PRO" pitchFamily="50" charset="-128"/>
                <a:ea typeface="HG丸ｺﾞｼｯｸM-PRO" pitchFamily="50" charset="-128"/>
              </a:defRPr>
            </a:lvl5pPr>
            <a:lvl6pPr marL="2514600" indent="-228600" algn="ctr" fontAlgn="base">
              <a:spcBef>
                <a:spcPct val="0"/>
              </a:spcBef>
              <a:spcAft>
                <a:spcPct val="0"/>
              </a:spcAft>
              <a:defRPr kumimoji="1" sz="1400" b="1" i="1">
                <a:solidFill>
                  <a:schemeClr val="bg1"/>
                </a:solidFill>
                <a:latin typeface="HG丸ｺﾞｼｯｸM-PRO" pitchFamily="50" charset="-128"/>
                <a:ea typeface="HG丸ｺﾞｼｯｸM-PRO" pitchFamily="50" charset="-128"/>
              </a:defRPr>
            </a:lvl6pPr>
            <a:lvl7pPr marL="2971800" indent="-228600" algn="ctr" fontAlgn="base">
              <a:spcBef>
                <a:spcPct val="0"/>
              </a:spcBef>
              <a:spcAft>
                <a:spcPct val="0"/>
              </a:spcAft>
              <a:defRPr kumimoji="1" sz="1400" b="1" i="1">
                <a:solidFill>
                  <a:schemeClr val="bg1"/>
                </a:solidFill>
                <a:latin typeface="HG丸ｺﾞｼｯｸM-PRO" pitchFamily="50" charset="-128"/>
                <a:ea typeface="HG丸ｺﾞｼｯｸM-PRO" pitchFamily="50" charset="-128"/>
              </a:defRPr>
            </a:lvl7pPr>
            <a:lvl8pPr marL="3429000" indent="-228600" algn="ctr" fontAlgn="base">
              <a:spcBef>
                <a:spcPct val="0"/>
              </a:spcBef>
              <a:spcAft>
                <a:spcPct val="0"/>
              </a:spcAft>
              <a:defRPr kumimoji="1" sz="1400" b="1" i="1">
                <a:solidFill>
                  <a:schemeClr val="bg1"/>
                </a:solidFill>
                <a:latin typeface="HG丸ｺﾞｼｯｸM-PRO" pitchFamily="50" charset="-128"/>
                <a:ea typeface="HG丸ｺﾞｼｯｸM-PRO" pitchFamily="50" charset="-128"/>
              </a:defRPr>
            </a:lvl8pPr>
            <a:lvl9pPr marL="3886200" indent="-228600" algn="ctr" fontAlgn="base">
              <a:spcBef>
                <a:spcPct val="0"/>
              </a:spcBef>
              <a:spcAft>
                <a:spcPct val="0"/>
              </a:spcAft>
              <a:defRPr kumimoji="1" sz="1400" b="1" i="1">
                <a:solidFill>
                  <a:schemeClr val="bg1"/>
                </a:solidFill>
                <a:latin typeface="HG丸ｺﾞｼｯｸM-PRO" pitchFamily="50" charset="-128"/>
                <a:ea typeface="HG丸ｺﾞｼｯｸM-PRO" pitchFamily="50" charset="-128"/>
              </a:defRPr>
            </a:lvl9pPr>
          </a:lstStyle>
          <a:p>
            <a:pPr algn="r" eaLnBrk="1" hangingPunct="1">
              <a:spcBef>
                <a:spcPct val="50000"/>
              </a:spcBef>
              <a:defRPr/>
            </a:pPr>
            <a:r>
              <a:rPr lang="it-IT" altLang="ja-JP" sz="1200" dirty="0">
                <a:solidFill>
                  <a:schemeClr val="tx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ＭＳ Ｐゴシック" pitchFamily="50" charset="-128"/>
                <a:ea typeface="ＭＳ Ｐゴシック" pitchFamily="50" charset="-128"/>
              </a:rPr>
              <a:t>USOL VIETNAM Co., Ltd</a:t>
            </a:r>
            <a:endParaRPr lang="en-US" altLang="ja-JP" sz="1200" dirty="0">
              <a:solidFill>
                <a:schemeClr val="tx1"/>
              </a:solidFill>
              <a:effectLst>
                <a:outerShdw blurRad="38100" dist="38100" dir="2700000" algn="tl">
                  <a:srgbClr val="C0C0C0"/>
                </a:outerShdw>
              </a:effectLst>
              <a:latin typeface="ＭＳ Ｐゴシック" pitchFamily="50" charset="-128"/>
              <a:ea typeface="ＭＳ Ｐゴシック" pitchFamily="50" charset="-128"/>
            </a:endParaRPr>
          </a:p>
        </p:txBody>
      </p:sp>
      <p:pic>
        <p:nvPicPr>
          <p:cNvPr id="1033" name="Picture 1031" descr="LogoM">
            <a:extLst>
              <a:ext uri="{FF2B5EF4-FFF2-40B4-BE49-F238E27FC236}">
                <a16:creationId xmlns:a16="http://schemas.microsoft.com/office/drawing/2014/main" id="{7C426F0B-8E88-4132-B8AF-A9C57093698D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638132"/>
            <a:ext cx="946054" cy="2047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1034" name="Group 7">
            <a:extLst>
              <a:ext uri="{FF2B5EF4-FFF2-40B4-BE49-F238E27FC236}">
                <a16:creationId xmlns:a16="http://schemas.microsoft.com/office/drawing/2014/main" id="{E3F0A595-BBE1-4B7A-B594-6A1BDB4CCD3F}"/>
              </a:ext>
            </a:extLst>
          </p:cNvPr>
          <p:cNvGrpSpPr>
            <a:grpSpLocks/>
          </p:cNvGrpSpPr>
          <p:nvPr userDrawn="1"/>
        </p:nvGrpSpPr>
        <p:grpSpPr bwMode="auto">
          <a:xfrm>
            <a:off x="0" y="-3175"/>
            <a:ext cx="9906000" cy="457200"/>
            <a:chOff x="480" y="0"/>
            <a:chExt cx="5280" cy="384"/>
          </a:xfrm>
        </p:grpSpPr>
        <p:sp>
          <p:nvSpPr>
            <p:cNvPr id="37" name="Rectangle 8">
              <a:extLst>
                <a:ext uri="{FF2B5EF4-FFF2-40B4-BE49-F238E27FC236}">
                  <a16:creationId xmlns:a16="http://schemas.microsoft.com/office/drawing/2014/main" id="{6AD08B79-E74D-46AD-935B-7885C39D329A}"/>
                </a:ext>
              </a:extLst>
            </p:cNvPr>
            <p:cNvSpPr>
              <a:spLocks noChangeArrowheads="1"/>
            </p:cNvSpPr>
            <p:nvPr/>
          </p:nvSpPr>
          <p:spPr bwMode="auto">
            <a:xfrm flipH="1">
              <a:off x="480" y="288"/>
              <a:ext cx="5280" cy="96"/>
            </a:xfrm>
            <a:prstGeom prst="rect">
              <a:avLst/>
            </a:prstGeom>
            <a:gradFill flip="none" rotWithShape="1">
              <a:gsLst>
                <a:gs pos="0">
                  <a:srgbClr val="452D75">
                    <a:gamma/>
                    <a:tint val="0"/>
                    <a:invGamma/>
                  </a:srgbClr>
                </a:gs>
                <a:gs pos="100000">
                  <a:srgbClr val="FF9900"/>
                </a:gs>
              </a:gsLst>
              <a:lin ang="10800000" scaled="1"/>
              <a:tileRect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 eaLnBrk="1" hangingPunct="1">
                <a:spcBef>
                  <a:spcPct val="50000"/>
                </a:spcBef>
                <a:defRPr/>
              </a:pPr>
              <a:endParaRPr lang="ja-JP" altLang="en-US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G丸ｺﾞｼｯｸM-PRO" charset="0"/>
                <a:ea typeface="HG丸ｺﾞｼｯｸM-PRO" charset="0"/>
                <a:cs typeface="HG丸ｺﾞｼｯｸM-PRO" charset="0"/>
              </a:endParaRPr>
            </a:p>
          </p:txBody>
        </p:sp>
        <p:sp>
          <p:nvSpPr>
            <p:cNvPr id="38" name="Rectangle 9">
              <a:extLst>
                <a:ext uri="{FF2B5EF4-FFF2-40B4-BE49-F238E27FC236}">
                  <a16:creationId xmlns:a16="http://schemas.microsoft.com/office/drawing/2014/main" id="{B33C69BC-68BD-4C29-97F4-36AE620BF0BB}"/>
                </a:ext>
              </a:extLst>
            </p:cNvPr>
            <p:cNvSpPr>
              <a:spLocks noChangeArrowheads="1"/>
            </p:cNvSpPr>
            <p:nvPr/>
          </p:nvSpPr>
          <p:spPr bwMode="auto">
            <a:xfrm flipH="1">
              <a:off x="1800" y="192"/>
              <a:ext cx="3960" cy="96"/>
            </a:xfrm>
            <a:prstGeom prst="rect">
              <a:avLst/>
            </a:prstGeom>
            <a:gradFill rotWithShape="0">
              <a:gsLst>
                <a:gs pos="0">
                  <a:srgbClr val="523991">
                    <a:gamma/>
                    <a:tint val="0"/>
                    <a:invGamma/>
                  </a:srgbClr>
                </a:gs>
                <a:gs pos="100000">
                  <a:srgbClr val="FFAA2D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 eaLnBrk="1" hangingPunct="1">
                <a:spcBef>
                  <a:spcPct val="50000"/>
                </a:spcBef>
                <a:defRPr/>
              </a:pPr>
              <a:endParaRPr lang="ja-JP" altLang="en-US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G丸ｺﾞｼｯｸM-PRO" charset="0"/>
                <a:ea typeface="HG丸ｺﾞｼｯｸM-PRO" charset="0"/>
                <a:cs typeface="HG丸ｺﾞｼｯｸM-PRO" charset="0"/>
              </a:endParaRPr>
            </a:p>
          </p:txBody>
        </p:sp>
        <p:sp>
          <p:nvSpPr>
            <p:cNvPr id="39" name="Rectangle 10">
              <a:extLst>
                <a:ext uri="{FF2B5EF4-FFF2-40B4-BE49-F238E27FC236}">
                  <a16:creationId xmlns:a16="http://schemas.microsoft.com/office/drawing/2014/main" id="{19C90753-9F71-4E42-A751-DE7652699830}"/>
                </a:ext>
              </a:extLst>
            </p:cNvPr>
            <p:cNvSpPr>
              <a:spLocks noChangeArrowheads="1"/>
            </p:cNvSpPr>
            <p:nvPr/>
          </p:nvSpPr>
          <p:spPr bwMode="auto">
            <a:xfrm flipH="1">
              <a:off x="3120" y="96"/>
              <a:ext cx="2640" cy="96"/>
            </a:xfrm>
            <a:prstGeom prst="rect">
              <a:avLst/>
            </a:prstGeom>
            <a:gradFill rotWithShape="0">
              <a:gsLst>
                <a:gs pos="0">
                  <a:srgbClr val="452D75">
                    <a:gamma/>
                    <a:tint val="0"/>
                    <a:invGamma/>
                  </a:srgbClr>
                </a:gs>
                <a:gs pos="100000">
                  <a:srgbClr val="FFB547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 eaLnBrk="1" hangingPunct="1">
                <a:spcBef>
                  <a:spcPct val="50000"/>
                </a:spcBef>
                <a:defRPr/>
              </a:pPr>
              <a:endParaRPr lang="ja-JP" altLang="en-US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G丸ｺﾞｼｯｸM-PRO" charset="0"/>
                <a:ea typeface="HG丸ｺﾞｼｯｸM-PRO" charset="0"/>
                <a:cs typeface="HG丸ｺﾞｼｯｸM-PRO" charset="0"/>
              </a:endParaRPr>
            </a:p>
          </p:txBody>
        </p:sp>
        <p:sp>
          <p:nvSpPr>
            <p:cNvPr id="40" name="Rectangle 11">
              <a:extLst>
                <a:ext uri="{FF2B5EF4-FFF2-40B4-BE49-F238E27FC236}">
                  <a16:creationId xmlns:a16="http://schemas.microsoft.com/office/drawing/2014/main" id="{2286BAA5-CD17-45D9-9AE7-385F7BC09B89}"/>
                </a:ext>
              </a:extLst>
            </p:cNvPr>
            <p:cNvSpPr>
              <a:spLocks noChangeArrowheads="1"/>
            </p:cNvSpPr>
            <p:nvPr/>
          </p:nvSpPr>
          <p:spPr bwMode="auto">
            <a:xfrm flipH="1">
              <a:off x="4440" y="0"/>
              <a:ext cx="1320" cy="96"/>
            </a:xfrm>
            <a:prstGeom prst="rect">
              <a:avLst/>
            </a:prstGeom>
            <a:gradFill rotWithShape="0">
              <a:gsLst>
                <a:gs pos="0">
                  <a:srgbClr val="523991">
                    <a:gamma/>
                    <a:tint val="0"/>
                    <a:invGamma/>
                  </a:srgbClr>
                </a:gs>
                <a:gs pos="100000">
                  <a:srgbClr val="FFC165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 eaLnBrk="1" hangingPunct="1">
                <a:spcBef>
                  <a:spcPct val="50000"/>
                </a:spcBef>
                <a:defRPr/>
              </a:pPr>
              <a:endParaRPr lang="ja-JP" altLang="en-US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G丸ｺﾞｼｯｸM-PRO" charset="0"/>
                <a:ea typeface="HG丸ｺﾞｼｯｸM-PRO" charset="0"/>
                <a:cs typeface="HG丸ｺﾞｼｯｸM-PRO" charset="0"/>
              </a:endParaRPr>
            </a:p>
          </p:txBody>
        </p:sp>
      </p:grpSp>
      <p:sp>
        <p:nvSpPr>
          <p:cNvPr id="42" name="Text Box 22">
            <a:extLst>
              <a:ext uri="{FF2B5EF4-FFF2-40B4-BE49-F238E27FC236}">
                <a16:creationId xmlns:a16="http://schemas.microsoft.com/office/drawing/2014/main" id="{9779E748-DE2F-4EBB-B8A7-4682B42515B4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7053263" y="50800"/>
            <a:ext cx="3130550" cy="523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gradFill rotWithShape="0">
                  <a:gsLst>
                    <a:gs pos="0">
                      <a:srgbClr val="FFFFFF"/>
                    </a:gs>
                    <a:gs pos="100000">
                      <a:srgbClr val="0066FF"/>
                    </a:gs>
                  </a:gsLst>
                  <a:lin ang="0" scaled="1"/>
                </a:gra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kumimoji="1" sz="1400" b="1" i="1">
                <a:solidFill>
                  <a:schemeClr val="bg1"/>
                </a:solidFill>
                <a:latin typeface="HG丸ｺﾞｼｯｸM-PRO" pitchFamily="50" charset="-128"/>
                <a:ea typeface="HG丸ｺﾞｼｯｸM-PRO" pitchFamily="50" charset="-128"/>
              </a:defRPr>
            </a:lvl1pPr>
            <a:lvl2pPr marL="742950" indent="-285750">
              <a:defRPr kumimoji="1" sz="1400" b="1" i="1">
                <a:solidFill>
                  <a:schemeClr val="bg1"/>
                </a:solidFill>
                <a:latin typeface="HG丸ｺﾞｼｯｸM-PRO" pitchFamily="50" charset="-128"/>
                <a:ea typeface="HG丸ｺﾞｼｯｸM-PRO" pitchFamily="50" charset="-128"/>
              </a:defRPr>
            </a:lvl2pPr>
            <a:lvl3pPr marL="1143000" indent="-228600">
              <a:defRPr kumimoji="1" sz="1400" b="1" i="1">
                <a:solidFill>
                  <a:schemeClr val="bg1"/>
                </a:solidFill>
                <a:latin typeface="HG丸ｺﾞｼｯｸM-PRO" pitchFamily="50" charset="-128"/>
                <a:ea typeface="HG丸ｺﾞｼｯｸM-PRO" pitchFamily="50" charset="-128"/>
              </a:defRPr>
            </a:lvl3pPr>
            <a:lvl4pPr marL="1600200" indent="-228600">
              <a:defRPr kumimoji="1" sz="1400" b="1" i="1">
                <a:solidFill>
                  <a:schemeClr val="bg1"/>
                </a:solidFill>
                <a:latin typeface="HG丸ｺﾞｼｯｸM-PRO" pitchFamily="50" charset="-128"/>
                <a:ea typeface="HG丸ｺﾞｼｯｸM-PRO" pitchFamily="50" charset="-128"/>
              </a:defRPr>
            </a:lvl4pPr>
            <a:lvl5pPr marL="2057400" indent="-228600">
              <a:defRPr kumimoji="1" sz="1400" b="1" i="1">
                <a:solidFill>
                  <a:schemeClr val="bg1"/>
                </a:solidFill>
                <a:latin typeface="HG丸ｺﾞｼｯｸM-PRO" pitchFamily="50" charset="-128"/>
                <a:ea typeface="HG丸ｺﾞｼｯｸM-PRO" pitchFamily="50" charset="-128"/>
              </a:defRPr>
            </a:lvl5pPr>
            <a:lvl6pPr marL="2514600" indent="-228600" algn="ctr" fontAlgn="base">
              <a:spcBef>
                <a:spcPct val="0"/>
              </a:spcBef>
              <a:spcAft>
                <a:spcPct val="0"/>
              </a:spcAft>
              <a:defRPr kumimoji="1" sz="1400" b="1" i="1">
                <a:solidFill>
                  <a:schemeClr val="bg1"/>
                </a:solidFill>
                <a:latin typeface="HG丸ｺﾞｼｯｸM-PRO" pitchFamily="50" charset="-128"/>
                <a:ea typeface="HG丸ｺﾞｼｯｸM-PRO" pitchFamily="50" charset="-128"/>
              </a:defRPr>
            </a:lvl6pPr>
            <a:lvl7pPr marL="2971800" indent="-228600" algn="ctr" fontAlgn="base">
              <a:spcBef>
                <a:spcPct val="0"/>
              </a:spcBef>
              <a:spcAft>
                <a:spcPct val="0"/>
              </a:spcAft>
              <a:defRPr kumimoji="1" sz="1400" b="1" i="1">
                <a:solidFill>
                  <a:schemeClr val="bg1"/>
                </a:solidFill>
                <a:latin typeface="HG丸ｺﾞｼｯｸM-PRO" pitchFamily="50" charset="-128"/>
                <a:ea typeface="HG丸ｺﾞｼｯｸM-PRO" pitchFamily="50" charset="-128"/>
              </a:defRPr>
            </a:lvl7pPr>
            <a:lvl8pPr marL="3429000" indent="-228600" algn="ctr" fontAlgn="base">
              <a:spcBef>
                <a:spcPct val="0"/>
              </a:spcBef>
              <a:spcAft>
                <a:spcPct val="0"/>
              </a:spcAft>
              <a:defRPr kumimoji="1" sz="1400" b="1" i="1">
                <a:solidFill>
                  <a:schemeClr val="bg1"/>
                </a:solidFill>
                <a:latin typeface="HG丸ｺﾞｼｯｸM-PRO" pitchFamily="50" charset="-128"/>
                <a:ea typeface="HG丸ｺﾞｼｯｸM-PRO" pitchFamily="50" charset="-128"/>
              </a:defRPr>
            </a:lvl8pPr>
            <a:lvl9pPr marL="3886200" indent="-228600" algn="ctr" fontAlgn="base">
              <a:spcBef>
                <a:spcPct val="0"/>
              </a:spcBef>
              <a:spcAft>
                <a:spcPct val="0"/>
              </a:spcAft>
              <a:defRPr kumimoji="1" sz="1400" b="1" i="1">
                <a:solidFill>
                  <a:schemeClr val="bg1"/>
                </a:solidFill>
                <a:latin typeface="HG丸ｺﾞｼｯｸM-PRO" pitchFamily="50" charset="-128"/>
                <a:ea typeface="HG丸ｺﾞｼｯｸM-PRO" pitchFamily="50" charset="-128"/>
              </a:defRPr>
            </a:lvl9pPr>
          </a:lstStyle>
          <a:p>
            <a:pPr eaLnBrk="1" hangingPunct="1">
              <a:spcBef>
                <a:spcPct val="50000"/>
              </a:spcBef>
              <a:defRPr/>
            </a:pPr>
            <a:r>
              <a:rPr lang="en-US" altLang="ja-JP" sz="2800" dirty="0" err="1">
                <a:solidFill>
                  <a:schemeClr val="tx1"/>
                </a:solidFill>
                <a:latin typeface="Segoe Script" pitchFamily="34" charset="0"/>
              </a:rPr>
              <a:t>Usol</a:t>
            </a:r>
            <a:r>
              <a:rPr lang="ja-JP" altLang="en-US" sz="2800" i="0" dirty="0">
                <a:solidFill>
                  <a:schemeClr val="tx1"/>
                </a:solidFill>
                <a:latin typeface="Segoe Script" pitchFamily="34" charset="0"/>
              </a:rPr>
              <a:t>   </a:t>
            </a:r>
            <a:r>
              <a:rPr lang="en-US" altLang="ja-JP" sz="2800" dirty="0" err="1">
                <a:latin typeface="Segoe Script" pitchFamily="34" charset="0"/>
              </a:rPr>
              <a:t>ietnam</a:t>
            </a:r>
            <a:endParaRPr lang="ja-JP" altLang="en-US" sz="2800" dirty="0">
              <a:latin typeface="Segoe Script" pitchFamily="34" charset="0"/>
            </a:endParaRPr>
          </a:p>
        </p:txBody>
      </p:sp>
      <p:sp>
        <p:nvSpPr>
          <p:cNvPr id="43" name="正方形/長方形 42">
            <a:extLst>
              <a:ext uri="{FF2B5EF4-FFF2-40B4-BE49-F238E27FC236}">
                <a16:creationId xmlns:a16="http://schemas.microsoft.com/office/drawing/2014/main" id="{3473BC66-2BE3-4BA7-9E94-658F932E5E73}"/>
              </a:ext>
            </a:extLst>
          </p:cNvPr>
          <p:cNvSpPr/>
          <p:nvPr userDrawn="1"/>
        </p:nvSpPr>
        <p:spPr>
          <a:xfrm>
            <a:off x="7953107" y="-179013"/>
            <a:ext cx="469156" cy="707886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 algn="ctr" eaLnBrk="1" hangingPunct="1">
              <a:spcBef>
                <a:spcPct val="50000"/>
              </a:spcBef>
              <a:defRPr/>
            </a:pPr>
            <a:r>
              <a:rPr lang="en-US" altLang="ja-JP" sz="4000" i="1" dirty="0">
                <a:ln w="19050">
                  <a:solidFill>
                    <a:schemeClr val="tx2">
                      <a:tint val="1000"/>
                    </a:schemeClr>
                  </a:solidFill>
                  <a:prstDash val="solid"/>
                </a:ln>
                <a:solidFill>
                  <a:schemeClr val="accent3"/>
                </a:solidFill>
                <a:effectLst>
                  <a:outerShdw blurRad="50000" dist="50800" dir="7500000" algn="tl">
                    <a:srgbClr val="000000">
                      <a:shade val="5000"/>
                      <a:alpha val="35000"/>
                    </a:srgbClr>
                  </a:outerShdw>
                </a:effectLst>
              </a:rPr>
              <a:t>V</a:t>
            </a:r>
            <a:endParaRPr lang="ja-JP" altLang="en-US" sz="4000" i="1" dirty="0">
              <a:ln w="19050">
                <a:solidFill>
                  <a:schemeClr val="tx2">
                    <a:tint val="1000"/>
                  </a:schemeClr>
                </a:solidFill>
                <a:prstDash val="solid"/>
              </a:ln>
              <a:solidFill>
                <a:schemeClr val="accent3"/>
              </a:solidFill>
              <a:effectLst>
                <a:outerShdw blurRad="50000" dist="50800" dir="7500000" algn="tl">
                  <a:srgbClr val="000000">
                    <a:shade val="5000"/>
                    <a:alpha val="35000"/>
                  </a:srgbClr>
                </a:outerShdw>
              </a:effectLst>
            </a:endParaRPr>
          </a:p>
        </p:txBody>
      </p:sp>
      <p:sp>
        <p:nvSpPr>
          <p:cNvPr id="35" name="Text Box 11">
            <a:extLst>
              <a:ext uri="{FF2B5EF4-FFF2-40B4-BE49-F238E27FC236}">
                <a16:creationId xmlns:a16="http://schemas.microsoft.com/office/drawing/2014/main" id="{1DC4ECF5-E62B-44AA-90DF-10764551D43E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50800" y="44450"/>
            <a:ext cx="1492250" cy="327025"/>
          </a:xfrm>
          <a:prstGeom prst="rect">
            <a:avLst/>
          </a:prstGeom>
          <a:noFill/>
          <a:ln w="57150" cmpd="thinThick" algn="ctr">
            <a:solidFill>
              <a:srgbClr val="FF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/>
          <a:lstStyle>
            <a:lvl1pPr marL="179388" eaLnBrk="0" hangingPunct="0">
              <a:defRPr kumimoji="1" sz="1400" b="1" i="1">
                <a:solidFill>
                  <a:schemeClr val="bg1"/>
                </a:solidFill>
                <a:latin typeface="HG丸ｺﾞｼｯｸM-PRO" pitchFamily="50" charset="-128"/>
                <a:ea typeface="HG丸ｺﾞｼｯｸM-PRO" pitchFamily="50" charset="-128"/>
              </a:defRPr>
            </a:lvl1pPr>
            <a:lvl2pPr marL="742950" indent="-285750" eaLnBrk="0" hangingPunct="0">
              <a:defRPr kumimoji="1" sz="1400" b="1" i="1">
                <a:solidFill>
                  <a:schemeClr val="bg1"/>
                </a:solidFill>
                <a:latin typeface="HG丸ｺﾞｼｯｸM-PRO" pitchFamily="50" charset="-128"/>
                <a:ea typeface="HG丸ｺﾞｼｯｸM-PRO" pitchFamily="50" charset="-128"/>
              </a:defRPr>
            </a:lvl2pPr>
            <a:lvl3pPr marL="1143000" indent="-228600" eaLnBrk="0" hangingPunct="0">
              <a:defRPr kumimoji="1" sz="1400" b="1" i="1">
                <a:solidFill>
                  <a:schemeClr val="bg1"/>
                </a:solidFill>
                <a:latin typeface="HG丸ｺﾞｼｯｸM-PRO" pitchFamily="50" charset="-128"/>
                <a:ea typeface="HG丸ｺﾞｼｯｸM-PRO" pitchFamily="50" charset="-128"/>
              </a:defRPr>
            </a:lvl3pPr>
            <a:lvl4pPr marL="1600200" indent="-228600" eaLnBrk="0" hangingPunct="0">
              <a:defRPr kumimoji="1" sz="1400" b="1" i="1">
                <a:solidFill>
                  <a:schemeClr val="bg1"/>
                </a:solidFill>
                <a:latin typeface="HG丸ｺﾞｼｯｸM-PRO" pitchFamily="50" charset="-128"/>
                <a:ea typeface="HG丸ｺﾞｼｯｸM-PRO" pitchFamily="50" charset="-128"/>
              </a:defRPr>
            </a:lvl4pPr>
            <a:lvl5pPr marL="2057400" indent="-228600" eaLnBrk="0" hangingPunct="0">
              <a:defRPr kumimoji="1" sz="1400" b="1" i="1">
                <a:solidFill>
                  <a:schemeClr val="bg1"/>
                </a:solidFill>
                <a:latin typeface="HG丸ｺﾞｼｯｸM-PRO" pitchFamily="50" charset="-128"/>
                <a:ea typeface="HG丸ｺﾞｼｯｸM-PRO" pitchFamily="50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1400" b="1" i="1">
                <a:solidFill>
                  <a:schemeClr val="bg1"/>
                </a:solidFill>
                <a:latin typeface="HG丸ｺﾞｼｯｸM-PRO" pitchFamily="50" charset="-128"/>
                <a:ea typeface="HG丸ｺﾞｼｯｸM-PRO" pitchFamily="50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1400" b="1" i="1">
                <a:solidFill>
                  <a:schemeClr val="bg1"/>
                </a:solidFill>
                <a:latin typeface="HG丸ｺﾞｼｯｸM-PRO" pitchFamily="50" charset="-128"/>
                <a:ea typeface="HG丸ｺﾞｼｯｸM-PRO" pitchFamily="50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1400" b="1" i="1">
                <a:solidFill>
                  <a:schemeClr val="bg1"/>
                </a:solidFill>
                <a:latin typeface="HG丸ｺﾞｼｯｸM-PRO" pitchFamily="50" charset="-128"/>
                <a:ea typeface="HG丸ｺﾞｼｯｸM-PRO" pitchFamily="50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1400" b="1" i="1">
                <a:solidFill>
                  <a:schemeClr val="bg1"/>
                </a:solidFill>
                <a:latin typeface="HG丸ｺﾞｼｯｸM-PRO" pitchFamily="50" charset="-128"/>
                <a:ea typeface="HG丸ｺﾞｼｯｸM-PRO" pitchFamily="50" charset="-128"/>
              </a:defRPr>
            </a:lvl9pPr>
          </a:lstStyle>
          <a:p>
            <a:pPr eaLnBrk="1" hangingPunct="1">
              <a:spcBef>
                <a:spcPct val="50000"/>
              </a:spcBef>
              <a:defRPr/>
            </a:pPr>
            <a:r>
              <a:rPr lang="en-US" altLang="ja-JP" sz="1800" i="0" dirty="0">
                <a:solidFill>
                  <a:srgbClr val="FF0000"/>
                </a:solidFill>
                <a:latin typeface="ＭＳ Ｐゴシック" pitchFamily="50" charset="-128"/>
                <a:ea typeface="ＭＳ Ｐゴシック" pitchFamily="50" charset="-128"/>
              </a:rPr>
              <a:t>Confidential</a:t>
            </a:r>
            <a:endParaRPr lang="en-US" sz="1800" i="0" dirty="0">
              <a:solidFill>
                <a:srgbClr val="FF0000"/>
              </a:solidFill>
              <a:latin typeface="ＭＳ Ｐゴシック" pitchFamily="50" charset="-128"/>
              <a:ea typeface="ＭＳ Ｐゴシック" pitchFamily="50" charset="-128"/>
            </a:endParaRPr>
          </a:p>
        </p:txBody>
      </p:sp>
      <p:sp>
        <p:nvSpPr>
          <p:cNvPr id="18" name="Rectangle 4">
            <a:extLst>
              <a:ext uri="{FF2B5EF4-FFF2-40B4-BE49-F238E27FC236}">
                <a16:creationId xmlns:a16="http://schemas.microsoft.com/office/drawing/2014/main" id="{A04B0585-20B2-4596-93D7-54D1340E0964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>
          <a:xfrm>
            <a:off x="3033266" y="6653213"/>
            <a:ext cx="2063750" cy="204787"/>
          </a:xfrm>
          <a:prstGeom prst="rect">
            <a:avLst/>
          </a:prstGeom>
        </p:spPr>
        <p:txBody>
          <a:bodyPr anchor="ctr"/>
          <a:lstStyle>
            <a:lvl1pPr>
              <a:defRPr sz="1050"/>
            </a:lvl1pPr>
          </a:lstStyle>
          <a:p>
            <a:pPr>
              <a:defRPr/>
            </a:pPr>
            <a:endParaRPr lang="en-US" altLang="ja-JP" dirty="0"/>
          </a:p>
        </p:txBody>
      </p:sp>
      <p:sp>
        <p:nvSpPr>
          <p:cNvPr id="19" name="Rectangle 6">
            <a:extLst>
              <a:ext uri="{FF2B5EF4-FFF2-40B4-BE49-F238E27FC236}">
                <a16:creationId xmlns:a16="http://schemas.microsoft.com/office/drawing/2014/main" id="{C5564842-B2E4-45CE-AB60-14A7558DAFA0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>
          <a:xfrm>
            <a:off x="5097463" y="6653213"/>
            <a:ext cx="2063750" cy="204787"/>
          </a:xfrm>
          <a:prstGeom prst="rect">
            <a:avLst/>
          </a:prstGeom>
        </p:spPr>
        <p:txBody>
          <a:bodyPr anchor="ctr"/>
          <a:lstStyle>
            <a:lvl1pPr>
              <a:defRPr sz="1050"/>
            </a:lvl1pPr>
          </a:lstStyle>
          <a:p>
            <a:pPr>
              <a:defRPr/>
            </a:pPr>
            <a:r>
              <a:rPr lang="en-US" altLang="ja-JP"/>
              <a:t>Page</a:t>
            </a:r>
            <a:r>
              <a:rPr lang="ja-JP" altLang="en-US"/>
              <a:t>　</a:t>
            </a:r>
            <a:r>
              <a:rPr lang="en-US" altLang="ja-JP"/>
              <a:t>:</a:t>
            </a:r>
            <a:r>
              <a:rPr lang="ja-JP" altLang="en-US"/>
              <a:t> </a:t>
            </a:r>
            <a:fld id="{79353177-B86D-4022-983D-1132BA6711EB}" type="slidenum">
              <a:rPr lang="en-US" altLang="ja-JP" smtClean="0"/>
              <a:pPr>
                <a:defRPr/>
              </a:pPr>
              <a:t>‹#›</a:t>
            </a:fld>
            <a:endParaRPr lang="en-US" altLang="ja-JP"/>
          </a:p>
        </p:txBody>
      </p:sp>
      <p:pic>
        <p:nvPicPr>
          <p:cNvPr id="21" name="BIPROGYロゴ">
            <a:extLst>
              <a:ext uri="{FF2B5EF4-FFF2-40B4-BE49-F238E27FC236}">
                <a16:creationId xmlns:a16="http://schemas.microsoft.com/office/drawing/2014/main" id="{3F93CD62-EE3C-4414-B5A1-AE038ED1351E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43308" y="6590834"/>
            <a:ext cx="1692703" cy="298366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790" r:id="rId1"/>
    <p:sldLayoutId id="2147483791" r:id="rId2"/>
    <p:sldLayoutId id="2147483794" r:id="rId3"/>
    <p:sldLayoutId id="2147483792" r:id="rId4"/>
    <p:sldLayoutId id="2147483789" r:id="rId5"/>
    <p:sldLayoutId id="2147483793" r:id="rId6"/>
    <p:sldLayoutId id="2147483804" r:id="rId7"/>
  </p:sldLayoutIdLst>
  <p:hf hdr="0" ftr="0" dt="0"/>
  <p:txStyles>
    <p:titleStyle>
      <a:lvl1pPr algn="l" rtl="0" eaLnBrk="1" fontAlgn="base" hangingPunct="1">
        <a:spcBef>
          <a:spcPct val="0"/>
        </a:spcBef>
        <a:spcAft>
          <a:spcPct val="0"/>
        </a:spcAft>
        <a:defRPr kumimoji="1" sz="3600">
          <a:solidFill>
            <a:schemeClr val="tx2"/>
          </a:solidFill>
          <a:latin typeface="Meiryo UI" panose="020B0604030504040204" pitchFamily="50" charset="-128"/>
          <a:ea typeface="Meiryo UI" panose="020B0604030504040204" pitchFamily="50" charset="-128"/>
          <a:cs typeface="Meiryo UI" panose="020B0604030504040204" pitchFamily="50" charset="-128"/>
        </a:defRPr>
      </a:lvl1pPr>
      <a:lvl2pPr algn="l" rtl="0" eaLnBrk="1" fontAlgn="base" hangingPunct="1">
        <a:spcBef>
          <a:spcPct val="0"/>
        </a:spcBef>
        <a:spcAft>
          <a:spcPct val="0"/>
        </a:spcAft>
        <a:defRPr kumimoji="1" sz="3600">
          <a:solidFill>
            <a:schemeClr val="tx2"/>
          </a:solidFill>
          <a:latin typeface="Times New Roman" pitchFamily="18" charset="0"/>
          <a:ea typeface="ＭＳ Ｐゴシック" pitchFamily="50" charset="-128"/>
        </a:defRPr>
      </a:lvl2pPr>
      <a:lvl3pPr algn="l" rtl="0" eaLnBrk="1" fontAlgn="base" hangingPunct="1">
        <a:spcBef>
          <a:spcPct val="0"/>
        </a:spcBef>
        <a:spcAft>
          <a:spcPct val="0"/>
        </a:spcAft>
        <a:defRPr kumimoji="1" sz="3600">
          <a:solidFill>
            <a:schemeClr val="tx2"/>
          </a:solidFill>
          <a:latin typeface="Times New Roman" pitchFamily="18" charset="0"/>
          <a:ea typeface="ＭＳ Ｐゴシック" pitchFamily="50" charset="-128"/>
        </a:defRPr>
      </a:lvl3pPr>
      <a:lvl4pPr algn="l" rtl="0" eaLnBrk="1" fontAlgn="base" hangingPunct="1">
        <a:spcBef>
          <a:spcPct val="0"/>
        </a:spcBef>
        <a:spcAft>
          <a:spcPct val="0"/>
        </a:spcAft>
        <a:defRPr kumimoji="1" sz="3600">
          <a:solidFill>
            <a:schemeClr val="tx2"/>
          </a:solidFill>
          <a:latin typeface="Times New Roman" pitchFamily="18" charset="0"/>
          <a:ea typeface="ＭＳ Ｐゴシック" pitchFamily="50" charset="-128"/>
        </a:defRPr>
      </a:lvl4pPr>
      <a:lvl5pPr algn="l" rtl="0" eaLnBrk="1" fontAlgn="base" hangingPunct="1">
        <a:spcBef>
          <a:spcPct val="0"/>
        </a:spcBef>
        <a:spcAft>
          <a:spcPct val="0"/>
        </a:spcAft>
        <a:defRPr kumimoji="1" sz="3600">
          <a:solidFill>
            <a:schemeClr val="tx2"/>
          </a:solidFill>
          <a:latin typeface="Times New Roman" pitchFamily="18" charset="0"/>
          <a:ea typeface="ＭＳ Ｐゴシック" pitchFamily="50" charset="-128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latin typeface="Times New Roman" pitchFamily="18" charset="0"/>
          <a:ea typeface="ＭＳ Ｐゴシック" pitchFamily="50" charset="-128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latin typeface="Times New Roman" pitchFamily="18" charset="0"/>
          <a:ea typeface="ＭＳ Ｐゴシック" pitchFamily="50" charset="-128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latin typeface="Times New Roman" pitchFamily="18" charset="0"/>
          <a:ea typeface="ＭＳ Ｐゴシック" pitchFamily="50" charset="-128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latin typeface="Times New Roman" pitchFamily="18" charset="0"/>
          <a:ea typeface="ＭＳ Ｐゴシック" pitchFamily="50" charset="-128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Char char="•"/>
        <a:defRPr kumimoji="1" sz="3200">
          <a:solidFill>
            <a:schemeClr val="tx1"/>
          </a:solidFill>
          <a:latin typeface="Meiryo UI" panose="020B0604030504040204" pitchFamily="50" charset="-128"/>
          <a:ea typeface="Meiryo UI" panose="020B0604030504040204" pitchFamily="50" charset="-128"/>
          <a:cs typeface="Meiryo UI" panose="020B0604030504040204" pitchFamily="50" charset="-128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Char char="–"/>
        <a:defRPr kumimoji="1" sz="2800">
          <a:solidFill>
            <a:schemeClr val="tx1"/>
          </a:solidFill>
          <a:latin typeface="Meiryo UI" panose="020B0604030504040204" pitchFamily="50" charset="-128"/>
          <a:ea typeface="Meiryo UI" panose="020B0604030504040204" pitchFamily="50" charset="-128"/>
          <a:cs typeface="Meiryo UI" panose="020B0604030504040204" pitchFamily="50" charset="-128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Char char="•"/>
        <a:defRPr kumimoji="1" sz="2400">
          <a:solidFill>
            <a:schemeClr val="tx1"/>
          </a:solidFill>
          <a:latin typeface="Meiryo UI" panose="020B0604030504040204" pitchFamily="50" charset="-128"/>
          <a:ea typeface="Meiryo UI" panose="020B0604030504040204" pitchFamily="50" charset="-128"/>
          <a:cs typeface="Meiryo UI" panose="020B0604030504040204" pitchFamily="50" charset="-128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Char char="–"/>
        <a:defRPr kumimoji="1" sz="2000">
          <a:solidFill>
            <a:schemeClr val="tx1"/>
          </a:solidFill>
          <a:latin typeface="Meiryo UI" panose="020B0604030504040204" pitchFamily="50" charset="-128"/>
          <a:ea typeface="Meiryo UI" panose="020B0604030504040204" pitchFamily="50" charset="-128"/>
          <a:cs typeface="Meiryo UI" panose="020B0604030504040204" pitchFamily="50" charset="-128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Meiryo UI" panose="020B0604030504040204" pitchFamily="50" charset="-128"/>
          <a:ea typeface="Meiryo UI" panose="020B0604030504040204" pitchFamily="50" charset="-128"/>
          <a:cs typeface="Meiryo UI" panose="020B0604030504040204" pitchFamily="50" charset="-128"/>
        </a:defRPr>
      </a:lvl5pPr>
      <a:lvl6pPr marL="2514600" indent="-228600" algn="l" rtl="0" eaLnBrk="1" fontAlgn="base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6pPr>
      <a:lvl7pPr marL="2971800" indent="-228600" algn="l" rtl="0" eaLnBrk="1" fontAlgn="base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7pPr>
      <a:lvl8pPr marL="3429000" indent="-228600" algn="l" rtl="0" eaLnBrk="1" fontAlgn="base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8pPr>
      <a:lvl9pPr marL="3886200" indent="-228600" algn="l" rtl="0" eaLnBrk="1" fontAlgn="base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en-US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8144D352-923E-E6B6-4D8A-AB66C88BC3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038" y="365125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0BC59BC7-F850-7C36-754E-E6369E518C4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 dirty="0"/>
              <a:t>マスター テキストの書式設定</a:t>
            </a:r>
          </a:p>
          <a:p>
            <a:pPr lvl="1"/>
            <a:r>
              <a:rPr kumimoji="1" lang="ja-JP" altLang="en-US" dirty="0"/>
              <a:t>第 </a:t>
            </a:r>
            <a:r>
              <a:rPr kumimoji="1" lang="en-US" altLang="ja-JP" dirty="0"/>
              <a:t>2 </a:t>
            </a:r>
            <a:r>
              <a:rPr kumimoji="1" lang="ja-JP" altLang="en-US" dirty="0"/>
              <a:t>レベル</a:t>
            </a:r>
          </a:p>
          <a:p>
            <a:pPr lvl="2"/>
            <a:r>
              <a:rPr kumimoji="1" lang="ja-JP" altLang="en-US" dirty="0"/>
              <a:t>第 </a:t>
            </a:r>
            <a:r>
              <a:rPr kumimoji="1" lang="en-US" altLang="ja-JP" dirty="0"/>
              <a:t>3 </a:t>
            </a:r>
            <a:r>
              <a:rPr kumimoji="1" lang="ja-JP" altLang="en-US" dirty="0"/>
              <a:t>レベル</a:t>
            </a:r>
          </a:p>
          <a:p>
            <a:pPr lvl="3"/>
            <a:r>
              <a:rPr kumimoji="1" lang="ja-JP" altLang="en-US" dirty="0"/>
              <a:t>第 </a:t>
            </a:r>
            <a:r>
              <a:rPr kumimoji="1" lang="en-US" altLang="ja-JP" dirty="0"/>
              <a:t>4 </a:t>
            </a:r>
            <a:r>
              <a:rPr kumimoji="1" lang="ja-JP" altLang="en-US" dirty="0"/>
              <a:t>レベル</a:t>
            </a:r>
          </a:p>
          <a:p>
            <a:pPr lvl="4"/>
            <a:r>
              <a:rPr kumimoji="1" lang="ja-JP" altLang="en-US" dirty="0"/>
              <a:t>第 </a:t>
            </a:r>
            <a:r>
              <a:rPr kumimoji="1" lang="en-US" altLang="ja-JP" dirty="0"/>
              <a:t>5 </a:t>
            </a:r>
            <a:r>
              <a:rPr kumimoji="1" lang="ja-JP" altLang="en-US" dirty="0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06DDECD-4404-C7CD-5336-354F8B64923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81038" y="6356350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1E4D65A-0EC1-4CBC-8539-F9FD2B92F981}" type="datetimeFigureOut">
              <a:rPr kumimoji="1" lang="ja-JP" altLang="en-US" smtClean="0"/>
              <a:t>2026/10/7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390F2CC-709C-7ED4-7144-F5EFE9F7868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281363" y="6356350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0AF8815-82A4-7D2E-5978-31B8771F562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996113" y="6356350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A9F6F0A-8A1E-43EE-8FCD-0197D0B3E27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790281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03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ADLaM Display" panose="02010000000000000000" pitchFamily="2" charset="0"/>
          <a:ea typeface="+mj-ea"/>
          <a:cs typeface="ADLaM Display" panose="02010000000000000000" pitchFamily="2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BC61E3-7210-D801-C73E-18DF39FE6C4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2130425"/>
            <a:ext cx="9906000" cy="3584575"/>
          </a:xfrm>
        </p:spPr>
        <p:txBody>
          <a:bodyPr>
            <a:noAutofit/>
          </a:bodyPr>
          <a:lstStyle/>
          <a:p>
            <a:pPr algn="ctr" eaLnBrk="0" hangingPunct="0"/>
            <a:r>
              <a:rPr lang="ja-JP" altLang="ja-JP" dirty="0"/>
              <a:t>Java Spring REST APIs</a:t>
            </a:r>
            <a:br>
              <a:rPr lang="en-US" altLang="ja-JP" dirty="0"/>
            </a:br>
            <a:r>
              <a:rPr lang="en-US" altLang="ja-JP" dirty="0" err="1"/>
              <a:t>sử</a:t>
            </a:r>
            <a:r>
              <a:rPr lang="en-US" altLang="ja-JP" dirty="0"/>
              <a:t> </a:t>
            </a:r>
            <a:r>
              <a:rPr lang="en-US" altLang="ja-JP" dirty="0" err="1"/>
              <a:t>dụng</a:t>
            </a:r>
            <a:r>
              <a:rPr lang="en-US" altLang="ja-JP" dirty="0"/>
              <a:t> Vibe Coding</a:t>
            </a:r>
            <a:br>
              <a:rPr lang="ja-JP" altLang="ja-JP" dirty="0"/>
            </a:br>
            <a:endParaRPr kumimoji="1" lang="ja-JP" altLang="en-US" dirty="0">
              <a:latin typeface="+mj-lt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3293061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63923" y="404664"/>
            <a:ext cx="8915400" cy="62769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endParaRPr lang="en-US" sz="3200" dirty="0">
              <a:latin typeface="+mj-lt"/>
            </a:endParaRPr>
          </a:p>
        </p:txBody>
      </p:sp>
      <p:sp>
        <p:nvSpPr>
          <p:cNvPr id="3" name="Text 1"/>
          <p:cNvSpPr/>
          <p:nvPr/>
        </p:nvSpPr>
        <p:spPr>
          <a:xfrm>
            <a:off x="382037" y="1398006"/>
            <a:ext cx="8848725" cy="2057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457200" indent="-457200" algn="just">
              <a:buFont typeface="Arial" panose="020B0604020202020204" pitchFamily="34" charset="0"/>
              <a:buChar char="•"/>
            </a:pPr>
            <a:endParaRPr lang="en-US" sz="2800" dirty="0">
              <a:latin typeface="+mj-lt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4AA5B57-6C2D-158C-A7E9-E7D54595FC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ja-JP" dirty="0" err="1"/>
              <a:t>Nội</a:t>
            </a:r>
            <a:r>
              <a:rPr lang="en-US" altLang="ja-JP" dirty="0"/>
              <a:t> dung </a:t>
            </a:r>
            <a:r>
              <a:rPr lang="en-US" altLang="ja-JP" dirty="0" err="1"/>
              <a:t>chính</a:t>
            </a:r>
            <a:endParaRPr lang="ja-JP" alt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68B7D95-77BC-2C74-B7DA-7B1652C3B4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fontAlgn="t">
              <a:buFont typeface="Arial" panose="020B0604020202020204" pitchFamily="34" charset="0"/>
              <a:buChar char="•"/>
            </a:pPr>
            <a:r>
              <a:rPr lang="ja-JP" altLang="ja-JP" dirty="0"/>
              <a:t>Spring Boot</a:t>
            </a:r>
          </a:p>
          <a:p>
            <a:pPr lvl="0" fontAlgn="t">
              <a:buFont typeface="Arial" panose="020B0604020202020204" pitchFamily="34" charset="0"/>
              <a:buChar char="•"/>
            </a:pPr>
            <a:r>
              <a:rPr lang="ja-JP" altLang="ja-JP" dirty="0"/>
              <a:t>REST APIs</a:t>
            </a:r>
          </a:p>
          <a:p>
            <a:pPr lvl="0" fontAlgn="t">
              <a:buFont typeface="Arial" panose="020B0604020202020204" pitchFamily="34" charset="0"/>
              <a:buChar char="•"/>
            </a:pPr>
            <a:r>
              <a:rPr lang="ja-JP" altLang="ja-JP" dirty="0"/>
              <a:t>Spring Security</a:t>
            </a:r>
          </a:p>
          <a:p>
            <a:pPr lvl="0" fontAlgn="t">
              <a:buFont typeface="Arial" panose="020B0604020202020204" pitchFamily="34" charset="0"/>
              <a:buChar char="•"/>
            </a:pPr>
            <a:r>
              <a:rPr lang="ja-JP" altLang="ja-JP" dirty="0"/>
              <a:t>Testing</a:t>
            </a:r>
          </a:p>
          <a:p>
            <a:pPr lvl="0" fontAlgn="t">
              <a:buFont typeface="Arial" panose="020B0604020202020204" pitchFamily="34" charset="0"/>
              <a:buChar char="•"/>
            </a:pPr>
            <a:r>
              <a:rPr lang="ja-JP" altLang="ja-JP" dirty="0"/>
              <a:t>AI-assisted Development</a:t>
            </a:r>
          </a:p>
          <a:p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238438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04BBD1-92E7-AFF2-9D60-3C7775B31F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ja-JP" altLang="ja-JP" dirty="0"/>
              <a:t>Mục tiêu khóa học</a:t>
            </a:r>
            <a:endParaRPr kumimoji="1" lang="ja-JP" alt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82F359-6F86-DAC2-A31A-885BF238D5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fontAlgn="t">
              <a:lnSpc>
                <a:spcPct val="100000"/>
              </a:lnSpc>
              <a:buNone/>
            </a:pPr>
            <a:r>
              <a:rPr lang="ja-JP" altLang="ja-JP" b="1" dirty="0"/>
              <a:t>Khóa học dành cho ai?</a:t>
            </a:r>
          </a:p>
          <a:p>
            <a:pPr lvl="0" fontAlgn="t">
              <a:buFont typeface="Arial" panose="020B0604020202020204" pitchFamily="34" charset="0"/>
              <a:buChar char="•"/>
            </a:pPr>
            <a:r>
              <a:rPr lang="ja-JP" altLang="ja-JP" dirty="0"/>
              <a:t>Đã biết Java cơ bản</a:t>
            </a:r>
          </a:p>
          <a:p>
            <a:pPr lvl="0" fontAlgn="t">
              <a:buFont typeface="Arial" panose="020B0604020202020204" pitchFamily="34" charset="0"/>
              <a:buChar char="•"/>
            </a:pPr>
            <a:r>
              <a:rPr lang="ja-JP" altLang="ja-JP" dirty="0"/>
              <a:t>Muốn học Backend với Spring Boot</a:t>
            </a:r>
          </a:p>
          <a:p>
            <a:pPr lvl="0" fontAlgn="t">
              <a:buFont typeface="Arial" panose="020B0604020202020204" pitchFamily="34" charset="0"/>
              <a:buChar char="•"/>
            </a:pPr>
            <a:r>
              <a:rPr lang="ja-JP" altLang="ja-JP" dirty="0"/>
              <a:t>Đang sử dụng AI để code nhưng chưa hiểu sâu</a:t>
            </a:r>
          </a:p>
          <a:p>
            <a:pPr lvl="0" fontAlgn="t">
              <a:buFont typeface="Arial" panose="020B0604020202020204" pitchFamily="34" charset="0"/>
              <a:buChar char="•"/>
            </a:pPr>
            <a:r>
              <a:rPr lang="ja-JP" altLang="ja-JP" dirty="0"/>
              <a:t>Chuẩn bị thực tập hoặc đi làm Backend Developer</a:t>
            </a:r>
          </a:p>
          <a:p>
            <a:endParaRPr kumimoji="1" lang="ja-JP" alt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F4E61B-58C4-99ED-5817-31F94AFE5BC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 altLang="ja-JP"/>
              <a:t>Page:</a:t>
            </a:r>
            <a:r>
              <a:rPr lang="ja-JP" altLang="en-US"/>
              <a:t> </a:t>
            </a:r>
            <a:fld id="{DC07468E-517B-4E9D-8840-A4568A307980}" type="slidenum">
              <a:rPr lang="en-US" altLang="ja-JP" smtClean="0"/>
              <a:pPr>
                <a:defRPr/>
              </a:pPr>
              <a:t>3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344666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E044A9-D9A7-C982-5BAB-9FB4E24FEA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ja-JP" altLang="ja-JP" b="1" dirty="0"/>
              <a:t>Kết quả đạt được</a:t>
            </a:r>
            <a:endParaRPr kumimoji="1" lang="ja-JP" alt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E86266-0F61-9AD1-37FA-2592CA418F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fontAlgn="t"/>
            <a:r>
              <a:rPr lang="ja-JP" altLang="ja-JP" dirty="0"/>
              <a:t>Xây dựng hệ thống HRM hoàn chỉnh</a:t>
            </a:r>
          </a:p>
          <a:p>
            <a:pPr fontAlgn="t"/>
            <a:r>
              <a:rPr lang="ja-JP" altLang="ja-JP" dirty="0"/>
              <a:t>Hiểu Spring Boot </a:t>
            </a:r>
            <a:endParaRPr lang="en-US" altLang="ja-JP" dirty="0"/>
          </a:p>
          <a:p>
            <a:pPr fontAlgn="t"/>
            <a:r>
              <a:rPr lang="ja-JP" altLang="ja-JP" dirty="0"/>
              <a:t>Biết dùng AI hiệu quả trong dự án thực tế</a:t>
            </a:r>
          </a:p>
          <a:p>
            <a:endParaRPr kumimoji="1" lang="ja-JP" alt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7642AD2-DAD7-E5BB-BE28-81C9238D4B5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 altLang="ja-JP"/>
              <a:t>Page:</a:t>
            </a:r>
            <a:r>
              <a:rPr lang="ja-JP" altLang="en-US"/>
              <a:t> </a:t>
            </a:r>
            <a:fld id="{DC07468E-517B-4E9D-8840-A4568A307980}" type="slidenum">
              <a:rPr lang="en-US" altLang="ja-JP" smtClean="0"/>
              <a:pPr>
                <a:defRPr/>
              </a:pPr>
              <a:t>4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20363859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289ECF-0D6C-2359-66F0-4A2F9442A8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ja-JP" altLang="ja-JP" dirty="0"/>
              <a:t>Vấn đề của lập trình viên thời AI</a:t>
            </a:r>
            <a:endParaRPr kumimoji="1" lang="ja-JP" alt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F424E7-B2D3-D223-9C9E-087A494A18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fontAlgn="t">
              <a:lnSpc>
                <a:spcPct val="100000"/>
              </a:lnSpc>
              <a:buNone/>
            </a:pPr>
            <a:r>
              <a:rPr lang="ja-JP" altLang="ja-JP" b="1" dirty="0"/>
              <a:t>Thực trạng</a:t>
            </a:r>
          </a:p>
          <a:p>
            <a:pPr fontAlgn="t">
              <a:lnSpc>
                <a:spcPct val="100000"/>
              </a:lnSpc>
              <a:buNone/>
            </a:pPr>
            <a:r>
              <a:rPr lang="ja-JP" altLang="ja-JP" dirty="0"/>
              <a:t>AI giúp code nhanh hơn rất nhiều.</a:t>
            </a:r>
          </a:p>
          <a:p>
            <a:pPr fontAlgn="t">
              <a:lnSpc>
                <a:spcPct val="100000"/>
              </a:lnSpc>
              <a:buNone/>
            </a:pPr>
            <a:r>
              <a:rPr lang="ja-JP" altLang="ja-JP" dirty="0"/>
              <a:t>Nhưng:</a:t>
            </a:r>
          </a:p>
          <a:p>
            <a:pPr lvl="0" fontAlgn="t">
              <a:buFont typeface="Arial" panose="020B0604020202020204" pitchFamily="34" charset="0"/>
              <a:buChar char="•"/>
            </a:pPr>
            <a:r>
              <a:rPr lang="ja-JP" altLang="ja-JP" dirty="0"/>
              <a:t>Không hiểu code AI sinh ra</a:t>
            </a:r>
          </a:p>
          <a:p>
            <a:pPr lvl="0" fontAlgn="t">
              <a:buFont typeface="Arial" panose="020B0604020202020204" pitchFamily="34" charset="0"/>
              <a:buChar char="•"/>
            </a:pPr>
            <a:r>
              <a:rPr lang="ja-JP" altLang="ja-JP" dirty="0"/>
              <a:t>Không debug được</a:t>
            </a:r>
          </a:p>
          <a:p>
            <a:pPr lvl="0" fontAlgn="t">
              <a:buFont typeface="Arial" panose="020B0604020202020204" pitchFamily="34" charset="0"/>
              <a:buChar char="•"/>
            </a:pPr>
            <a:r>
              <a:rPr lang="ja-JP" altLang="ja-JP" dirty="0"/>
              <a:t>Không sửa được bug production</a:t>
            </a:r>
          </a:p>
          <a:p>
            <a:pPr lvl="0" fontAlgn="t">
              <a:buFont typeface="Arial" panose="020B0604020202020204" pitchFamily="34" charset="0"/>
              <a:buChar char="•"/>
            </a:pPr>
            <a:r>
              <a:rPr lang="ja-JP" altLang="ja-JP" dirty="0"/>
              <a:t>Không giải thích được khi phỏng vấn</a:t>
            </a:r>
            <a:endParaRPr lang="en-US" altLang="ja-JP" dirty="0"/>
          </a:p>
          <a:p>
            <a:pPr fontAlgn="t">
              <a:lnSpc>
                <a:spcPct val="100000"/>
              </a:lnSpc>
              <a:buNone/>
            </a:pPr>
            <a:r>
              <a:rPr lang="en-US" altLang="ja-JP" dirty="0">
                <a:sym typeface="Wingdings" panose="05000000000000000000" pitchFamily="2" charset="2"/>
              </a:rPr>
              <a:t> </a:t>
            </a:r>
            <a:r>
              <a:rPr lang="ja-JP" altLang="ja-JP" b="1" dirty="0"/>
              <a:t>Nghịch lý</a:t>
            </a:r>
          </a:p>
          <a:p>
            <a:pPr fontAlgn="t">
              <a:lnSpc>
                <a:spcPct val="100000"/>
              </a:lnSpc>
              <a:buNone/>
            </a:pPr>
            <a:r>
              <a:rPr lang="ja-JP" altLang="ja-JP" b="1" dirty="0"/>
              <a:t>Tốc độ tăng nhưng hiểu biết không tăng theo</a:t>
            </a:r>
            <a:endParaRPr lang="ja-JP" altLang="ja-JP" dirty="0"/>
          </a:p>
          <a:p>
            <a:pPr lvl="0" fontAlgn="t">
              <a:buFont typeface="Arial" panose="020B0604020202020204" pitchFamily="34" charset="0"/>
              <a:buChar char="•"/>
            </a:pPr>
            <a:endParaRPr lang="ja-JP" altLang="ja-JP" dirty="0"/>
          </a:p>
          <a:p>
            <a:endParaRPr kumimoji="1" lang="ja-JP" alt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2AFE10-AF6A-C3E8-D6F1-93B31528BF0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 altLang="ja-JP"/>
              <a:t>Page:</a:t>
            </a:r>
            <a:r>
              <a:rPr lang="ja-JP" altLang="en-US"/>
              <a:t> </a:t>
            </a:r>
            <a:fld id="{DC07468E-517B-4E9D-8840-A4568A307980}" type="slidenum">
              <a:rPr lang="en-US" altLang="ja-JP" smtClean="0"/>
              <a:pPr>
                <a:defRPr/>
              </a:pPr>
              <a:t>5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324031045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14004C-3DE8-A403-557A-F4B01C6475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ja-JP" altLang="ja-JP" dirty="0"/>
              <a:t>AI làm được gì?</a:t>
            </a:r>
            <a:endParaRPr kumimoji="1" lang="ja-JP" alt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51074C-F6D0-D719-4661-E90063CDB8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fontAlgn="t">
              <a:lnSpc>
                <a:spcPct val="100000"/>
              </a:lnSpc>
              <a:buNone/>
            </a:pPr>
            <a:r>
              <a:rPr lang="ja-JP" altLang="ja-JP" b="1" dirty="0"/>
              <a:t>Điểm mạnh</a:t>
            </a:r>
          </a:p>
          <a:p>
            <a:pPr lvl="0" fontAlgn="t">
              <a:buFont typeface="Arial" panose="020B0604020202020204" pitchFamily="34" charset="0"/>
              <a:buChar char="•"/>
            </a:pPr>
            <a:r>
              <a:rPr lang="ja-JP" altLang="ja-JP" dirty="0"/>
              <a:t>Generate boilerplate code</a:t>
            </a:r>
          </a:p>
          <a:p>
            <a:pPr lvl="0" fontAlgn="t">
              <a:buFont typeface="Arial" panose="020B0604020202020204" pitchFamily="34" charset="0"/>
              <a:buChar char="•"/>
            </a:pPr>
            <a:r>
              <a:rPr lang="ja-JP" altLang="ja-JP" dirty="0"/>
              <a:t>CRUD nhanh</a:t>
            </a:r>
          </a:p>
          <a:p>
            <a:pPr lvl="0" fontAlgn="t">
              <a:buFont typeface="Arial" panose="020B0604020202020204" pitchFamily="34" charset="0"/>
              <a:buChar char="•"/>
            </a:pPr>
            <a:r>
              <a:rPr lang="ja-JP" altLang="ja-JP" dirty="0"/>
              <a:t>Explain code</a:t>
            </a:r>
          </a:p>
          <a:p>
            <a:pPr lvl="0" fontAlgn="t">
              <a:buFont typeface="Arial" panose="020B0604020202020204" pitchFamily="34" charset="0"/>
              <a:buChar char="•"/>
            </a:pPr>
            <a:r>
              <a:rPr lang="ja-JP" altLang="ja-JP" dirty="0"/>
              <a:t>Viết Unit Test cơ bản</a:t>
            </a:r>
          </a:p>
          <a:p>
            <a:pPr lvl="0" fontAlgn="t">
              <a:buFont typeface="Arial" panose="020B0604020202020204" pitchFamily="34" charset="0"/>
              <a:buChar char="•"/>
            </a:pPr>
            <a:r>
              <a:rPr lang="ja-JP" altLang="ja-JP" dirty="0"/>
              <a:t>Hỗ trợ fix lỗi phổ biến</a:t>
            </a:r>
          </a:p>
          <a:p>
            <a:pPr fontAlgn="t">
              <a:lnSpc>
                <a:spcPct val="100000"/>
              </a:lnSpc>
              <a:buNone/>
            </a:pPr>
            <a:r>
              <a:rPr lang="ja-JP" altLang="ja-JP" b="1" dirty="0"/>
              <a:t>Giá trị</a:t>
            </a:r>
          </a:p>
          <a:p>
            <a:pPr fontAlgn="t">
              <a:lnSpc>
                <a:spcPct val="100000"/>
              </a:lnSpc>
              <a:buNone/>
            </a:pPr>
            <a:r>
              <a:rPr lang="ja-JP" altLang="ja-JP" dirty="0"/>
              <a:t>⏱ Tăng tốc phát triển phần mềm</a:t>
            </a:r>
          </a:p>
          <a:p>
            <a:endParaRPr kumimoji="1" lang="ja-JP" alt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F3DBD5-8A6C-651C-C2C4-24518CF21FC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 altLang="ja-JP"/>
              <a:t>Page:</a:t>
            </a:r>
            <a:r>
              <a:rPr lang="ja-JP" altLang="en-US"/>
              <a:t> </a:t>
            </a:r>
            <a:fld id="{DC07468E-517B-4E9D-8840-A4568A307980}" type="slidenum">
              <a:rPr lang="en-US" altLang="ja-JP" smtClean="0"/>
              <a:pPr>
                <a:defRPr/>
              </a:pPr>
              <a:t>6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342003605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A80DDD-F48F-BA98-12F5-DE45A5316B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ja-JP" altLang="ja-JP" dirty="0"/>
              <a:t>AI chưa làm được gì?</a:t>
            </a:r>
            <a:endParaRPr kumimoji="1" lang="ja-JP" alt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B8CE86-4540-00F5-416B-36CF73C01A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fontAlgn="t">
              <a:lnSpc>
                <a:spcPct val="100000"/>
              </a:lnSpc>
              <a:buNone/>
            </a:pPr>
            <a:r>
              <a:rPr lang="ja-JP" altLang="ja-JP" b="1" dirty="0"/>
              <a:t>Hạn chế</a:t>
            </a:r>
          </a:p>
          <a:p>
            <a:pPr lvl="0" fontAlgn="t">
              <a:buFont typeface="Arial" panose="020B0604020202020204" pitchFamily="34" charset="0"/>
              <a:buChar char="•"/>
            </a:pPr>
            <a:r>
              <a:rPr lang="ja-JP" altLang="ja-JP" dirty="0"/>
              <a:t>Không hiểu business context</a:t>
            </a:r>
          </a:p>
          <a:p>
            <a:pPr lvl="0" fontAlgn="t">
              <a:buFont typeface="Arial" panose="020B0604020202020204" pitchFamily="34" charset="0"/>
              <a:buChar char="•"/>
            </a:pPr>
            <a:r>
              <a:rPr lang="ja-JP" altLang="ja-JP" dirty="0"/>
              <a:t>Không hiểu toàn bộ hệ thống</a:t>
            </a:r>
          </a:p>
          <a:p>
            <a:pPr lvl="0" fontAlgn="t">
              <a:buFont typeface="Arial" panose="020B0604020202020204" pitchFamily="34" charset="0"/>
              <a:buChar char="•"/>
            </a:pPr>
            <a:r>
              <a:rPr lang="ja-JP" altLang="ja-JP" dirty="0"/>
              <a:t>Không tự phát hiện lỗi kiến trúc</a:t>
            </a:r>
          </a:p>
          <a:p>
            <a:pPr lvl="0" fontAlgn="t">
              <a:buFont typeface="Arial" panose="020B0604020202020204" pitchFamily="34" charset="0"/>
              <a:buChar char="•"/>
            </a:pPr>
            <a:r>
              <a:rPr lang="ja-JP" altLang="ja-JP" dirty="0"/>
              <a:t>Không đảm bảo bảo mật</a:t>
            </a:r>
          </a:p>
          <a:p>
            <a:pPr lvl="0" fontAlgn="t">
              <a:buFont typeface="Arial" panose="020B0604020202020204" pitchFamily="34" charset="0"/>
              <a:buChar char="•"/>
            </a:pPr>
            <a:r>
              <a:rPr lang="ja-JP" altLang="ja-JP" dirty="0"/>
              <a:t>Không xử lý tốt lỗi phức tạp nhiều module</a:t>
            </a:r>
          </a:p>
          <a:p>
            <a:pPr fontAlgn="t">
              <a:lnSpc>
                <a:spcPct val="100000"/>
              </a:lnSpc>
              <a:buNone/>
            </a:pPr>
            <a:r>
              <a:rPr lang="ja-JP" altLang="ja-JP" b="1" dirty="0"/>
              <a:t>Kết luận</a:t>
            </a:r>
          </a:p>
          <a:p>
            <a:pPr fontAlgn="t">
              <a:lnSpc>
                <a:spcPct val="100000"/>
              </a:lnSpc>
              <a:buNone/>
            </a:pPr>
            <a:r>
              <a:rPr lang="ja-JP" altLang="ja-JP" dirty="0"/>
              <a:t>AI tạo code tốt</a:t>
            </a:r>
          </a:p>
          <a:p>
            <a:pPr fontAlgn="t">
              <a:lnSpc>
                <a:spcPct val="100000"/>
              </a:lnSpc>
              <a:buNone/>
            </a:pPr>
            <a:r>
              <a:rPr lang="en-US" altLang="ja-JP" dirty="0">
                <a:sym typeface="Wingdings" panose="05000000000000000000" pitchFamily="2" charset="2"/>
              </a:rPr>
              <a:t></a:t>
            </a:r>
            <a:r>
              <a:rPr lang="ja-JP" altLang="ja-JP" dirty="0"/>
              <a:t>Nhưng không chịu trách nhiệm chất lượng code</a:t>
            </a:r>
          </a:p>
          <a:p>
            <a:endParaRPr kumimoji="1" lang="ja-JP" alt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33654C-E6F1-B0EC-5577-E05ADB1F44E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 altLang="ja-JP"/>
              <a:t>Page:</a:t>
            </a:r>
            <a:r>
              <a:rPr lang="ja-JP" altLang="en-US"/>
              <a:t> </a:t>
            </a:r>
            <a:fld id="{DC07468E-517B-4E9D-8840-A4568A307980}" type="slidenum">
              <a:rPr lang="en-US" altLang="ja-JP" smtClean="0"/>
              <a:pPr>
                <a:defRPr/>
              </a:pPr>
              <a:t>7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193554826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9E91FE-3DE9-3A90-61F6-6CBA2C757C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ja-JP" altLang="ja-JP" dirty="0"/>
              <a:t>Tư duy mới của Developer</a:t>
            </a:r>
            <a:endParaRPr kumimoji="1" lang="ja-JP" alt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558E3A-9E34-2404-9358-89FD1B65A5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fontAlgn="t">
              <a:lnSpc>
                <a:spcPct val="100000"/>
              </a:lnSpc>
              <a:buNone/>
            </a:pPr>
            <a:r>
              <a:rPr lang="ja-JP" altLang="ja-JP" b="1" dirty="0"/>
              <a:t>Trước đây</a:t>
            </a:r>
          </a:p>
          <a:p>
            <a:pPr fontAlgn="t"/>
            <a:r>
              <a:rPr lang="ja-JP" altLang="ja-JP" dirty="0"/>
              <a:t>Developer = Người viết code</a:t>
            </a:r>
          </a:p>
          <a:p>
            <a:pPr fontAlgn="t">
              <a:lnSpc>
                <a:spcPct val="100000"/>
              </a:lnSpc>
              <a:buNone/>
            </a:pPr>
            <a:r>
              <a:rPr lang="ja-JP" altLang="ja-JP" b="1" dirty="0"/>
              <a:t>Bây giờ</a:t>
            </a:r>
          </a:p>
          <a:p>
            <a:pPr fontAlgn="t"/>
            <a:r>
              <a:rPr lang="ja-JP" altLang="ja-JP" dirty="0"/>
              <a:t>Developer = Người kiểm soát code</a:t>
            </a:r>
          </a:p>
          <a:p>
            <a:pPr fontAlgn="t">
              <a:lnSpc>
                <a:spcPct val="100000"/>
              </a:lnSpc>
              <a:buNone/>
            </a:pPr>
            <a:r>
              <a:rPr lang="ja-JP" altLang="ja-JP" b="1" dirty="0"/>
              <a:t>Kỹ năng quan trọng</a:t>
            </a:r>
          </a:p>
          <a:p>
            <a:pPr lvl="0" fontAlgn="t">
              <a:buFont typeface="Arial" panose="020B0604020202020204" pitchFamily="34" charset="0"/>
              <a:buChar char="•"/>
            </a:pPr>
            <a:r>
              <a:rPr lang="ja-JP" altLang="ja-JP" dirty="0"/>
              <a:t>Đọc hiểu</a:t>
            </a:r>
          </a:p>
          <a:p>
            <a:pPr lvl="0" fontAlgn="t">
              <a:buFont typeface="Arial" panose="020B0604020202020204" pitchFamily="34" charset="0"/>
              <a:buChar char="•"/>
            </a:pPr>
            <a:r>
              <a:rPr lang="ja-JP" altLang="ja-JP" dirty="0"/>
              <a:t>Verify</a:t>
            </a:r>
          </a:p>
          <a:p>
            <a:pPr lvl="0" fontAlgn="t">
              <a:buFont typeface="Arial" panose="020B0604020202020204" pitchFamily="34" charset="0"/>
              <a:buChar char="•"/>
            </a:pPr>
            <a:r>
              <a:rPr lang="ja-JP" altLang="ja-JP" dirty="0"/>
              <a:t>Debug</a:t>
            </a:r>
          </a:p>
          <a:p>
            <a:pPr lvl="0" fontAlgn="t">
              <a:buFont typeface="Arial" panose="020B0604020202020204" pitchFamily="34" charset="0"/>
              <a:buChar char="•"/>
            </a:pPr>
            <a:r>
              <a:rPr lang="ja-JP" altLang="ja-JP" dirty="0"/>
              <a:t>Ra quyết định</a:t>
            </a:r>
          </a:p>
          <a:p>
            <a:endParaRPr kumimoji="1" lang="ja-JP" alt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5A2A33-9B4B-4C07-F4EE-DAE96099011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 altLang="ja-JP"/>
              <a:t>Page:</a:t>
            </a:r>
            <a:r>
              <a:rPr lang="ja-JP" altLang="en-US"/>
              <a:t> </a:t>
            </a:r>
            <a:fld id="{DC07468E-517B-4E9D-8840-A4568A307980}" type="slidenum">
              <a:rPr lang="en-US" altLang="ja-JP" smtClean="0"/>
              <a:pPr>
                <a:defRPr/>
              </a:pPr>
              <a:t>8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231866787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4143A2-D20D-70B9-2AB4-48182CAB4C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ja-JP" altLang="ja-JP" dirty="0"/>
              <a:t>Vibe Coding là gì?</a:t>
            </a:r>
            <a:endParaRPr kumimoji="1" lang="ja-JP" alt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8B73BE-6C1F-4804-E24E-B6E4D89A66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fontAlgn="t">
              <a:lnSpc>
                <a:spcPct val="100000"/>
              </a:lnSpc>
              <a:buNone/>
            </a:pPr>
            <a:r>
              <a:rPr lang="ja-JP" altLang="ja-JP" b="1" dirty="0"/>
              <a:t>Khái niệm</a:t>
            </a:r>
          </a:p>
          <a:p>
            <a:pPr fontAlgn="t"/>
            <a:r>
              <a:rPr lang="ja-JP" altLang="ja-JP" dirty="0"/>
              <a:t>Người dùng mô tả yêu cầu</a:t>
            </a:r>
          </a:p>
          <a:p>
            <a:pPr marL="0" indent="0" fontAlgn="t">
              <a:buNone/>
            </a:pPr>
            <a:r>
              <a:rPr lang="en-US" altLang="ja-JP" dirty="0"/>
              <a:t>	</a:t>
            </a:r>
            <a:r>
              <a:rPr lang="ja-JP" altLang="ja-JP" dirty="0"/>
              <a:t>↓</a:t>
            </a:r>
          </a:p>
          <a:p>
            <a:pPr fontAlgn="t"/>
            <a:r>
              <a:rPr lang="ja-JP" altLang="ja-JP" dirty="0"/>
              <a:t>AI sinh mã nguồn</a:t>
            </a:r>
          </a:p>
          <a:p>
            <a:pPr marL="0" indent="0" fontAlgn="t">
              <a:buNone/>
            </a:pPr>
            <a:r>
              <a:rPr lang="en-US" altLang="ja-JP" dirty="0"/>
              <a:t>	</a:t>
            </a:r>
            <a:r>
              <a:rPr lang="ja-JP" altLang="ja-JP" dirty="0"/>
              <a:t>↓</a:t>
            </a:r>
          </a:p>
          <a:p>
            <a:pPr fontAlgn="t"/>
            <a:r>
              <a:rPr lang="ja-JP" altLang="ja-JP" dirty="0"/>
              <a:t>Chạy thử</a:t>
            </a:r>
          </a:p>
          <a:p>
            <a:pPr marL="0" indent="0" fontAlgn="t">
              <a:buNone/>
            </a:pPr>
            <a:r>
              <a:rPr lang="en-US" altLang="ja-JP" dirty="0"/>
              <a:t>	</a:t>
            </a:r>
            <a:r>
              <a:rPr lang="ja-JP" altLang="ja-JP" dirty="0"/>
              <a:t>↓</a:t>
            </a:r>
          </a:p>
          <a:p>
            <a:pPr fontAlgn="t"/>
            <a:r>
              <a:rPr lang="ja-JP" altLang="ja-JP" dirty="0"/>
              <a:t>Sửa prompt</a:t>
            </a:r>
          </a:p>
          <a:p>
            <a:pPr marL="0" indent="0" fontAlgn="t">
              <a:buNone/>
            </a:pPr>
            <a:r>
              <a:rPr lang="en-US" altLang="ja-JP" dirty="0"/>
              <a:t>	</a:t>
            </a:r>
            <a:r>
              <a:rPr lang="ja-JP" altLang="ja-JP" dirty="0"/>
              <a:t>↓</a:t>
            </a:r>
          </a:p>
          <a:p>
            <a:pPr fontAlgn="t"/>
            <a:r>
              <a:rPr lang="ja-JP" altLang="ja-JP" dirty="0"/>
              <a:t>Lặp lại</a:t>
            </a:r>
          </a:p>
          <a:p>
            <a:pPr fontAlgn="t">
              <a:lnSpc>
                <a:spcPct val="100000"/>
              </a:lnSpc>
              <a:buNone/>
            </a:pPr>
            <a:r>
              <a:rPr lang="ja-JP" altLang="ja-JP" b="1" dirty="0"/>
              <a:t>Mục tiêu</a:t>
            </a:r>
          </a:p>
          <a:p>
            <a:pPr fontAlgn="t"/>
            <a:r>
              <a:rPr lang="ja-JP" altLang="ja-JP" dirty="0"/>
              <a:t>Tăng tốc xây dựng phần mềm</a:t>
            </a:r>
          </a:p>
          <a:p>
            <a:endParaRPr kumimoji="1" lang="ja-JP" alt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E8E022-84F0-EE89-DA0A-8A0ABAE602B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 altLang="ja-JP"/>
              <a:t>Page:</a:t>
            </a:r>
            <a:r>
              <a:rPr lang="ja-JP" altLang="en-US"/>
              <a:t> </a:t>
            </a:r>
            <a:fld id="{DC07468E-517B-4E9D-8840-A4568A307980}" type="slidenum">
              <a:rPr lang="en-US" altLang="ja-JP" smtClean="0"/>
              <a:pPr>
                <a:defRPr/>
              </a:pPr>
              <a:t>9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219884818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09C19F-CD19-94C1-C401-D7929890DD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ja-JP" altLang="ja-JP" dirty="0"/>
              <a:t>Pure Vibe Coding vs Fundamental-Driven</a:t>
            </a:r>
            <a:endParaRPr kumimoji="1" lang="ja-JP" altLang="en-US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FE3E4927-EAC8-E9AF-5C36-C79C8FA73D2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580387438"/>
              </p:ext>
            </p:extLst>
          </p:nvPr>
        </p:nvGraphicFramePr>
        <p:xfrm>
          <a:off x="128464" y="1447800"/>
          <a:ext cx="9648824" cy="224080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824412">
                  <a:extLst>
                    <a:ext uri="{9D8B030D-6E8A-4147-A177-3AD203B41FA5}">
                      <a16:colId xmlns:a16="http://schemas.microsoft.com/office/drawing/2014/main" val="612806650"/>
                    </a:ext>
                  </a:extLst>
                </a:gridCol>
                <a:gridCol w="4824412">
                  <a:extLst>
                    <a:ext uri="{9D8B030D-6E8A-4147-A177-3AD203B41FA5}">
                      <a16:colId xmlns:a16="http://schemas.microsoft.com/office/drawing/2014/main" val="243366311"/>
                    </a:ext>
                  </a:extLst>
                </a:gridCol>
              </a:tblGrid>
              <a:tr h="36183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sz="1800" dirty="0">
                          <a:solidFill>
                            <a:srgbClr val="FF0000"/>
                          </a:solidFill>
                          <a:effectLst/>
                        </a:rPr>
                        <a:t>Pure Vibe</a:t>
                      </a:r>
                    </a:p>
                  </a:txBody>
                  <a:tcPr marL="90458" marR="90458" marT="45229" marB="45229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sz="1800" dirty="0">
                          <a:solidFill>
                            <a:srgbClr val="FF0000"/>
                          </a:solidFill>
                          <a:effectLst/>
                        </a:rPr>
                        <a:t>Fundamental</a:t>
                      </a:r>
                      <a:r>
                        <a:rPr lang="en-US" altLang="ja-JP" sz="1800" dirty="0">
                          <a:solidFill>
                            <a:srgbClr val="FF0000"/>
                          </a:solidFill>
                          <a:effectLst/>
                        </a:rPr>
                        <a:t> Driven</a:t>
                      </a:r>
                      <a:endParaRPr lang="ja-JP" sz="1800" dirty="0">
                        <a:solidFill>
                          <a:srgbClr val="FF0000"/>
                        </a:solidFill>
                        <a:effectLst/>
                      </a:endParaRPr>
                    </a:p>
                  </a:txBody>
                  <a:tcPr marL="90458" marR="90458" marT="45229" marB="45229" anchor="ctr"/>
                </a:tc>
                <a:extLst>
                  <a:ext uri="{0D108BD9-81ED-4DB2-BD59-A6C34878D82A}">
                    <a16:rowId xmlns:a16="http://schemas.microsoft.com/office/drawing/2014/main" val="4084575394"/>
                  </a:ext>
                </a:extLst>
              </a:tr>
              <a:tr h="36183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sz="1800">
                          <a:effectLst/>
                        </a:rPr>
                        <a:t>Nhanh</a:t>
                      </a:r>
                    </a:p>
                  </a:txBody>
                  <a:tcPr marL="90458" marR="90458" marT="45229" marB="45229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sz="1800" dirty="0">
                          <a:effectLst/>
                        </a:rPr>
                        <a:t>Nhanh</a:t>
                      </a:r>
                    </a:p>
                  </a:txBody>
                  <a:tcPr marL="90458" marR="90458" marT="45229" marB="45229" anchor="ctr"/>
                </a:tc>
                <a:extLst>
                  <a:ext uri="{0D108BD9-81ED-4DB2-BD59-A6C34878D82A}">
                    <a16:rowId xmlns:a16="http://schemas.microsoft.com/office/drawing/2014/main" val="531616216"/>
                  </a:ext>
                </a:extLst>
              </a:tr>
              <a:tr h="36183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sz="1800">
                          <a:effectLst/>
                        </a:rPr>
                        <a:t>Không hiểu code</a:t>
                      </a:r>
                    </a:p>
                  </a:txBody>
                  <a:tcPr marL="90458" marR="90458" marT="45229" marB="45229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sz="1800">
                          <a:effectLst/>
                        </a:rPr>
                        <a:t>Hiểu code</a:t>
                      </a:r>
                    </a:p>
                  </a:txBody>
                  <a:tcPr marL="90458" marR="90458" marT="45229" marB="45229" anchor="ctr"/>
                </a:tc>
                <a:extLst>
                  <a:ext uri="{0D108BD9-81ED-4DB2-BD59-A6C34878D82A}">
                    <a16:rowId xmlns:a16="http://schemas.microsoft.com/office/drawing/2014/main" val="208397913"/>
                  </a:ext>
                </a:extLst>
              </a:tr>
              <a:tr h="36183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sz="1800">
                          <a:effectLst/>
                        </a:rPr>
                        <a:t>Khó debug</a:t>
                      </a:r>
                    </a:p>
                  </a:txBody>
                  <a:tcPr marL="90458" marR="90458" marT="45229" marB="45229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sz="1800">
                          <a:effectLst/>
                        </a:rPr>
                        <a:t>Debug được</a:t>
                      </a:r>
                    </a:p>
                  </a:txBody>
                  <a:tcPr marL="90458" marR="90458" marT="45229" marB="45229" anchor="ctr"/>
                </a:tc>
                <a:extLst>
                  <a:ext uri="{0D108BD9-81ED-4DB2-BD59-A6C34878D82A}">
                    <a16:rowId xmlns:a16="http://schemas.microsoft.com/office/drawing/2014/main" val="2189246139"/>
                  </a:ext>
                </a:extLst>
              </a:tr>
              <a:tr h="36183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sz="1800">
                          <a:effectLst/>
                        </a:rPr>
                        <a:t>Khó maintain</a:t>
                      </a:r>
                    </a:p>
                  </a:txBody>
                  <a:tcPr marL="90458" marR="90458" marT="45229" marB="45229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sz="1800">
                          <a:effectLst/>
                        </a:rPr>
                        <a:t>Maintain tốt</a:t>
                      </a:r>
                    </a:p>
                  </a:txBody>
                  <a:tcPr marL="90458" marR="90458" marT="45229" marB="45229" anchor="ctr"/>
                </a:tc>
                <a:extLst>
                  <a:ext uri="{0D108BD9-81ED-4DB2-BD59-A6C34878D82A}">
                    <a16:rowId xmlns:a16="http://schemas.microsoft.com/office/drawing/2014/main" val="2661910124"/>
                  </a:ext>
                </a:extLst>
              </a:tr>
              <a:tr h="41340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sz="1800" dirty="0">
                          <a:effectLst/>
                        </a:rPr>
                        <a:t>Prototype</a:t>
                      </a:r>
                    </a:p>
                  </a:txBody>
                  <a:tcPr marL="90458" marR="90458" marT="45229" marB="45229" anchor="ctr"/>
                </a:tc>
                <a:tc>
                  <a:txBody>
                    <a:bodyPr/>
                    <a:lstStyle/>
                    <a:p>
                      <a:pPr algn="ctr" fontAlgn="t">
                        <a:lnSpc>
                          <a:spcPct val="119048"/>
                        </a:lnSpc>
                        <a:buNone/>
                      </a:pPr>
                      <a:r>
                        <a:rPr lang="ja-JP" sz="1800" dirty="0">
                          <a:effectLst/>
                        </a:rPr>
                        <a:t>Production</a:t>
                      </a:r>
                      <a:endParaRPr lang="ja-JP" sz="1000" b="0" i="0" dirty="0"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0458" marR="90458" marT="45229" marB="45229" anchor="ctr"/>
                </a:tc>
                <a:extLst>
                  <a:ext uri="{0D108BD9-81ED-4DB2-BD59-A6C34878D82A}">
                    <a16:rowId xmlns:a16="http://schemas.microsoft.com/office/drawing/2014/main" val="929811593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822BA2-853E-914B-FFE8-03EDF2FB353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 altLang="ja-JP"/>
              <a:t>Page:</a:t>
            </a:r>
            <a:r>
              <a:rPr lang="ja-JP" altLang="en-US"/>
              <a:t> </a:t>
            </a:r>
            <a:fld id="{DC07468E-517B-4E9D-8840-A4568A307980}" type="slidenum">
              <a:rPr lang="en-US" altLang="ja-JP" smtClean="0"/>
              <a:pPr>
                <a:defRPr/>
              </a:pPr>
              <a:t>10</a:t>
            </a:fld>
            <a:endParaRPr lang="en-US" altLang="ja-JP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DCA568D-3226-AAF4-8364-687EE8CAB770}"/>
              </a:ext>
            </a:extLst>
          </p:cNvPr>
          <p:cNvSpPr txBox="1"/>
          <p:nvPr/>
        </p:nvSpPr>
        <p:spPr>
          <a:xfrm>
            <a:off x="128464" y="4495800"/>
            <a:ext cx="9015536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t">
              <a:lnSpc>
                <a:spcPct val="100000"/>
              </a:lnSpc>
              <a:buNone/>
            </a:pPr>
            <a:r>
              <a:rPr lang="ja-JP" altLang="ja-JP" sz="2000" b="1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Khuyến nghị</a:t>
            </a:r>
          </a:p>
          <a:p>
            <a:pPr fontAlgn="t">
              <a:lnSpc>
                <a:spcPct val="100000"/>
              </a:lnSpc>
              <a:buNone/>
            </a:pPr>
            <a:r>
              <a:rPr lang="ja-JP" altLang="ja-JP" sz="2000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Production ⇒ Fundamental Driven</a:t>
            </a:r>
          </a:p>
        </p:txBody>
      </p:sp>
    </p:spTree>
    <p:extLst>
      <p:ext uri="{BB962C8B-B14F-4D97-AF65-F5344CB8AC3E}">
        <p14:creationId xmlns:p14="http://schemas.microsoft.com/office/powerpoint/2010/main" val="151565612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7CA2EF-F3C4-C504-CBFF-3EF182059F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ja-JP" altLang="ja-JP" dirty="0"/>
              <a:t>Triết lý khóa học</a:t>
            </a:r>
            <a:endParaRPr kumimoji="1" lang="ja-JP" alt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B7B0C6-E071-941C-76AE-0362434DCC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fontAlgn="t">
              <a:lnSpc>
                <a:spcPct val="100000"/>
              </a:lnSpc>
              <a:buNone/>
            </a:pPr>
            <a:r>
              <a:rPr lang="ja-JP" altLang="ja-JP" b="1" dirty="0"/>
              <a:t>Fundamental-driven Vibe Coding</a:t>
            </a:r>
          </a:p>
          <a:p>
            <a:pPr fontAlgn="t">
              <a:lnSpc>
                <a:spcPct val="100000"/>
              </a:lnSpc>
              <a:buNone/>
            </a:pPr>
            <a:r>
              <a:rPr lang="ja-JP" altLang="ja-JP" dirty="0"/>
              <a:t>AI làm phần:</a:t>
            </a:r>
          </a:p>
          <a:p>
            <a:pPr lvl="0" fontAlgn="t">
              <a:buFont typeface="Arial" panose="020B0604020202020204" pitchFamily="34" charset="0"/>
              <a:buChar char="•"/>
            </a:pPr>
            <a:r>
              <a:rPr lang="ja-JP" altLang="ja-JP" dirty="0"/>
              <a:t>Generate code</a:t>
            </a:r>
          </a:p>
          <a:p>
            <a:pPr fontAlgn="t">
              <a:lnSpc>
                <a:spcPct val="100000"/>
              </a:lnSpc>
              <a:buNone/>
            </a:pPr>
            <a:r>
              <a:rPr lang="ja-JP" altLang="ja-JP" dirty="0"/>
              <a:t>Con người làm phần:</a:t>
            </a:r>
          </a:p>
          <a:p>
            <a:pPr lvl="0" fontAlgn="t">
              <a:buFont typeface="Arial" panose="020B0604020202020204" pitchFamily="34" charset="0"/>
              <a:buChar char="•"/>
            </a:pPr>
            <a:r>
              <a:rPr lang="ja-JP" altLang="ja-JP" dirty="0"/>
              <a:t>Thiết kế</a:t>
            </a:r>
          </a:p>
          <a:p>
            <a:pPr lvl="0" fontAlgn="t">
              <a:buFont typeface="Arial" panose="020B0604020202020204" pitchFamily="34" charset="0"/>
              <a:buChar char="•"/>
            </a:pPr>
            <a:r>
              <a:rPr lang="ja-JP" altLang="ja-JP" dirty="0"/>
              <a:t>Review</a:t>
            </a:r>
          </a:p>
          <a:p>
            <a:pPr lvl="0" fontAlgn="t">
              <a:buFont typeface="Arial" panose="020B0604020202020204" pitchFamily="34" charset="0"/>
              <a:buChar char="•"/>
            </a:pPr>
            <a:r>
              <a:rPr lang="ja-JP" altLang="ja-JP" dirty="0"/>
              <a:t>Verify</a:t>
            </a:r>
          </a:p>
          <a:p>
            <a:pPr lvl="0" fontAlgn="t">
              <a:buFont typeface="Arial" panose="020B0604020202020204" pitchFamily="34" charset="0"/>
              <a:buChar char="•"/>
            </a:pPr>
            <a:r>
              <a:rPr lang="ja-JP" altLang="ja-JP" dirty="0"/>
              <a:t>Debug</a:t>
            </a:r>
          </a:p>
          <a:p>
            <a:pPr fontAlgn="t">
              <a:lnSpc>
                <a:spcPct val="100000"/>
              </a:lnSpc>
              <a:buNone/>
            </a:pPr>
            <a:r>
              <a:rPr lang="ja-JP" altLang="ja-JP" b="1" dirty="0"/>
              <a:t>Câu nói cốt lõi</a:t>
            </a:r>
          </a:p>
          <a:p>
            <a:pPr fontAlgn="t">
              <a:lnSpc>
                <a:spcPct val="100000"/>
              </a:lnSpc>
              <a:buNone/>
            </a:pPr>
            <a:r>
              <a:rPr lang="ja-JP" altLang="ja-JP" b="1" dirty="0"/>
              <a:t>Bạn là kiến trúc sư, AI là thợ xây</a:t>
            </a:r>
            <a:endParaRPr lang="ja-JP" altLang="ja-JP" dirty="0"/>
          </a:p>
          <a:p>
            <a:endParaRPr kumimoji="1" lang="ja-JP" alt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C650F8-1078-9EB6-36E7-F922371F2E7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 altLang="ja-JP"/>
              <a:t>Page:</a:t>
            </a:r>
            <a:r>
              <a:rPr lang="ja-JP" altLang="en-US"/>
              <a:t> </a:t>
            </a:r>
            <a:fld id="{DC07468E-517B-4E9D-8840-A4568A307980}" type="slidenum">
              <a:rPr lang="en-US" altLang="ja-JP" smtClean="0"/>
              <a:pPr>
                <a:defRPr/>
              </a:pPr>
              <a:t>11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329535628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4A1C1A-09D2-6F21-59C3-4F4DEF8A64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ja-JP" altLang="ja-JP" dirty="0"/>
              <a:t>Workflow chuẩn</a:t>
            </a:r>
            <a:endParaRPr kumimoji="1" lang="ja-JP" alt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73D15F-48FD-A2AF-3F61-0312B16799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fontAlgn="t">
              <a:lnSpc>
                <a:spcPct val="100000"/>
              </a:lnSpc>
              <a:buNone/>
            </a:pPr>
            <a:r>
              <a:rPr lang="ja-JP" altLang="ja-JP" b="1" dirty="0"/>
              <a:t>4 bước</a:t>
            </a:r>
          </a:p>
          <a:p>
            <a:pPr fontAlgn="t">
              <a:lnSpc>
                <a:spcPct val="100000"/>
              </a:lnSpc>
              <a:buNone/>
            </a:pPr>
            <a:r>
              <a:rPr lang="ja-JP" altLang="ja-JP" dirty="0"/>
              <a:t>PROMPT</a:t>
            </a:r>
          </a:p>
          <a:p>
            <a:pPr fontAlgn="t">
              <a:lnSpc>
                <a:spcPct val="100000"/>
              </a:lnSpc>
              <a:buNone/>
            </a:pPr>
            <a:r>
              <a:rPr lang="ja-JP" altLang="ja-JP" dirty="0"/>
              <a:t>↓</a:t>
            </a:r>
          </a:p>
          <a:p>
            <a:pPr fontAlgn="t">
              <a:lnSpc>
                <a:spcPct val="100000"/>
              </a:lnSpc>
              <a:buNone/>
            </a:pPr>
            <a:r>
              <a:rPr lang="ja-JP" altLang="ja-JP" dirty="0"/>
              <a:t>GENERATE</a:t>
            </a:r>
          </a:p>
          <a:p>
            <a:pPr fontAlgn="t">
              <a:lnSpc>
                <a:spcPct val="100000"/>
              </a:lnSpc>
              <a:buNone/>
            </a:pPr>
            <a:r>
              <a:rPr lang="ja-JP" altLang="ja-JP" dirty="0"/>
              <a:t>↓</a:t>
            </a:r>
          </a:p>
          <a:p>
            <a:pPr fontAlgn="t">
              <a:lnSpc>
                <a:spcPct val="100000"/>
              </a:lnSpc>
              <a:buNone/>
            </a:pPr>
            <a:r>
              <a:rPr lang="ja-JP" altLang="ja-JP" dirty="0"/>
              <a:t>UNDERSTAND</a:t>
            </a:r>
          </a:p>
          <a:p>
            <a:pPr fontAlgn="t">
              <a:lnSpc>
                <a:spcPct val="100000"/>
              </a:lnSpc>
              <a:buNone/>
            </a:pPr>
            <a:r>
              <a:rPr lang="ja-JP" altLang="ja-JP" dirty="0"/>
              <a:t>↓</a:t>
            </a:r>
          </a:p>
          <a:p>
            <a:pPr fontAlgn="t">
              <a:lnSpc>
                <a:spcPct val="100000"/>
              </a:lnSpc>
              <a:buNone/>
            </a:pPr>
            <a:r>
              <a:rPr lang="ja-JP" altLang="ja-JP" dirty="0"/>
              <a:t>VERIFY</a:t>
            </a:r>
          </a:p>
          <a:p>
            <a:pPr fontAlgn="t">
              <a:lnSpc>
                <a:spcPct val="100000"/>
              </a:lnSpc>
              <a:buNone/>
            </a:pPr>
            <a:r>
              <a:rPr lang="ja-JP" altLang="ja-JP" dirty="0"/>
              <a:t>Không bỏ qua bước nào.</a:t>
            </a:r>
          </a:p>
          <a:p>
            <a:endParaRPr kumimoji="1" lang="ja-JP" alt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9A0B0A-36DF-66B3-4D17-8F5A29778FB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 altLang="ja-JP"/>
              <a:t>Page:</a:t>
            </a:r>
            <a:r>
              <a:rPr lang="ja-JP" altLang="en-US"/>
              <a:t> </a:t>
            </a:r>
            <a:fld id="{DC07468E-517B-4E9D-8840-A4568A307980}" type="slidenum">
              <a:rPr lang="en-US" altLang="ja-JP" smtClean="0"/>
              <a:pPr>
                <a:defRPr/>
              </a:pPr>
              <a:t>12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224606582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C829E2-3734-1BE3-94EE-21A838E88A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ja-JP" altLang="ja-JP" dirty="0"/>
              <a:t>Prompt</a:t>
            </a:r>
            <a:endParaRPr kumimoji="1" lang="ja-JP" alt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DA645C-C65E-0923-6B52-2C6982FA29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fontAlgn="t">
              <a:lnSpc>
                <a:spcPct val="100000"/>
              </a:lnSpc>
              <a:buNone/>
            </a:pPr>
            <a:r>
              <a:rPr lang="ja-JP" altLang="ja-JP" b="1" dirty="0"/>
              <a:t>Prompt tốt cần</a:t>
            </a:r>
          </a:p>
          <a:p>
            <a:pPr lvl="0" fontAlgn="t">
              <a:buFont typeface="Arial" panose="020B0604020202020204" pitchFamily="34" charset="0"/>
              <a:buChar char="•"/>
            </a:pPr>
            <a:r>
              <a:rPr lang="ja-JP" altLang="ja-JP" dirty="0"/>
              <a:t>Cụ thể</a:t>
            </a:r>
          </a:p>
          <a:p>
            <a:pPr lvl="0" fontAlgn="t">
              <a:buFont typeface="Arial" panose="020B0604020202020204" pitchFamily="34" charset="0"/>
              <a:buChar char="•"/>
            </a:pPr>
            <a:r>
              <a:rPr lang="ja-JP" altLang="ja-JP" dirty="0"/>
              <a:t>Có context</a:t>
            </a:r>
          </a:p>
          <a:p>
            <a:pPr lvl="0" fontAlgn="t">
              <a:buFont typeface="Arial" panose="020B0604020202020204" pitchFamily="34" charset="0"/>
              <a:buChar char="•"/>
            </a:pPr>
            <a:r>
              <a:rPr lang="ja-JP" altLang="ja-JP" dirty="0"/>
              <a:t>Rõ output</a:t>
            </a:r>
          </a:p>
          <a:p>
            <a:pPr lvl="0" fontAlgn="t">
              <a:buFont typeface="Arial" panose="020B0604020202020204" pitchFamily="34" charset="0"/>
              <a:buChar char="•"/>
            </a:pPr>
            <a:r>
              <a:rPr lang="ja-JP" altLang="ja-JP" dirty="0"/>
              <a:t>Có ràng buộc</a:t>
            </a:r>
          </a:p>
          <a:p>
            <a:pPr fontAlgn="t">
              <a:lnSpc>
                <a:spcPct val="100000"/>
              </a:lnSpc>
              <a:buNone/>
            </a:pPr>
            <a:r>
              <a:rPr lang="ja-JP" altLang="ja-JP" b="1" dirty="0"/>
              <a:t>Template</a:t>
            </a:r>
          </a:p>
          <a:p>
            <a:pPr fontAlgn="t"/>
            <a:r>
              <a:rPr lang="ja-JP" altLang="ja-JP" dirty="0"/>
              <a:t>Task</a:t>
            </a:r>
          </a:p>
          <a:p>
            <a:pPr fontAlgn="t"/>
            <a:r>
              <a:rPr lang="ja-JP" altLang="ja-JP" dirty="0"/>
              <a:t>Context</a:t>
            </a:r>
          </a:p>
          <a:p>
            <a:pPr fontAlgn="t"/>
            <a:r>
              <a:rPr lang="ja-JP" altLang="ja-JP" dirty="0"/>
              <a:t>Input</a:t>
            </a:r>
          </a:p>
          <a:p>
            <a:pPr fontAlgn="t"/>
            <a:r>
              <a:rPr lang="ja-JP" altLang="ja-JP" dirty="0"/>
              <a:t>Output</a:t>
            </a:r>
          </a:p>
          <a:p>
            <a:pPr fontAlgn="t"/>
            <a:r>
              <a:rPr lang="ja-JP" altLang="ja-JP" dirty="0"/>
              <a:t>Constraints</a:t>
            </a:r>
          </a:p>
          <a:p>
            <a:endParaRPr kumimoji="1" lang="ja-JP" alt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C79A40-4FAB-D9EF-EF42-641E7369076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 altLang="ja-JP"/>
              <a:t>Page:</a:t>
            </a:r>
            <a:r>
              <a:rPr lang="ja-JP" altLang="en-US"/>
              <a:t> </a:t>
            </a:r>
            <a:fld id="{DC07468E-517B-4E9D-8840-A4568A307980}" type="slidenum">
              <a:rPr lang="en-US" altLang="ja-JP" smtClean="0"/>
              <a:pPr>
                <a:defRPr/>
              </a:pPr>
              <a:t>13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2603698280"/>
      </p:ext>
    </p:extLst>
  </p:cSld>
  <p:clrMapOvr>
    <a:masterClrMapping/>
  </p:clrMapOvr>
</p:sld>
</file>

<file path=ppt/theme/theme1.xml><?xml version="1.0" encoding="utf-8"?>
<a:theme xmlns:a="http://schemas.openxmlformats.org/drawingml/2006/main" name="標準デザイン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1">
      <a:majorFont>
        <a:latin typeface="Arial"/>
        <a:ea typeface="Arial"/>
        <a:cs typeface=""/>
      </a:majorFont>
      <a:minorFont>
        <a:latin typeface="Aptos Slab Black"/>
        <a:ea typeface="Arial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rgbClr val="FFFF66">
            <a:alpha val="80000"/>
          </a:srgbClr>
        </a:solidFill>
        <a:ln w="12700" cap="flat" cmpd="sng" algn="ctr">
          <a:noFill/>
          <a:prstDash val="solid"/>
          <a:round/>
          <a:headEnd type="none" w="med" len="med"/>
          <a:tailEnd type="none" w="med" len="med"/>
        </a:ln>
        <a:effectLst/>
      </a:spPr>
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<a:prstTxWarp prst="textNoShape">
          <a:avLst/>
        </a:prstTxWarp>
        <a:noAutofit/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50000"/>
          </a:spcBef>
          <a:spcAft>
            <a:spcPct val="0"/>
          </a:spcAft>
          <a:buClrTx/>
          <a:buSzTx/>
          <a:buFontTx/>
          <a:buNone/>
          <a:tabLst/>
          <a:defRPr kumimoji="1" sz="1400" b="0" i="0" u="none" strike="noStrike" cap="none" normalizeH="0" baseline="0" dirty="0">
            <a:ln>
              <a:noFill/>
            </a:ln>
            <a:solidFill>
              <a:srgbClr val="FF0000"/>
            </a:solidFill>
            <a:latin typeface="Meiryo UI" panose="020B0604030504040204" pitchFamily="50" charset="-128"/>
            <a:ea typeface="Meiryo UI" panose="020B0604030504040204" pitchFamily="50" charset="-128"/>
          </a:defRPr>
        </a:defPPr>
      </a:lstStyle>
    </a:spDef>
    <a:lnDef>
      <a:spPr bwMode="auto">
        <a:pattFill prst="dashHorz">
          <a:fgClr>
            <a:srgbClr val="808080"/>
          </a:fgClr>
          <a:bgClr>
            <a:srgbClr val="FFFF00"/>
          </a:bgClr>
        </a:pattFill>
        <a:ln w="12700" cap="flat" cmpd="sng" algn="ctr">
          <a:solidFill>
            <a:srgbClr val="000000"/>
          </a:solidFill>
          <a:prstDash val="solid"/>
          <a:round/>
          <a:headEnd type="none" w="med" len="med"/>
          <a:tailEnd type="none" w="med" len="med"/>
        </a:ln>
        <a:effectLst/>
      </a:spPr>
      <a:bodyPr/>
      <a:lstStyle/>
    </a:lnDef>
    <a:txDef>
      <a:spPr>
        <a:noFill/>
      </a:spPr>
      <a:bodyPr wrap="square" rtlCol="0">
        <a:spAutoFit/>
      </a:bodyPr>
      <a:lstStyle>
        <a:defPPr>
          <a:defRPr kumimoji="1" sz="1400" b="0" dirty="0" smtClean="0">
            <a:latin typeface="Meiryo UI" panose="020B0604030504040204" pitchFamily="50" charset="-128"/>
            <a:ea typeface="Meiryo UI" panose="020B0604030504040204" pitchFamily="50" charset="-128"/>
          </a:defRPr>
        </a:defPPr>
      </a:lstStyle>
    </a:txDef>
  </a:objectDefaults>
  <a:extraClrSchemeLst>
    <a:extraClrScheme>
      <a:clrScheme name="標準デザイン 1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標準デザイン 2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標準デザイン 3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標準デザイン 4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標準デザイン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標準デザイン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標準デザイン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AI_IoT_Assign_Plan_Optimization_GenAI_2025.pptx" id="{14E944DE-3199-4D98-A76C-EFBF91815B4E}" vid="{1A6114F4-44F2-4525-80F9-55402634BD3F}"/>
    </a:ext>
  </a:extLst>
</a:theme>
</file>

<file path=ppt/theme/theme2.xml><?xml version="1.0" encoding="utf-8"?>
<a:theme xmlns:a="http://schemas.openxmlformats.org/drawingml/2006/main" name="デザインの設定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I_IoT_Assign_Plan_Optimization_GenAI_2025.pptx" id="{14E944DE-3199-4D98-A76C-EFBF91815B4E}" vid="{8B1B50D9-B7E1-464E-B075-1B05D2128356}"/>
    </a:ext>
  </a:extLst>
</a:theme>
</file>

<file path=ppt/theme/theme3.xml><?xml version="1.0" encoding="utf-8"?>
<a:theme xmlns:a="http://schemas.openxmlformats.org/drawingml/2006/main" name="Office ​​テーマ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​​テーマ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UsolV-tmp</Template>
  <TotalTime>24236</TotalTime>
  <Words>563</Words>
  <Application>Microsoft Office PowerPoint</Application>
  <PresentationFormat>A4 Paper (210x297 mm)</PresentationFormat>
  <Paragraphs>129</Paragraphs>
  <Slides>13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13</vt:i4>
      </vt:variant>
    </vt:vector>
  </HeadingPairs>
  <TitlesOfParts>
    <vt:vector size="24" baseType="lpstr">
      <vt:lpstr>HG丸ｺﾞｼｯｸM-PRO</vt:lpstr>
      <vt:lpstr>Meiryo UI</vt:lpstr>
      <vt:lpstr>ＭＳ Ｐゴシック</vt:lpstr>
      <vt:lpstr>ADLaM Display</vt:lpstr>
      <vt:lpstr>Arial</vt:lpstr>
      <vt:lpstr>Segoe Script</vt:lpstr>
      <vt:lpstr>Segoe UI</vt:lpstr>
      <vt:lpstr>Times New Roman</vt:lpstr>
      <vt:lpstr>Wingdings</vt:lpstr>
      <vt:lpstr>標準デザイン</vt:lpstr>
      <vt:lpstr>デザインの設定</vt:lpstr>
      <vt:lpstr>Java Spring REST APIs sử dụng Vibe Coding </vt:lpstr>
      <vt:lpstr>Nội dung chính</vt:lpstr>
      <vt:lpstr>Mục tiêu khóa học</vt:lpstr>
      <vt:lpstr>Kết quả đạt được</vt:lpstr>
      <vt:lpstr>Vấn đề của lập trình viên thời AI</vt:lpstr>
      <vt:lpstr>AI làm được gì?</vt:lpstr>
      <vt:lpstr>AI chưa làm được gì?</vt:lpstr>
      <vt:lpstr>Tư duy mới của Developer</vt:lpstr>
      <vt:lpstr>Vibe Coding là gì?</vt:lpstr>
      <vt:lpstr>Pure Vibe Coding vs Fundamental-Driven</vt:lpstr>
      <vt:lpstr>Triết lý khóa học</vt:lpstr>
      <vt:lpstr>Workflow chuẩn</vt:lpstr>
      <vt:lpstr>Prompt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Cơ bản về AI và Data</dc:title>
  <dc:creator>Dang Minh Duc</dc:creator>
  <cp:lastModifiedBy>Mai Ngoc Khuong</cp:lastModifiedBy>
  <cp:revision>541</cp:revision>
  <cp:lastPrinted>2018-04-10T08:59:30Z</cp:lastPrinted>
  <dcterms:created xsi:type="dcterms:W3CDTF">2025-05-21T02:38:07Z</dcterms:created>
  <dcterms:modified xsi:type="dcterms:W3CDTF">2026-10-07T09:04:17Z</dcterms:modified>
</cp:coreProperties>
</file>