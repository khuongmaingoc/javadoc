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4"/>
  </p:notesMasterIdLst>
  <p:handoutMasterIdLst>
    <p:handoutMasterId r:id="rId5"/>
  </p:handoutMasterIdLst>
  <p:sldIdLst>
    <p:sldId id="689" r:id="rId3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1548" y="120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7486650" cy="1470025"/>
          </a:xfrm>
        </p:spPr>
        <p:txBody>
          <a:bodyPr>
            <a:noAutofit/>
          </a:bodyPr>
          <a:lstStyle/>
          <a:p>
            <a:pPr algn="ctr" eaLnBrk="0" hangingPunct="0"/>
            <a:r>
              <a:rPr lang="ja-JP" altLang="ja-JP" dirty="0">
                <a:latin typeface="+mj-lt"/>
              </a:rPr>
              <a:t>Java</a:t>
            </a:r>
            <a:r>
              <a:rPr lang="en-US" altLang="ja-JP" dirty="0">
                <a:latin typeface="+mj-lt"/>
              </a:rPr>
              <a:t> Training</a:t>
            </a: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22090</TotalTime>
  <Words>5</Words>
  <Application>Microsoft Office PowerPoint</Application>
  <PresentationFormat>A4 Paper (210x297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HG丸ｺﾞｼｯｸM-PRO</vt:lpstr>
      <vt:lpstr>Meiryo UI</vt:lpstr>
      <vt:lpstr>ＭＳ Ｐゴシック</vt:lpstr>
      <vt:lpstr>ADLaM Display</vt:lpstr>
      <vt:lpstr>Arial</vt:lpstr>
      <vt:lpstr>Segoe Script</vt:lpstr>
      <vt:lpstr>Times New Roman</vt:lpstr>
      <vt:lpstr>標準デザイン</vt:lpstr>
      <vt:lpstr>デザインの設定</vt:lpstr>
      <vt:lpstr>Java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Ngoc Khuong</cp:lastModifiedBy>
  <cp:revision>412</cp:revision>
  <cp:lastPrinted>2018-04-10T08:59:30Z</cp:lastPrinted>
  <dcterms:created xsi:type="dcterms:W3CDTF">2025-05-21T02:38:07Z</dcterms:created>
  <dcterms:modified xsi:type="dcterms:W3CDTF">2026-08-07T09:28:55Z</dcterms:modified>
</cp:coreProperties>
</file>