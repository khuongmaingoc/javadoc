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2192000" cy="10058400"/>
  <p:notesSz cx="121920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freepdfconvert.com/membership" TargetMode="External"/><Relationship Id="rId3" Type="http://schemas.openxmlformats.org/officeDocument/2006/relationships/image" Target="../media/image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499" y="304799"/>
            <a:ext cx="11487149" cy="51625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00657" y="1397743"/>
            <a:ext cx="3571240" cy="11785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400">
                <a:latin typeface="Arial"/>
                <a:cs typeface="Arial"/>
              </a:rPr>
              <a:t>Only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two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pages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were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converted.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1400">
                <a:latin typeface="Arial"/>
                <a:cs typeface="Arial"/>
              </a:rPr>
              <a:t>Please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Sign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Up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convert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full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document.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u="sng" sz="1500" spc="-10" b="1">
                <a:solidFill>
                  <a:srgbClr val="2980B9"/>
                </a:solidFill>
                <a:uFill>
                  <a:solidFill>
                    <a:srgbClr val="2980B9"/>
                  </a:solidFill>
                </a:uFill>
                <a:latin typeface="Arial"/>
                <a:cs typeface="Arial"/>
                <a:hlinkClick r:id="rId2"/>
              </a:rPr>
              <a:t>www.freepdfconvert.com/membership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9875" y="933450"/>
            <a:ext cx="2152649" cy="3428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80B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Madan Reddy</dc:creator>
  <dcterms:created xsi:type="dcterms:W3CDTF">2024-12-11T00:54:43Z</dcterms:created>
  <dcterms:modified xsi:type="dcterms:W3CDTF">2024-12-11T00:54:43Z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2023-08-07T00:00:00Z</vt:filetime>
  </property>
  <property fmtid="{D5CDD505-2E9C-101B-9397-08002B2CF9AE}" pid="3" name="Creator">
    <vt:lpwstr>Acrobat Pro 23.3.20244</vt:lpwstr>
  </property>
  <property fmtid="{D5CDD505-2E9C-101B-9397-08002B2CF9AE}" pid="4" name="LastSaved">
    <vt:filetime>2024-12-11T00:00:00Z</vt:filetime>
  </property>
  <property fmtid="{D5CDD505-2E9C-101B-9397-08002B2CF9AE}" pid="5" name="Producer">
    <vt:lpwstr>Acrobat Pro 23.3.20244</vt:lpwstr>
  </property>
</Properties>
</file>