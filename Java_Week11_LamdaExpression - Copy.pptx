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796" r:id="rId2"/>
  </p:sldMasterIdLst>
  <p:notesMasterIdLst>
    <p:notesMasterId r:id="rId17"/>
  </p:notesMasterIdLst>
  <p:handoutMasterIdLst>
    <p:handoutMasterId r:id="rId18"/>
  </p:handoutMasterIdLst>
  <p:sldIdLst>
    <p:sldId id="689" r:id="rId3"/>
    <p:sldId id="705" r:id="rId4"/>
    <p:sldId id="696" r:id="rId5"/>
    <p:sldId id="698" r:id="rId6"/>
    <p:sldId id="695" r:id="rId7"/>
    <p:sldId id="699" r:id="rId8"/>
    <p:sldId id="700" r:id="rId9"/>
    <p:sldId id="690" r:id="rId10"/>
    <p:sldId id="691" r:id="rId11"/>
    <p:sldId id="692" r:id="rId12"/>
    <p:sldId id="693" r:id="rId13"/>
    <p:sldId id="702" r:id="rId14"/>
    <p:sldId id="703" r:id="rId15"/>
    <p:sldId id="704" r:id="rId16"/>
  </p:sldIdLst>
  <p:sldSz cx="9906000" cy="6858000" type="A4"/>
  <p:notesSz cx="7104063" cy="10234613"/>
  <p:defaultTextStyle>
    <a:defPPr>
      <a:defRPr lang="ja-JP"/>
    </a:defPPr>
    <a:lvl1pPr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1pPr>
    <a:lvl2pPr marL="4572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2pPr>
    <a:lvl3pPr marL="9144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3pPr>
    <a:lvl4pPr marL="13716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4pPr>
    <a:lvl5pPr marL="18288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5pPr>
    <a:lvl6pPr marL="22860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6pPr>
    <a:lvl7pPr marL="27432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7pPr>
    <a:lvl8pPr marL="32004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8pPr>
    <a:lvl9pPr marL="36576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9pPr>
  </p:defaultTextStyle>
  <p:extLst>
    <p:ext uri="{EFAFB233-063F-42B5-8137-9DF3F51BA10A}">
      <p15:sldGuideLst xmlns:p15="http://schemas.microsoft.com/office/powerpoint/2012/main">
        <p15:guide id="1" orient="horz">
          <p15:clr>
            <a:srgbClr val="A4A3A4"/>
          </p15:clr>
        </p15:guide>
        <p15:guide id="2" pos="6239">
          <p15:clr>
            <a:srgbClr val="A4A3A4"/>
          </p15:clr>
        </p15:guide>
        <p15:guide id="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4ABA46"/>
    <a:srgbClr val="0000CC"/>
    <a:srgbClr val="5B9BD5"/>
    <a:srgbClr val="FF0000"/>
    <a:srgbClr val="FF00FF"/>
    <a:srgbClr val="70AD47"/>
    <a:srgbClr val="4BC174"/>
    <a:srgbClr val="50C8A7"/>
    <a:srgbClr val="55C3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0A1B5D5-9B99-4C35-A422-299274C87663}" styleName="中間スタイル 1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淡色スタイル 1 - アクセント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淡色スタイル 3 - アクセント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8B1032C-EA38-4F05-BA0D-38AFFFC7BED3}" styleName="淡色スタイル 3 - アクセント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6247" autoAdjust="0"/>
  </p:normalViewPr>
  <p:slideViewPr>
    <p:cSldViewPr>
      <p:cViewPr varScale="1">
        <p:scale>
          <a:sx n="106" d="100"/>
          <a:sy n="106" d="100"/>
        </p:scale>
        <p:origin x="1548" y="198"/>
      </p:cViewPr>
      <p:guideLst>
        <p:guide orient="horz"/>
        <p:guide pos="6239"/>
        <p:guide/>
      </p:guideLst>
    </p:cSldViewPr>
  </p:slideViewPr>
  <p:outlineViewPr>
    <p:cViewPr>
      <p:scale>
        <a:sx n="25" d="100"/>
        <a:sy n="25" d="100"/>
      </p:scale>
      <p:origin x="0" y="0"/>
    </p:cViewPr>
  </p:outlineViewPr>
  <p:notesTextViewPr>
    <p:cViewPr>
      <p:scale>
        <a:sx n="50" d="100"/>
        <a:sy n="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2DB899A6-A9CA-4711-9723-BA912D00FE99}"/>
              </a:ext>
            </a:extLst>
          </p:cNvPr>
          <p:cNvSpPr>
            <a:spLocks noGrp="1" noChangeArrowheads="1"/>
          </p:cNvSpPr>
          <p:nvPr>
            <p:ph type="hdr" sz="quarter"/>
          </p:nvPr>
        </p:nvSpPr>
        <p:spPr bwMode="auto">
          <a:xfrm>
            <a:off x="1" y="4"/>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l"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5" name="Rectangle 3">
            <a:extLst>
              <a:ext uri="{FF2B5EF4-FFF2-40B4-BE49-F238E27FC236}">
                <a16:creationId xmlns:a16="http://schemas.microsoft.com/office/drawing/2014/main" id="{1651D3A0-D571-4358-8785-1088F76D9B27}"/>
              </a:ext>
            </a:extLst>
          </p:cNvPr>
          <p:cNvSpPr>
            <a:spLocks noGrp="1" noChangeArrowheads="1"/>
          </p:cNvSpPr>
          <p:nvPr>
            <p:ph type="dt" sz="quarter" idx="1"/>
          </p:nvPr>
        </p:nvSpPr>
        <p:spPr bwMode="auto">
          <a:xfrm>
            <a:off x="4024618" y="4"/>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r"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6" name="Rectangle 4">
            <a:extLst>
              <a:ext uri="{FF2B5EF4-FFF2-40B4-BE49-F238E27FC236}">
                <a16:creationId xmlns:a16="http://schemas.microsoft.com/office/drawing/2014/main" id="{19D7232F-6855-4919-8F75-B7A75D70C854}"/>
              </a:ext>
            </a:extLst>
          </p:cNvPr>
          <p:cNvSpPr>
            <a:spLocks noGrp="1" noChangeArrowheads="1"/>
          </p:cNvSpPr>
          <p:nvPr>
            <p:ph type="ftr" sz="quarter" idx="2"/>
          </p:nvPr>
        </p:nvSpPr>
        <p:spPr bwMode="auto">
          <a:xfrm>
            <a:off x="1" y="9723842"/>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l"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7" name="Rectangle 5">
            <a:extLst>
              <a:ext uri="{FF2B5EF4-FFF2-40B4-BE49-F238E27FC236}">
                <a16:creationId xmlns:a16="http://schemas.microsoft.com/office/drawing/2014/main" id="{4427D1B6-1508-4EFB-B526-79F7F58444C8}"/>
              </a:ext>
            </a:extLst>
          </p:cNvPr>
          <p:cNvSpPr>
            <a:spLocks noGrp="1" noChangeArrowheads="1"/>
          </p:cNvSpPr>
          <p:nvPr>
            <p:ph type="sldNum" sz="quarter" idx="3"/>
          </p:nvPr>
        </p:nvSpPr>
        <p:spPr bwMode="auto">
          <a:xfrm>
            <a:off x="4024618" y="9723842"/>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r" defTabSz="987824" eaLnBrk="1" hangingPunct="1">
              <a:defRPr sz="1300" b="0">
                <a:latin typeface="Times New Roman" panose="02020603050405020304" pitchFamily="18" charset="0"/>
                <a:ea typeface="ＭＳ Ｐゴシック" panose="020B0600070205080204" pitchFamily="50" charset="-128"/>
              </a:defRPr>
            </a:lvl1pPr>
          </a:lstStyle>
          <a:p>
            <a:pPr>
              <a:defRPr/>
            </a:pPr>
            <a:fld id="{ABF23BBB-24A2-4FB1-97AA-82B17F20F696}" type="slidenum">
              <a:rPr lang="en-US" altLang="ja-JP"/>
              <a:pPr>
                <a:defRPr/>
              </a:pPr>
              <a:t>‹#›</a:t>
            </a:fld>
            <a:endParaRPr lang="en-US" altLang="ja-JP" dirty="0"/>
          </a:p>
        </p:txBody>
      </p:sp>
    </p:spTree>
    <p:extLst>
      <p:ext uri="{BB962C8B-B14F-4D97-AF65-F5344CB8AC3E}">
        <p14:creationId xmlns:p14="http://schemas.microsoft.com/office/powerpoint/2010/main" val="28166555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31E1D87D-A0A0-44F6-BD18-1DA14110C531}"/>
              </a:ext>
            </a:extLst>
          </p:cNvPr>
          <p:cNvSpPr>
            <a:spLocks noGrp="1" noChangeArrowheads="1"/>
          </p:cNvSpPr>
          <p:nvPr>
            <p:ph type="hdr" sz="quarter"/>
          </p:nvPr>
        </p:nvSpPr>
        <p:spPr bwMode="auto">
          <a:xfrm>
            <a:off x="0" y="5"/>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l"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81923" name="Rectangle 3">
            <a:extLst>
              <a:ext uri="{FF2B5EF4-FFF2-40B4-BE49-F238E27FC236}">
                <a16:creationId xmlns:a16="http://schemas.microsoft.com/office/drawing/2014/main" id="{38D8AEA5-A4A6-41CD-B14C-F3CD4220D027}"/>
              </a:ext>
            </a:extLst>
          </p:cNvPr>
          <p:cNvSpPr>
            <a:spLocks noGrp="1" noChangeArrowheads="1"/>
          </p:cNvSpPr>
          <p:nvPr>
            <p:ph type="dt" idx="1"/>
          </p:nvPr>
        </p:nvSpPr>
        <p:spPr bwMode="auto">
          <a:xfrm>
            <a:off x="4005324" y="5"/>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r"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6148" name="Rectangle 4">
            <a:extLst>
              <a:ext uri="{FF2B5EF4-FFF2-40B4-BE49-F238E27FC236}">
                <a16:creationId xmlns:a16="http://schemas.microsoft.com/office/drawing/2014/main" id="{747BF16E-6815-4F62-A34F-5B22F8448030}"/>
              </a:ext>
            </a:extLst>
          </p:cNvPr>
          <p:cNvSpPr>
            <a:spLocks noGrp="1" noRot="1" noChangeAspect="1" noChangeArrowheads="1" noTextEdit="1"/>
          </p:cNvSpPr>
          <p:nvPr>
            <p:ph type="sldImg" idx="2"/>
          </p:nvPr>
        </p:nvSpPr>
        <p:spPr bwMode="auto">
          <a:xfrm>
            <a:off x="809625" y="811213"/>
            <a:ext cx="5516563" cy="3821112"/>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25" name="Rectangle 5">
            <a:extLst>
              <a:ext uri="{FF2B5EF4-FFF2-40B4-BE49-F238E27FC236}">
                <a16:creationId xmlns:a16="http://schemas.microsoft.com/office/drawing/2014/main" id="{009AFE73-A821-4ADE-B9D2-225F3B6F615B}"/>
              </a:ext>
            </a:extLst>
          </p:cNvPr>
          <p:cNvSpPr>
            <a:spLocks noGrp="1" noChangeArrowheads="1"/>
          </p:cNvSpPr>
          <p:nvPr>
            <p:ph type="body" sz="quarter" idx="3"/>
          </p:nvPr>
        </p:nvSpPr>
        <p:spPr bwMode="auto">
          <a:xfrm>
            <a:off x="932689" y="4861922"/>
            <a:ext cx="5212595" cy="4632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p>
            <a:pPr lvl="0"/>
            <a:r>
              <a:rPr lang="ja-JP" altLang="en-US" noProof="0" dirty="0"/>
              <a:t>マスタ テキストの書式設定</a:t>
            </a:r>
          </a:p>
          <a:p>
            <a:pPr lvl="1"/>
            <a:r>
              <a:rPr lang="ja-JP" altLang="en-US" noProof="0" dirty="0"/>
              <a:t>第 </a:t>
            </a:r>
            <a:r>
              <a:rPr lang="en-US" altLang="ja-JP" noProof="0" dirty="0"/>
              <a:t>2 </a:t>
            </a:r>
            <a:r>
              <a:rPr lang="ja-JP" altLang="en-US" noProof="0" dirty="0"/>
              <a:t>レベル</a:t>
            </a:r>
          </a:p>
          <a:p>
            <a:pPr lvl="2"/>
            <a:r>
              <a:rPr lang="ja-JP" altLang="en-US" noProof="0" dirty="0"/>
              <a:t>第 </a:t>
            </a:r>
            <a:r>
              <a:rPr lang="en-US" altLang="ja-JP" noProof="0" dirty="0"/>
              <a:t>3 </a:t>
            </a:r>
            <a:r>
              <a:rPr lang="ja-JP" altLang="en-US" noProof="0" dirty="0"/>
              <a:t>レベル</a:t>
            </a:r>
          </a:p>
          <a:p>
            <a:pPr lvl="3"/>
            <a:r>
              <a:rPr lang="ja-JP" altLang="en-US" noProof="0" dirty="0"/>
              <a:t>第 </a:t>
            </a:r>
            <a:r>
              <a:rPr lang="en-US" altLang="ja-JP" noProof="0" dirty="0"/>
              <a:t>4 </a:t>
            </a:r>
            <a:r>
              <a:rPr lang="ja-JP" altLang="en-US" noProof="0" dirty="0"/>
              <a:t>レベル</a:t>
            </a:r>
          </a:p>
          <a:p>
            <a:pPr lvl="4"/>
            <a:r>
              <a:rPr lang="ja-JP" altLang="en-US" noProof="0" dirty="0"/>
              <a:t>第 </a:t>
            </a:r>
            <a:r>
              <a:rPr lang="en-US" altLang="ja-JP" noProof="0" dirty="0"/>
              <a:t>5 </a:t>
            </a:r>
            <a:r>
              <a:rPr lang="ja-JP" altLang="en-US" noProof="0" dirty="0"/>
              <a:t>レベル</a:t>
            </a:r>
          </a:p>
        </p:txBody>
      </p:sp>
      <p:sp>
        <p:nvSpPr>
          <p:cNvPr id="81926" name="Rectangle 6">
            <a:extLst>
              <a:ext uri="{FF2B5EF4-FFF2-40B4-BE49-F238E27FC236}">
                <a16:creationId xmlns:a16="http://schemas.microsoft.com/office/drawing/2014/main" id="{62419E40-0084-4BCB-8A80-CBA337840EDC}"/>
              </a:ext>
            </a:extLst>
          </p:cNvPr>
          <p:cNvSpPr>
            <a:spLocks noGrp="1" noChangeArrowheads="1"/>
          </p:cNvSpPr>
          <p:nvPr>
            <p:ph type="ftr" sz="quarter" idx="4"/>
          </p:nvPr>
        </p:nvSpPr>
        <p:spPr bwMode="auto">
          <a:xfrm>
            <a:off x="0" y="9726227"/>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l"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81927" name="Rectangle 7">
            <a:extLst>
              <a:ext uri="{FF2B5EF4-FFF2-40B4-BE49-F238E27FC236}">
                <a16:creationId xmlns:a16="http://schemas.microsoft.com/office/drawing/2014/main" id="{95A1F3E7-6C28-42BC-9477-4EE05BC271D4}"/>
              </a:ext>
            </a:extLst>
          </p:cNvPr>
          <p:cNvSpPr>
            <a:spLocks noGrp="1" noChangeArrowheads="1"/>
          </p:cNvSpPr>
          <p:nvPr>
            <p:ph type="sldNum" sz="quarter" idx="5"/>
          </p:nvPr>
        </p:nvSpPr>
        <p:spPr bwMode="auto">
          <a:xfrm>
            <a:off x="4005324" y="9726227"/>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r" defTabSz="987824" eaLnBrk="1" hangingPunct="1">
              <a:defRPr sz="1300" b="0">
                <a:latin typeface="Times New Roman" panose="02020603050405020304" pitchFamily="18" charset="0"/>
                <a:ea typeface="ＭＳ Ｐゴシック" panose="020B0600070205080204" pitchFamily="50" charset="-128"/>
              </a:defRPr>
            </a:lvl1pPr>
          </a:lstStyle>
          <a:p>
            <a:pPr>
              <a:defRPr/>
            </a:pPr>
            <a:fld id="{1B717ACA-5F59-481E-BAA1-3D2FC3B91B1D}" type="slidenum">
              <a:rPr lang="en-US" altLang="ja-JP" smtClean="0"/>
              <a:pPr>
                <a:defRPr/>
              </a:pPr>
              <a:t>‹#›</a:t>
            </a:fld>
            <a:endParaRPr lang="en-US" altLang="ja-JP" dirty="0"/>
          </a:p>
        </p:txBody>
      </p:sp>
    </p:spTree>
    <p:extLst>
      <p:ext uri="{BB962C8B-B14F-4D97-AF65-F5344CB8AC3E}">
        <p14:creationId xmlns:p14="http://schemas.microsoft.com/office/powerpoint/2010/main" val="19436483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30425"/>
            <a:ext cx="8420100" cy="1470025"/>
          </a:xfrm>
          <a:prstGeom prst="rect">
            <a:avLst/>
          </a:prstGeom>
        </p:spPr>
        <p:txBody>
          <a:bodyPr/>
          <a:lstStyle>
            <a:lvl1pPr>
              <a:defRPr>
                <a:latin typeface="+mn-ea"/>
                <a:ea typeface="+mn-ea"/>
              </a:defRPr>
            </a:lvl1pPr>
          </a:lstStyle>
          <a:p>
            <a:r>
              <a:rPr lang="en-US" altLang="ja-JP"/>
              <a:t>Click to edit Master title style</a:t>
            </a:r>
            <a:endParaRPr lang="en-US" dirty="0"/>
          </a:p>
        </p:txBody>
      </p:sp>
      <p:sp>
        <p:nvSpPr>
          <p:cNvPr id="3" name="サブタイトル 2"/>
          <p:cNvSpPr>
            <a:spLocks noGrp="1"/>
          </p:cNvSpPr>
          <p:nvPr>
            <p:ph type="subTitle" idx="1"/>
          </p:nvPr>
        </p:nvSpPr>
        <p:spPr>
          <a:xfrm>
            <a:off x="1485900" y="3886200"/>
            <a:ext cx="6934200" cy="1752600"/>
          </a:xfrm>
          <a:prstGeom prst="rect">
            <a:avLst/>
          </a:prstGeom>
        </p:spPr>
        <p:txBody>
          <a:bodyPr/>
          <a:lstStyle>
            <a:lvl1pPr marL="0" indent="0" algn="ctr">
              <a:buNone/>
              <a:defRPr>
                <a:latin typeface="+mn-ea"/>
                <a:ea typeface="+mn-ea"/>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ja-JP"/>
              <a:t>Click to edit Master subtitle style</a:t>
            </a:r>
            <a:endParaRPr lang="en-US" dirty="0"/>
          </a:p>
        </p:txBody>
      </p:sp>
      <p:sp>
        <p:nvSpPr>
          <p:cNvPr id="4" name="Rectangle 4">
            <a:extLst>
              <a:ext uri="{FF2B5EF4-FFF2-40B4-BE49-F238E27FC236}">
                <a16:creationId xmlns:a16="http://schemas.microsoft.com/office/drawing/2014/main" id="{4D7BC4D0-5990-408E-A9D0-64C8BD64FB33}"/>
              </a:ext>
            </a:extLst>
          </p:cNvPr>
          <p:cNvSpPr>
            <a:spLocks noGrp="1" noChangeArrowheads="1"/>
          </p:cNvSpPr>
          <p:nvPr>
            <p:ph type="dt" sz="half" idx="10"/>
          </p:nvPr>
        </p:nvSpPr>
        <p:spPr>
          <a:xfrm>
            <a:off x="742950" y="6248400"/>
            <a:ext cx="2063750" cy="457200"/>
          </a:xfrm>
        </p:spPr>
        <p:txBody>
          <a:bodyPr/>
          <a:lstStyle>
            <a:lvl1pPr>
              <a:defRPr>
                <a:latin typeface="+mn-ea"/>
                <a:ea typeface="+mn-ea"/>
              </a:defRPr>
            </a:lvl1pPr>
          </a:lstStyle>
          <a:p>
            <a:pPr>
              <a:defRPr/>
            </a:pPr>
            <a:endParaRPr lang="en-US" altLang="ja-JP"/>
          </a:p>
        </p:txBody>
      </p:sp>
      <p:sp>
        <p:nvSpPr>
          <p:cNvPr id="5" name="Rectangle 5">
            <a:extLst>
              <a:ext uri="{FF2B5EF4-FFF2-40B4-BE49-F238E27FC236}">
                <a16:creationId xmlns:a16="http://schemas.microsoft.com/office/drawing/2014/main" id="{A01B671C-012F-4812-90DC-336A45C19F1F}"/>
              </a:ext>
            </a:extLst>
          </p:cNvPr>
          <p:cNvSpPr>
            <a:spLocks noGrp="1" noChangeArrowheads="1"/>
          </p:cNvSpPr>
          <p:nvPr>
            <p:ph type="ftr" sz="quarter" idx="11"/>
          </p:nvPr>
        </p:nvSpPr>
        <p:spPr>
          <a:xfrm>
            <a:off x="3384550" y="6248400"/>
            <a:ext cx="3136900" cy="457200"/>
          </a:xfrm>
          <a:prstGeom prst="rect">
            <a:avLst/>
          </a:prstGeom>
        </p:spPr>
        <p:txBody>
          <a:bodyPr/>
          <a:lstStyle>
            <a:lvl1pPr>
              <a:defRPr>
                <a:latin typeface="+mn-ea"/>
                <a:ea typeface="+mn-ea"/>
              </a:defRPr>
            </a:lvl1pPr>
          </a:lstStyle>
          <a:p>
            <a:pPr>
              <a:defRPr/>
            </a:pPr>
            <a:endParaRPr lang="en-US" altLang="ja-JP"/>
          </a:p>
        </p:txBody>
      </p:sp>
    </p:spTree>
    <p:extLst>
      <p:ext uri="{BB962C8B-B14F-4D97-AF65-F5344CB8AC3E}">
        <p14:creationId xmlns:p14="http://schemas.microsoft.com/office/powerpoint/2010/main" val="1606179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コンテンツ プレースホルダー 2"/>
          <p:cNvSpPr>
            <a:spLocks noGrp="1"/>
          </p:cNvSpPr>
          <p:nvPr>
            <p:ph idx="1"/>
          </p:nvPr>
        </p:nvSpPr>
        <p:spPr>
          <a:xfrm>
            <a:off x="128464" y="1124744"/>
            <a:ext cx="9649072" cy="5328592"/>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ltLang="ja-JP" dirty="0"/>
              <a:t>Click to edit Master text styles</a:t>
            </a:r>
          </a:p>
          <a:p>
            <a:pPr lvl="1"/>
            <a:r>
              <a:rPr lang="en-US" altLang="ja-JP" dirty="0"/>
              <a:t>Second level</a:t>
            </a:r>
          </a:p>
          <a:p>
            <a:pPr lvl="2"/>
            <a:r>
              <a:rPr lang="en-US" altLang="ja-JP" dirty="0"/>
              <a:t>Third level</a:t>
            </a:r>
          </a:p>
          <a:p>
            <a:pPr lvl="3"/>
            <a:r>
              <a:rPr lang="en-US" altLang="ja-JP" dirty="0"/>
              <a:t>Fourth level</a:t>
            </a:r>
          </a:p>
          <a:p>
            <a:pPr lvl="4"/>
            <a:r>
              <a:rPr lang="en-US" altLang="ja-JP" dirty="0"/>
              <a:t>Fifth level</a:t>
            </a:r>
            <a:endParaRPr lang="en-US" dirty="0"/>
          </a:p>
        </p:txBody>
      </p:sp>
      <p:sp>
        <p:nvSpPr>
          <p:cNvPr id="4" name="Rectangle 4">
            <a:extLst>
              <a:ext uri="{FF2B5EF4-FFF2-40B4-BE49-F238E27FC236}">
                <a16:creationId xmlns:a16="http://schemas.microsoft.com/office/drawing/2014/main" id="{0541E8AE-EEDA-4D06-94E6-5202ED43BCB7}"/>
              </a:ext>
            </a:extLst>
          </p:cNvPr>
          <p:cNvSpPr>
            <a:spLocks noGrp="1" noChangeArrowheads="1"/>
          </p:cNvSpPr>
          <p:nvPr>
            <p:ph type="dt" sz="half" idx="10"/>
          </p:nvPr>
        </p:nvSpPr>
        <p:spPr/>
        <p:txBody>
          <a:bodyPr/>
          <a:lstStyle>
            <a:lvl1pPr>
              <a:defRPr sz="1050"/>
            </a:lvl1pPr>
          </a:lstStyle>
          <a:p>
            <a:pPr>
              <a:defRPr/>
            </a:pPr>
            <a:endParaRPr lang="en-US" altLang="ja-JP"/>
          </a:p>
        </p:txBody>
      </p:sp>
      <p:sp>
        <p:nvSpPr>
          <p:cNvPr id="5" name="Rectangle 6">
            <a:extLst>
              <a:ext uri="{FF2B5EF4-FFF2-40B4-BE49-F238E27FC236}">
                <a16:creationId xmlns:a16="http://schemas.microsoft.com/office/drawing/2014/main" id="{D9E0A51D-D496-408F-833D-161747C36C6D}"/>
              </a:ext>
            </a:extLst>
          </p:cNvPr>
          <p:cNvSpPr>
            <a:spLocks noGrp="1" noChangeArrowheads="1"/>
          </p:cNvSpPr>
          <p:nvPr>
            <p:ph type="sldNum" sz="quarter" idx="11"/>
          </p:nvPr>
        </p:nvSpPr>
        <p:spPr/>
        <p:txBody>
          <a:bodyPr/>
          <a:lstStyle>
            <a:lvl1pPr>
              <a:defRPr sz="1050"/>
            </a:lvl1pPr>
          </a:lstStyle>
          <a:p>
            <a:pPr>
              <a:defRPr/>
            </a:pPr>
            <a:r>
              <a:rPr lang="en-US" altLang="ja-JP"/>
              <a:t>Page:</a:t>
            </a:r>
            <a:r>
              <a:rPr lang="ja-JP" altLang="en-US"/>
              <a:t> </a:t>
            </a:r>
            <a:fld id="{DC07468E-517B-4E9D-8840-A4568A307980}" type="slidenum">
              <a:rPr lang="en-US" altLang="ja-JP" smtClean="0"/>
              <a:pPr>
                <a:defRPr/>
              </a:pPr>
              <a:t>‹#›</a:t>
            </a:fld>
            <a:endParaRPr lang="en-US" altLang="ja-JP"/>
          </a:p>
        </p:txBody>
      </p:sp>
      <p:sp>
        <p:nvSpPr>
          <p:cNvPr id="6"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1930864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コンテンツ プレースホルダー 2"/>
          <p:cNvSpPr>
            <a:spLocks noGrp="1"/>
          </p:cNvSpPr>
          <p:nvPr>
            <p:ph idx="1"/>
          </p:nvPr>
        </p:nvSpPr>
        <p:spPr>
          <a:xfrm>
            <a:off x="128464" y="1124744"/>
            <a:ext cx="9649072" cy="5328592"/>
          </a:xfrm>
          <a:prstGeom prst="rect">
            <a:avLst/>
          </a:prstGeom>
        </p:spPr>
        <p:txBody>
          <a:bodyPr/>
          <a:lstStyle>
            <a:lvl1pPr marL="360363" indent="-360363">
              <a:buFont typeface="+mj-lt"/>
              <a:buAutoNum type="arabicPeriod"/>
              <a:defRPr>
                <a:latin typeface="+mj-lt"/>
              </a:defRPr>
            </a:lvl1pPr>
            <a:lvl2pPr marL="803275" indent="-346075">
              <a:buFont typeface="+mj-lt"/>
              <a:buAutoNum type="alphaLcPeriod"/>
              <a:defRPr>
                <a:latin typeface="+mj-lt"/>
              </a:defRPr>
            </a:lvl2pPr>
            <a:lvl3pPr marL="1260475" indent="-346075">
              <a:buFont typeface="+mj-lt"/>
              <a:buAutoNum type="romanLcPeriod"/>
              <a:defRPr>
                <a:latin typeface="+mj-lt"/>
              </a:defRPr>
            </a:lvl3pPr>
            <a:lvl4pPr>
              <a:defRPr>
                <a:latin typeface="+mj-lt"/>
              </a:defRPr>
            </a:lvl4pPr>
            <a:lvl5pPr>
              <a:defRPr>
                <a:latin typeface="+mj-lt"/>
              </a:defRPr>
            </a:lvl5pPr>
          </a:lstStyle>
          <a:p>
            <a:pPr lvl="0"/>
            <a:r>
              <a:rPr lang="en-US" altLang="ja-JP" dirty="0"/>
              <a:t>Click to edit Master text styles</a:t>
            </a:r>
          </a:p>
          <a:p>
            <a:pPr lvl="1"/>
            <a:r>
              <a:rPr lang="en-US" altLang="ja-JP" dirty="0"/>
              <a:t>Second level</a:t>
            </a:r>
          </a:p>
          <a:p>
            <a:pPr lvl="2"/>
            <a:r>
              <a:rPr lang="en-US" altLang="ja-JP" dirty="0"/>
              <a:t>Third level</a:t>
            </a:r>
          </a:p>
          <a:p>
            <a:pPr lvl="3"/>
            <a:r>
              <a:rPr lang="en-US" altLang="ja-JP" dirty="0"/>
              <a:t>Fourth level</a:t>
            </a:r>
          </a:p>
          <a:p>
            <a:pPr lvl="4"/>
            <a:r>
              <a:rPr lang="en-US" altLang="ja-JP" dirty="0"/>
              <a:t>Fifth level</a:t>
            </a:r>
            <a:endParaRPr lang="en-US" dirty="0"/>
          </a:p>
        </p:txBody>
      </p:sp>
      <p:sp>
        <p:nvSpPr>
          <p:cNvPr id="4" name="Rectangle 4">
            <a:extLst>
              <a:ext uri="{FF2B5EF4-FFF2-40B4-BE49-F238E27FC236}">
                <a16:creationId xmlns:a16="http://schemas.microsoft.com/office/drawing/2014/main" id="{0541E8AE-EEDA-4D06-94E6-5202ED43BCB7}"/>
              </a:ext>
            </a:extLst>
          </p:cNvPr>
          <p:cNvSpPr>
            <a:spLocks noGrp="1" noChangeArrowheads="1"/>
          </p:cNvSpPr>
          <p:nvPr>
            <p:ph type="dt" sz="half" idx="10"/>
          </p:nvPr>
        </p:nvSpPr>
        <p:spPr/>
        <p:txBody>
          <a:bodyPr/>
          <a:lstStyle>
            <a:lvl1pPr>
              <a:defRPr sz="1050"/>
            </a:lvl1pPr>
          </a:lstStyle>
          <a:p>
            <a:pPr>
              <a:defRPr/>
            </a:pPr>
            <a:endParaRPr lang="en-US" altLang="ja-JP"/>
          </a:p>
        </p:txBody>
      </p:sp>
      <p:sp>
        <p:nvSpPr>
          <p:cNvPr id="5" name="Rectangle 6">
            <a:extLst>
              <a:ext uri="{FF2B5EF4-FFF2-40B4-BE49-F238E27FC236}">
                <a16:creationId xmlns:a16="http://schemas.microsoft.com/office/drawing/2014/main" id="{D9E0A51D-D496-408F-833D-161747C36C6D}"/>
              </a:ext>
            </a:extLst>
          </p:cNvPr>
          <p:cNvSpPr>
            <a:spLocks noGrp="1" noChangeArrowheads="1"/>
          </p:cNvSpPr>
          <p:nvPr>
            <p:ph type="sldNum" sz="quarter" idx="11"/>
          </p:nvPr>
        </p:nvSpPr>
        <p:spPr/>
        <p:txBody>
          <a:bodyPr/>
          <a:lstStyle>
            <a:lvl1pPr>
              <a:defRPr sz="1050"/>
            </a:lvl1pPr>
          </a:lstStyle>
          <a:p>
            <a:pPr>
              <a:defRPr/>
            </a:pPr>
            <a:r>
              <a:rPr lang="en-US" altLang="ja-JP"/>
              <a:t>Page:</a:t>
            </a:r>
            <a:r>
              <a:rPr lang="ja-JP" altLang="en-US"/>
              <a:t> </a:t>
            </a:r>
            <a:fld id="{DC07468E-517B-4E9D-8840-A4568A307980}" type="slidenum">
              <a:rPr lang="en-US" altLang="ja-JP" smtClean="0"/>
              <a:pPr>
                <a:defRPr/>
              </a:pPr>
              <a:t>‹#›</a:t>
            </a:fld>
            <a:endParaRPr lang="en-US" altLang="ja-JP"/>
          </a:p>
        </p:txBody>
      </p:sp>
      <p:sp>
        <p:nvSpPr>
          <p:cNvPr id="6"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2099126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00"/>
            <a:ext cx="8420100" cy="1362075"/>
          </a:xfrm>
          <a:prstGeom prst="rect">
            <a:avLst/>
          </a:prstGeom>
        </p:spPr>
        <p:txBody>
          <a:bodyPr anchor="t"/>
          <a:lstStyle>
            <a:lvl1pPr algn="l">
              <a:defRPr sz="4000" b="1" cap="all">
                <a:latin typeface="+mj-lt"/>
              </a:defRPr>
            </a:lvl1pPr>
          </a:lstStyle>
          <a:p>
            <a:r>
              <a:rPr lang="en-US" altLang="ja-JP" dirty="0"/>
              <a:t>Click to edit Master title style</a:t>
            </a:r>
            <a:endParaRPr lang="en-US" dirty="0"/>
          </a:p>
        </p:txBody>
      </p:sp>
      <p:sp>
        <p:nvSpPr>
          <p:cNvPr id="3" name="テキスト プレースホルダー 2"/>
          <p:cNvSpPr>
            <a:spLocks noGrp="1"/>
          </p:cNvSpPr>
          <p:nvPr>
            <p:ph type="body" idx="1"/>
          </p:nvPr>
        </p:nvSpPr>
        <p:spPr>
          <a:xfrm>
            <a:off x="782638" y="2906713"/>
            <a:ext cx="8420100" cy="1500187"/>
          </a:xfrm>
          <a:prstGeom prst="rect">
            <a:avLst/>
          </a:prstGeom>
        </p:spPr>
        <p:txBody>
          <a:bodyPr anchor="b"/>
          <a:lstStyle>
            <a:lvl1pPr marL="0" indent="0">
              <a:buNone/>
              <a:defRPr sz="2000">
                <a:latin typeface="+mj-lt"/>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ja-JP" dirty="0"/>
              <a:t>Click to edit Master text styles</a:t>
            </a:r>
          </a:p>
        </p:txBody>
      </p:sp>
      <p:sp>
        <p:nvSpPr>
          <p:cNvPr id="4" name="Rectangle 4">
            <a:extLst>
              <a:ext uri="{FF2B5EF4-FFF2-40B4-BE49-F238E27FC236}">
                <a16:creationId xmlns:a16="http://schemas.microsoft.com/office/drawing/2014/main" id="{FBFDD564-A74A-4C8F-9933-83C5535F4389}"/>
              </a:ext>
            </a:extLst>
          </p:cNvPr>
          <p:cNvSpPr>
            <a:spLocks noGrp="1" noChangeArrowheads="1"/>
          </p:cNvSpPr>
          <p:nvPr>
            <p:ph type="dt" sz="half" idx="10"/>
          </p:nvPr>
        </p:nvSpPr>
        <p:spPr>
          <a:xfrm>
            <a:off x="742950" y="6248400"/>
            <a:ext cx="2063750" cy="457200"/>
          </a:xfrm>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D3F1DDD9-12D1-479E-A469-4F7F1BA8EB44}"/>
              </a:ext>
            </a:extLst>
          </p:cNvPr>
          <p:cNvSpPr>
            <a:spLocks noGrp="1" noChangeArrowheads="1"/>
          </p:cNvSpPr>
          <p:nvPr>
            <p:ph type="ftr" sz="quarter" idx="11"/>
          </p:nvPr>
        </p:nvSpPr>
        <p:spPr>
          <a:xfrm>
            <a:off x="3384550" y="6248400"/>
            <a:ext cx="3136900" cy="457200"/>
          </a:xfrm>
          <a:prstGeom prst="rect">
            <a:avLst/>
          </a:prstGeom>
        </p:spPr>
        <p:txBody>
          <a:bodyPr/>
          <a:lstStyle>
            <a:lvl1pPr>
              <a:defRPr/>
            </a:lvl1pPr>
          </a:lstStyle>
          <a:p>
            <a:pPr>
              <a:defRPr/>
            </a:pPr>
            <a:endParaRPr lang="en-US" altLang="ja-JP"/>
          </a:p>
        </p:txBody>
      </p:sp>
    </p:spTree>
    <p:extLst>
      <p:ext uri="{BB962C8B-B14F-4D97-AF65-F5344CB8AC3E}">
        <p14:creationId xmlns:p14="http://schemas.microsoft.com/office/powerpoint/2010/main" val="178981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8" name="タイトル 1">
            <a:extLst>
              <a:ext uri="{FF2B5EF4-FFF2-40B4-BE49-F238E27FC236}">
                <a16:creationId xmlns:a16="http://schemas.microsoft.com/office/drawing/2014/main" id="{E1BEBA6E-D791-46C4-A7EB-608AC024D98E}"/>
              </a:ext>
            </a:extLst>
          </p:cNvPr>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Rectangle 4">
            <a:extLst>
              <a:ext uri="{FF2B5EF4-FFF2-40B4-BE49-F238E27FC236}">
                <a16:creationId xmlns:a16="http://schemas.microsoft.com/office/drawing/2014/main" id="{4BCF5236-44D4-4877-AAFB-61FE62FD430E}"/>
              </a:ext>
            </a:extLst>
          </p:cNvPr>
          <p:cNvSpPr>
            <a:spLocks noGrp="1" noChangeArrowheads="1"/>
          </p:cNvSpPr>
          <p:nvPr>
            <p:ph type="dt" sz="half" idx="10"/>
          </p:nvPr>
        </p:nvSpPr>
        <p:spPr/>
        <p:txBody>
          <a:bodyPr/>
          <a:lstStyle>
            <a:lvl1pPr>
              <a:defRPr/>
            </a:lvl1pPr>
          </a:lstStyle>
          <a:p>
            <a:pPr>
              <a:defRPr/>
            </a:pPr>
            <a:endParaRPr lang="en-US" altLang="ja-JP"/>
          </a:p>
        </p:txBody>
      </p:sp>
      <p:sp>
        <p:nvSpPr>
          <p:cNvPr id="4" name="Rectangle 6">
            <a:extLst>
              <a:ext uri="{FF2B5EF4-FFF2-40B4-BE49-F238E27FC236}">
                <a16:creationId xmlns:a16="http://schemas.microsoft.com/office/drawing/2014/main" id="{DD636683-BFA6-4172-A561-0D16262C9F7C}"/>
              </a:ext>
            </a:extLst>
          </p:cNvPr>
          <p:cNvSpPr>
            <a:spLocks noGrp="1" noChangeArrowheads="1"/>
          </p:cNvSpPr>
          <p:nvPr>
            <p:ph type="sldNum" sz="quarter" idx="11"/>
          </p:nvPr>
        </p:nvSpPr>
        <p:spPr/>
        <p:txBody>
          <a:bodyPr/>
          <a:lstStyle>
            <a:lvl1pPr>
              <a:defRPr/>
            </a:lvl1pPr>
          </a:lstStyle>
          <a:p>
            <a:pPr>
              <a:defRPr/>
            </a:pPr>
            <a:r>
              <a:rPr lang="en-US" altLang="ja-JP"/>
              <a:t>Page</a:t>
            </a:r>
            <a:r>
              <a:rPr lang="ja-JP" altLang="en-US"/>
              <a:t>　</a:t>
            </a:r>
            <a:r>
              <a:rPr lang="en-US" altLang="ja-JP"/>
              <a:t>:</a:t>
            </a:r>
            <a:r>
              <a:rPr lang="ja-JP" altLang="en-US"/>
              <a:t> </a:t>
            </a:r>
            <a:fld id="{8668C798-1731-4E4F-8BB5-E036A16CEAA1}" type="slidenum">
              <a:rPr lang="en-US" altLang="ja-JP" smtClean="0"/>
              <a:pPr>
                <a:defRPr/>
              </a:pPr>
              <a:t>‹#›</a:t>
            </a:fld>
            <a:endParaRPr lang="en-US" altLang="ja-JP"/>
          </a:p>
        </p:txBody>
      </p:sp>
      <p:sp>
        <p:nvSpPr>
          <p:cNvPr id="5"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4220721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068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912CAC3-7059-17D9-9C06-FBC6A511B0A4}"/>
              </a:ext>
            </a:extLst>
          </p:cNvPr>
          <p:cNvSpPr>
            <a:spLocks noGrp="1"/>
          </p:cNvSpPr>
          <p:nvPr>
            <p:ph type="dt" sz="half" idx="10"/>
          </p:nvPr>
        </p:nvSpPr>
        <p:spPr/>
        <p:txBody>
          <a:bodyPr/>
          <a:lstStyle/>
          <a:p>
            <a:fld id="{A1E4D65A-0EC1-4CBC-8539-F9FD2B92F981}" type="datetimeFigureOut">
              <a:rPr kumimoji="1" lang="ja-JP" altLang="en-US" smtClean="0"/>
              <a:t>2026/9/16</a:t>
            </a:fld>
            <a:endParaRPr kumimoji="1" lang="ja-JP" altLang="en-US"/>
          </a:p>
        </p:txBody>
      </p:sp>
      <p:sp>
        <p:nvSpPr>
          <p:cNvPr id="3" name="フッター プレースホルダー 2">
            <a:extLst>
              <a:ext uri="{FF2B5EF4-FFF2-40B4-BE49-F238E27FC236}">
                <a16:creationId xmlns:a16="http://schemas.microsoft.com/office/drawing/2014/main" id="{200A99C7-B9EB-D161-7E0B-A97F487D0F7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8B3AAF7-DB78-2248-5BC3-75E01314967C}"/>
              </a:ext>
            </a:extLst>
          </p:cNvPr>
          <p:cNvSpPr>
            <a:spLocks noGrp="1"/>
          </p:cNvSpPr>
          <p:nvPr>
            <p:ph type="sldNum" sz="quarter" idx="12"/>
          </p:nvPr>
        </p:nvSpPr>
        <p:spPr/>
        <p:txBody>
          <a:bodyPr/>
          <a:lstStyle/>
          <a:p>
            <a:fld id="{CA9F6F0A-8A1E-43EE-8FCD-0197D0B3E278}" type="slidenum">
              <a:rPr kumimoji="1" lang="ja-JP" altLang="en-US" smtClean="0"/>
              <a:t>‹#›</a:t>
            </a:fld>
            <a:endParaRPr kumimoji="1" lang="ja-JP" altLang="en-US"/>
          </a:p>
        </p:txBody>
      </p:sp>
    </p:spTree>
    <p:extLst>
      <p:ext uri="{BB962C8B-B14F-4D97-AF65-F5344CB8AC3E}">
        <p14:creationId xmlns:p14="http://schemas.microsoft.com/office/powerpoint/2010/main" val="612414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
            <a:extLst>
              <a:ext uri="{FF2B5EF4-FFF2-40B4-BE49-F238E27FC236}">
                <a16:creationId xmlns:a16="http://schemas.microsoft.com/office/drawing/2014/main" id="{09F48CFF-9599-4AEA-9D93-57B5675EEE9D}"/>
              </a:ext>
            </a:extLst>
          </p:cNvPr>
          <p:cNvSpPr>
            <a:spLocks noGrp="1" noChangeArrowheads="1"/>
          </p:cNvSpPr>
          <p:nvPr>
            <p:ph type="title"/>
          </p:nvPr>
        </p:nvSpPr>
        <p:spPr bwMode="auto">
          <a:xfrm>
            <a:off x="76200" y="420688"/>
            <a:ext cx="97536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normAutofit/>
          </a:bodyPr>
          <a:lstStyle/>
          <a:p>
            <a:pPr lvl="0"/>
            <a:r>
              <a:rPr lang="ja-JP" altLang="en-US" dirty="0"/>
              <a:t>マスタ</a:t>
            </a:r>
            <a:r>
              <a:rPr lang="en-US" altLang="ja-JP" dirty="0"/>
              <a:t> </a:t>
            </a:r>
            <a:r>
              <a:rPr lang="ja-JP" altLang="en-US" dirty="0"/>
              <a:t>タイトルの書式設定</a:t>
            </a:r>
          </a:p>
        </p:txBody>
      </p:sp>
      <p:sp>
        <p:nvSpPr>
          <p:cNvPr id="26" name="Rectangle 3">
            <a:extLst>
              <a:ext uri="{FF2B5EF4-FFF2-40B4-BE49-F238E27FC236}">
                <a16:creationId xmlns:a16="http://schemas.microsoft.com/office/drawing/2014/main" id="{2F9F239E-C6DA-4D9A-8B7B-9954357B6D87}"/>
              </a:ext>
            </a:extLst>
          </p:cNvPr>
          <p:cNvSpPr>
            <a:spLocks noGrp="1" noChangeArrowheads="1"/>
          </p:cNvSpPr>
          <p:nvPr>
            <p:ph type="body" idx="1"/>
          </p:nvPr>
        </p:nvSpPr>
        <p:spPr bwMode="auto">
          <a:xfrm>
            <a:off x="76200" y="1146175"/>
            <a:ext cx="9753600" cy="534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normAutofit/>
          </a:bodyPr>
          <a:lstStyle/>
          <a:p>
            <a:pPr lvl="0"/>
            <a:r>
              <a:rPr lang="ja-JP" altLang="en-US" dirty="0"/>
              <a:t>マスタ</a:t>
            </a:r>
            <a:r>
              <a:rPr lang="en-US" altLang="ja-JP" dirty="0"/>
              <a:t> </a:t>
            </a:r>
            <a:r>
              <a:rPr lang="ja-JP" altLang="en-US" dirty="0"/>
              <a:t>テキストの書式設定</a:t>
            </a:r>
            <a:endParaRPr lang="en-US" altLang="ja-JP" dirty="0"/>
          </a:p>
          <a:p>
            <a:pPr lvl="1"/>
            <a:r>
              <a:rPr lang="ja-JP" altLang="en-US" dirty="0"/>
              <a:t>第</a:t>
            </a:r>
            <a:r>
              <a:rPr lang="en-US" altLang="ja-JP" dirty="0"/>
              <a:t> 2 </a:t>
            </a:r>
            <a:r>
              <a:rPr lang="ja-JP" altLang="en-US" dirty="0"/>
              <a:t>レベル</a:t>
            </a:r>
            <a:endParaRPr lang="en-US" altLang="ja-JP" dirty="0"/>
          </a:p>
          <a:p>
            <a:pPr lvl="2"/>
            <a:r>
              <a:rPr lang="ja-JP" altLang="en-US" dirty="0"/>
              <a:t>第</a:t>
            </a:r>
            <a:r>
              <a:rPr lang="en-US" altLang="ja-JP" dirty="0"/>
              <a:t> 3 </a:t>
            </a:r>
            <a:r>
              <a:rPr lang="ja-JP" altLang="en-US" dirty="0"/>
              <a:t>レベル</a:t>
            </a:r>
            <a:endParaRPr lang="en-US" altLang="ja-JP" dirty="0"/>
          </a:p>
          <a:p>
            <a:pPr lvl="3"/>
            <a:r>
              <a:rPr lang="ja-JP" altLang="en-US" dirty="0"/>
              <a:t>第</a:t>
            </a:r>
            <a:r>
              <a:rPr lang="en-US" altLang="ja-JP" dirty="0"/>
              <a:t> 4 </a:t>
            </a:r>
            <a:r>
              <a:rPr lang="ja-JP" altLang="en-US" dirty="0"/>
              <a:t>レベル</a:t>
            </a:r>
            <a:endParaRPr lang="en-US" altLang="ja-JP" dirty="0"/>
          </a:p>
          <a:p>
            <a:pPr lvl="4"/>
            <a:r>
              <a:rPr lang="ja-JP" altLang="en-US" dirty="0"/>
              <a:t>第</a:t>
            </a:r>
            <a:r>
              <a:rPr lang="en-US" altLang="ja-JP" dirty="0"/>
              <a:t> 5 </a:t>
            </a:r>
            <a:r>
              <a:rPr lang="ja-JP" altLang="en-US" dirty="0"/>
              <a:t>レベル</a:t>
            </a:r>
          </a:p>
        </p:txBody>
      </p:sp>
      <p:sp>
        <p:nvSpPr>
          <p:cNvPr id="30" name="Line 19">
            <a:extLst>
              <a:ext uri="{FF2B5EF4-FFF2-40B4-BE49-F238E27FC236}">
                <a16:creationId xmlns:a16="http://schemas.microsoft.com/office/drawing/2014/main" id="{27389893-5139-4F35-B647-26C2DFA202EA}"/>
              </a:ext>
            </a:extLst>
          </p:cNvPr>
          <p:cNvSpPr>
            <a:spLocks noChangeShapeType="1"/>
          </p:cNvSpPr>
          <p:nvPr userDrawn="1"/>
        </p:nvSpPr>
        <p:spPr bwMode="auto">
          <a:xfrm>
            <a:off x="0" y="6572250"/>
            <a:ext cx="9906000" cy="0"/>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1" name="Line 20">
            <a:extLst>
              <a:ext uri="{FF2B5EF4-FFF2-40B4-BE49-F238E27FC236}">
                <a16:creationId xmlns:a16="http://schemas.microsoft.com/office/drawing/2014/main" id="{4EFAA79C-D564-49D1-89C5-53185EA011B4}"/>
              </a:ext>
            </a:extLst>
          </p:cNvPr>
          <p:cNvSpPr>
            <a:spLocks noChangeShapeType="1"/>
          </p:cNvSpPr>
          <p:nvPr userDrawn="1"/>
        </p:nvSpPr>
        <p:spPr bwMode="auto">
          <a:xfrm>
            <a:off x="0" y="6613525"/>
            <a:ext cx="9906000" cy="0"/>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2" name="Text Box 21">
            <a:extLst>
              <a:ext uri="{FF2B5EF4-FFF2-40B4-BE49-F238E27FC236}">
                <a16:creationId xmlns:a16="http://schemas.microsoft.com/office/drawing/2014/main" id="{5275CC5B-9DD2-42FB-A12C-D10D6B34D5E4}"/>
              </a:ext>
            </a:extLst>
          </p:cNvPr>
          <p:cNvSpPr txBox="1">
            <a:spLocks noChangeArrowheads="1"/>
          </p:cNvSpPr>
          <p:nvPr userDrawn="1"/>
        </p:nvSpPr>
        <p:spPr bwMode="auto">
          <a:xfrm>
            <a:off x="5964238" y="6583363"/>
            <a:ext cx="381317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1400" b="1" i="1">
                <a:solidFill>
                  <a:schemeClr val="bg1"/>
                </a:solidFill>
                <a:latin typeface="HG丸ｺﾞｼｯｸM-PRO" pitchFamily="50" charset="-128"/>
                <a:ea typeface="HG丸ｺﾞｼｯｸM-PRO" pitchFamily="50" charset="-128"/>
              </a:defRPr>
            </a:lvl1pPr>
            <a:lvl2pPr marL="742950" indent="-285750">
              <a:defRPr kumimoji="1" sz="1400" b="1" i="1">
                <a:solidFill>
                  <a:schemeClr val="bg1"/>
                </a:solidFill>
                <a:latin typeface="HG丸ｺﾞｼｯｸM-PRO" pitchFamily="50" charset="-128"/>
                <a:ea typeface="HG丸ｺﾞｼｯｸM-PRO" pitchFamily="50" charset="-128"/>
              </a:defRPr>
            </a:lvl2pPr>
            <a:lvl3pPr marL="1143000" indent="-228600">
              <a:defRPr kumimoji="1" sz="1400" b="1" i="1">
                <a:solidFill>
                  <a:schemeClr val="bg1"/>
                </a:solidFill>
                <a:latin typeface="HG丸ｺﾞｼｯｸM-PRO" pitchFamily="50" charset="-128"/>
                <a:ea typeface="HG丸ｺﾞｼｯｸM-PRO" pitchFamily="50" charset="-128"/>
              </a:defRPr>
            </a:lvl3pPr>
            <a:lvl4pPr marL="1600200" indent="-228600">
              <a:defRPr kumimoji="1" sz="1400" b="1" i="1">
                <a:solidFill>
                  <a:schemeClr val="bg1"/>
                </a:solidFill>
                <a:latin typeface="HG丸ｺﾞｼｯｸM-PRO" pitchFamily="50" charset="-128"/>
                <a:ea typeface="HG丸ｺﾞｼｯｸM-PRO" pitchFamily="50" charset="-128"/>
              </a:defRPr>
            </a:lvl4pPr>
            <a:lvl5pPr marL="2057400" indent="-228600">
              <a:defRPr kumimoji="1" sz="1400" b="1" i="1">
                <a:solidFill>
                  <a:schemeClr val="bg1"/>
                </a:solidFill>
                <a:latin typeface="HG丸ｺﾞｼｯｸM-PRO" pitchFamily="50" charset="-128"/>
                <a:ea typeface="HG丸ｺﾞｼｯｸM-PRO" pitchFamily="50" charset="-128"/>
              </a:defRPr>
            </a:lvl5pPr>
            <a:lvl6pPr marL="25146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algn="r" eaLnBrk="1" hangingPunct="1">
              <a:spcBef>
                <a:spcPct val="50000"/>
              </a:spcBef>
              <a:defRPr/>
            </a:pPr>
            <a:r>
              <a:rPr lang="it-IT" altLang="ja-JP" sz="1200" dirty="0">
                <a:solidFill>
                  <a:schemeClr val="tx1"/>
                </a:solidFill>
                <a:effectLst>
                  <a:outerShdw blurRad="38100" dist="38100" dir="2700000" algn="tl">
                    <a:srgbClr val="C0C0C0"/>
                  </a:outerShdw>
                </a:effectLst>
                <a:latin typeface="ＭＳ Ｐゴシック" pitchFamily="50" charset="-128"/>
                <a:ea typeface="ＭＳ Ｐゴシック" pitchFamily="50" charset="-128"/>
              </a:rPr>
              <a:t>USOL VIETNAM Co., Ltd</a:t>
            </a:r>
            <a:endParaRPr lang="en-US" altLang="ja-JP" sz="1200" dirty="0">
              <a:solidFill>
                <a:schemeClr val="tx1"/>
              </a:solidFill>
              <a:effectLst>
                <a:outerShdw blurRad="38100" dist="38100" dir="2700000" algn="tl">
                  <a:srgbClr val="C0C0C0"/>
                </a:outerShdw>
              </a:effectLst>
              <a:latin typeface="ＭＳ Ｐゴシック" pitchFamily="50" charset="-128"/>
              <a:ea typeface="ＭＳ Ｐゴシック" pitchFamily="50" charset="-128"/>
            </a:endParaRPr>
          </a:p>
        </p:txBody>
      </p:sp>
      <p:pic>
        <p:nvPicPr>
          <p:cNvPr id="1033" name="Picture 1031" descr="LogoM">
            <a:extLst>
              <a:ext uri="{FF2B5EF4-FFF2-40B4-BE49-F238E27FC236}">
                <a16:creationId xmlns:a16="http://schemas.microsoft.com/office/drawing/2014/main" id="{7C426F0B-8E88-4132-B8AF-A9C57093698D}"/>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0" y="6638132"/>
            <a:ext cx="946054" cy="204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4" name="Group 7">
            <a:extLst>
              <a:ext uri="{FF2B5EF4-FFF2-40B4-BE49-F238E27FC236}">
                <a16:creationId xmlns:a16="http://schemas.microsoft.com/office/drawing/2014/main" id="{E3F0A595-BBE1-4B7A-B594-6A1BDB4CCD3F}"/>
              </a:ext>
            </a:extLst>
          </p:cNvPr>
          <p:cNvGrpSpPr>
            <a:grpSpLocks/>
          </p:cNvGrpSpPr>
          <p:nvPr userDrawn="1"/>
        </p:nvGrpSpPr>
        <p:grpSpPr bwMode="auto">
          <a:xfrm>
            <a:off x="0" y="-3175"/>
            <a:ext cx="9906000" cy="457200"/>
            <a:chOff x="480" y="0"/>
            <a:chExt cx="5280" cy="384"/>
          </a:xfrm>
        </p:grpSpPr>
        <p:sp>
          <p:nvSpPr>
            <p:cNvPr id="37" name="Rectangle 8">
              <a:extLst>
                <a:ext uri="{FF2B5EF4-FFF2-40B4-BE49-F238E27FC236}">
                  <a16:creationId xmlns:a16="http://schemas.microsoft.com/office/drawing/2014/main" id="{6AD08B79-E74D-46AD-935B-7885C39D329A}"/>
                </a:ext>
              </a:extLst>
            </p:cNvPr>
            <p:cNvSpPr>
              <a:spLocks noChangeArrowheads="1"/>
            </p:cNvSpPr>
            <p:nvPr/>
          </p:nvSpPr>
          <p:spPr bwMode="auto">
            <a:xfrm flipH="1">
              <a:off x="480" y="288"/>
              <a:ext cx="5280" cy="96"/>
            </a:xfrm>
            <a:prstGeom prst="rect">
              <a:avLst/>
            </a:prstGeom>
            <a:gradFill flip="none" rotWithShape="1">
              <a:gsLst>
                <a:gs pos="0">
                  <a:srgbClr val="452D75">
                    <a:gamma/>
                    <a:tint val="0"/>
                    <a:invGamma/>
                  </a:srgbClr>
                </a:gs>
                <a:gs pos="100000">
                  <a:srgbClr val="FF9900"/>
                </a:gs>
              </a:gsLst>
              <a:lin ang="10800000" scaled="1"/>
              <a:tileRect/>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8" name="Rectangle 9">
              <a:extLst>
                <a:ext uri="{FF2B5EF4-FFF2-40B4-BE49-F238E27FC236}">
                  <a16:creationId xmlns:a16="http://schemas.microsoft.com/office/drawing/2014/main" id="{B33C69BC-68BD-4C29-97F4-36AE620BF0BB}"/>
                </a:ext>
              </a:extLst>
            </p:cNvPr>
            <p:cNvSpPr>
              <a:spLocks noChangeArrowheads="1"/>
            </p:cNvSpPr>
            <p:nvPr/>
          </p:nvSpPr>
          <p:spPr bwMode="auto">
            <a:xfrm flipH="1">
              <a:off x="1800" y="192"/>
              <a:ext cx="3960" cy="96"/>
            </a:xfrm>
            <a:prstGeom prst="rect">
              <a:avLst/>
            </a:prstGeom>
            <a:gradFill rotWithShape="0">
              <a:gsLst>
                <a:gs pos="0">
                  <a:srgbClr val="523991">
                    <a:gamma/>
                    <a:tint val="0"/>
                    <a:invGamma/>
                  </a:srgbClr>
                </a:gs>
                <a:gs pos="100000">
                  <a:srgbClr val="FFAA2D"/>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9" name="Rectangle 10">
              <a:extLst>
                <a:ext uri="{FF2B5EF4-FFF2-40B4-BE49-F238E27FC236}">
                  <a16:creationId xmlns:a16="http://schemas.microsoft.com/office/drawing/2014/main" id="{19C90753-9F71-4E42-A751-DE7652699830}"/>
                </a:ext>
              </a:extLst>
            </p:cNvPr>
            <p:cNvSpPr>
              <a:spLocks noChangeArrowheads="1"/>
            </p:cNvSpPr>
            <p:nvPr/>
          </p:nvSpPr>
          <p:spPr bwMode="auto">
            <a:xfrm flipH="1">
              <a:off x="3120" y="96"/>
              <a:ext cx="2640" cy="96"/>
            </a:xfrm>
            <a:prstGeom prst="rect">
              <a:avLst/>
            </a:prstGeom>
            <a:gradFill rotWithShape="0">
              <a:gsLst>
                <a:gs pos="0">
                  <a:srgbClr val="452D75">
                    <a:gamma/>
                    <a:tint val="0"/>
                    <a:invGamma/>
                  </a:srgbClr>
                </a:gs>
                <a:gs pos="100000">
                  <a:srgbClr val="FFB547"/>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40" name="Rectangle 11">
              <a:extLst>
                <a:ext uri="{FF2B5EF4-FFF2-40B4-BE49-F238E27FC236}">
                  <a16:creationId xmlns:a16="http://schemas.microsoft.com/office/drawing/2014/main" id="{2286BAA5-CD17-45D9-9AE7-385F7BC09B89}"/>
                </a:ext>
              </a:extLst>
            </p:cNvPr>
            <p:cNvSpPr>
              <a:spLocks noChangeArrowheads="1"/>
            </p:cNvSpPr>
            <p:nvPr/>
          </p:nvSpPr>
          <p:spPr bwMode="auto">
            <a:xfrm flipH="1">
              <a:off x="4440" y="0"/>
              <a:ext cx="1320" cy="96"/>
            </a:xfrm>
            <a:prstGeom prst="rect">
              <a:avLst/>
            </a:prstGeom>
            <a:gradFill rotWithShape="0">
              <a:gsLst>
                <a:gs pos="0">
                  <a:srgbClr val="523991">
                    <a:gamma/>
                    <a:tint val="0"/>
                    <a:invGamma/>
                  </a:srgbClr>
                </a:gs>
                <a:gs pos="100000">
                  <a:srgbClr val="FFC165"/>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grpSp>
      <p:sp>
        <p:nvSpPr>
          <p:cNvPr id="42" name="Text Box 22">
            <a:extLst>
              <a:ext uri="{FF2B5EF4-FFF2-40B4-BE49-F238E27FC236}">
                <a16:creationId xmlns:a16="http://schemas.microsoft.com/office/drawing/2014/main" id="{9779E748-DE2F-4EBB-B8A7-4682B42515B4}"/>
              </a:ext>
            </a:extLst>
          </p:cNvPr>
          <p:cNvSpPr txBox="1">
            <a:spLocks noChangeArrowheads="1"/>
          </p:cNvSpPr>
          <p:nvPr userDrawn="1"/>
        </p:nvSpPr>
        <p:spPr bwMode="auto">
          <a:xfrm>
            <a:off x="7053263" y="50800"/>
            <a:ext cx="3130550" cy="52387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0066FF"/>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1400" b="1" i="1">
                <a:solidFill>
                  <a:schemeClr val="bg1"/>
                </a:solidFill>
                <a:latin typeface="HG丸ｺﾞｼｯｸM-PRO" pitchFamily="50" charset="-128"/>
                <a:ea typeface="HG丸ｺﾞｼｯｸM-PRO" pitchFamily="50" charset="-128"/>
              </a:defRPr>
            </a:lvl1pPr>
            <a:lvl2pPr marL="742950" indent="-285750">
              <a:defRPr kumimoji="1" sz="1400" b="1" i="1">
                <a:solidFill>
                  <a:schemeClr val="bg1"/>
                </a:solidFill>
                <a:latin typeface="HG丸ｺﾞｼｯｸM-PRO" pitchFamily="50" charset="-128"/>
                <a:ea typeface="HG丸ｺﾞｼｯｸM-PRO" pitchFamily="50" charset="-128"/>
              </a:defRPr>
            </a:lvl2pPr>
            <a:lvl3pPr marL="1143000" indent="-228600">
              <a:defRPr kumimoji="1" sz="1400" b="1" i="1">
                <a:solidFill>
                  <a:schemeClr val="bg1"/>
                </a:solidFill>
                <a:latin typeface="HG丸ｺﾞｼｯｸM-PRO" pitchFamily="50" charset="-128"/>
                <a:ea typeface="HG丸ｺﾞｼｯｸM-PRO" pitchFamily="50" charset="-128"/>
              </a:defRPr>
            </a:lvl3pPr>
            <a:lvl4pPr marL="1600200" indent="-228600">
              <a:defRPr kumimoji="1" sz="1400" b="1" i="1">
                <a:solidFill>
                  <a:schemeClr val="bg1"/>
                </a:solidFill>
                <a:latin typeface="HG丸ｺﾞｼｯｸM-PRO" pitchFamily="50" charset="-128"/>
                <a:ea typeface="HG丸ｺﾞｼｯｸM-PRO" pitchFamily="50" charset="-128"/>
              </a:defRPr>
            </a:lvl4pPr>
            <a:lvl5pPr marL="2057400" indent="-228600">
              <a:defRPr kumimoji="1" sz="1400" b="1" i="1">
                <a:solidFill>
                  <a:schemeClr val="bg1"/>
                </a:solidFill>
                <a:latin typeface="HG丸ｺﾞｼｯｸM-PRO" pitchFamily="50" charset="-128"/>
                <a:ea typeface="HG丸ｺﾞｼｯｸM-PRO" pitchFamily="50" charset="-128"/>
              </a:defRPr>
            </a:lvl5pPr>
            <a:lvl6pPr marL="25146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eaLnBrk="1" hangingPunct="1">
              <a:spcBef>
                <a:spcPct val="50000"/>
              </a:spcBef>
              <a:defRPr/>
            </a:pPr>
            <a:r>
              <a:rPr lang="en-US" altLang="ja-JP" sz="2800" dirty="0" err="1">
                <a:solidFill>
                  <a:schemeClr val="tx1"/>
                </a:solidFill>
                <a:latin typeface="Segoe Script" pitchFamily="34" charset="0"/>
              </a:rPr>
              <a:t>Usol</a:t>
            </a:r>
            <a:r>
              <a:rPr lang="ja-JP" altLang="en-US" sz="2800" i="0" dirty="0">
                <a:solidFill>
                  <a:schemeClr val="tx1"/>
                </a:solidFill>
                <a:latin typeface="Segoe Script" pitchFamily="34" charset="0"/>
              </a:rPr>
              <a:t>   </a:t>
            </a:r>
            <a:r>
              <a:rPr lang="en-US" altLang="ja-JP" sz="2800" dirty="0" err="1">
                <a:latin typeface="Segoe Script" pitchFamily="34" charset="0"/>
              </a:rPr>
              <a:t>ietnam</a:t>
            </a:r>
            <a:endParaRPr lang="ja-JP" altLang="en-US" sz="2800" dirty="0">
              <a:latin typeface="Segoe Script" pitchFamily="34" charset="0"/>
            </a:endParaRPr>
          </a:p>
        </p:txBody>
      </p:sp>
      <p:sp>
        <p:nvSpPr>
          <p:cNvPr id="43" name="正方形/長方形 42">
            <a:extLst>
              <a:ext uri="{FF2B5EF4-FFF2-40B4-BE49-F238E27FC236}">
                <a16:creationId xmlns:a16="http://schemas.microsoft.com/office/drawing/2014/main" id="{3473BC66-2BE3-4BA7-9E94-658F932E5E73}"/>
              </a:ext>
            </a:extLst>
          </p:cNvPr>
          <p:cNvSpPr/>
          <p:nvPr userDrawn="1"/>
        </p:nvSpPr>
        <p:spPr>
          <a:xfrm>
            <a:off x="7953107" y="-179013"/>
            <a:ext cx="469156" cy="707886"/>
          </a:xfrm>
          <a:prstGeom prst="rect">
            <a:avLst/>
          </a:prstGeom>
          <a:noFill/>
        </p:spPr>
        <p:txBody>
          <a:bodyPr>
            <a:spAutoFit/>
          </a:bodyPr>
          <a:lstStyle/>
          <a:p>
            <a:pPr algn="ctr" eaLnBrk="1" hangingPunct="1">
              <a:spcBef>
                <a:spcPct val="50000"/>
              </a:spcBef>
              <a:defRPr/>
            </a:pPr>
            <a:r>
              <a:rPr lang="en-US" altLang="ja-JP" sz="4000" i="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V</a:t>
            </a:r>
            <a:endParaRPr lang="ja-JP" altLang="en-US" sz="4000" i="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sp>
        <p:nvSpPr>
          <p:cNvPr id="35" name="Text Box 11">
            <a:extLst>
              <a:ext uri="{FF2B5EF4-FFF2-40B4-BE49-F238E27FC236}">
                <a16:creationId xmlns:a16="http://schemas.microsoft.com/office/drawing/2014/main" id="{1DC4ECF5-E62B-44AA-90DF-10764551D43E}"/>
              </a:ext>
            </a:extLst>
          </p:cNvPr>
          <p:cNvSpPr txBox="1">
            <a:spLocks noChangeArrowheads="1"/>
          </p:cNvSpPr>
          <p:nvPr userDrawn="1"/>
        </p:nvSpPr>
        <p:spPr bwMode="auto">
          <a:xfrm>
            <a:off x="50800" y="44450"/>
            <a:ext cx="1492250" cy="327025"/>
          </a:xfrm>
          <a:prstGeom prst="rect">
            <a:avLst/>
          </a:prstGeom>
          <a:noFill/>
          <a:ln w="57150" cmpd="thinThick"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marL="179388" eaLnBrk="0" hangingPunct="0">
              <a:defRPr kumimoji="1" sz="1400" b="1" i="1">
                <a:solidFill>
                  <a:schemeClr val="bg1"/>
                </a:solidFill>
                <a:latin typeface="HG丸ｺﾞｼｯｸM-PRO" pitchFamily="50" charset="-128"/>
                <a:ea typeface="HG丸ｺﾞｼｯｸM-PRO" pitchFamily="50" charset="-128"/>
              </a:defRPr>
            </a:lvl1pPr>
            <a:lvl2pPr marL="742950" indent="-285750" eaLnBrk="0" hangingPunct="0">
              <a:defRPr kumimoji="1" sz="1400" b="1" i="1">
                <a:solidFill>
                  <a:schemeClr val="bg1"/>
                </a:solidFill>
                <a:latin typeface="HG丸ｺﾞｼｯｸM-PRO" pitchFamily="50" charset="-128"/>
                <a:ea typeface="HG丸ｺﾞｼｯｸM-PRO" pitchFamily="50" charset="-128"/>
              </a:defRPr>
            </a:lvl2pPr>
            <a:lvl3pPr marL="1143000" indent="-228600" eaLnBrk="0" hangingPunct="0">
              <a:defRPr kumimoji="1" sz="1400" b="1" i="1">
                <a:solidFill>
                  <a:schemeClr val="bg1"/>
                </a:solidFill>
                <a:latin typeface="HG丸ｺﾞｼｯｸM-PRO" pitchFamily="50" charset="-128"/>
                <a:ea typeface="HG丸ｺﾞｼｯｸM-PRO" pitchFamily="50" charset="-128"/>
              </a:defRPr>
            </a:lvl3pPr>
            <a:lvl4pPr marL="1600200" indent="-228600" eaLnBrk="0" hangingPunct="0">
              <a:defRPr kumimoji="1" sz="1400" b="1" i="1">
                <a:solidFill>
                  <a:schemeClr val="bg1"/>
                </a:solidFill>
                <a:latin typeface="HG丸ｺﾞｼｯｸM-PRO" pitchFamily="50" charset="-128"/>
                <a:ea typeface="HG丸ｺﾞｼｯｸM-PRO" pitchFamily="50" charset="-128"/>
              </a:defRPr>
            </a:lvl4pPr>
            <a:lvl5pPr marL="2057400" indent="-228600" eaLnBrk="0" hangingPunct="0">
              <a:defRPr kumimoji="1" sz="1400" b="1" i="1">
                <a:solidFill>
                  <a:schemeClr val="bg1"/>
                </a:solidFill>
                <a:latin typeface="HG丸ｺﾞｼｯｸM-PRO" pitchFamily="50" charset="-128"/>
                <a:ea typeface="HG丸ｺﾞｼｯｸM-PRO" pitchFamily="50" charset="-128"/>
              </a:defRPr>
            </a:lvl5pPr>
            <a:lvl6pPr marL="25146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eaLnBrk="1" hangingPunct="1">
              <a:spcBef>
                <a:spcPct val="50000"/>
              </a:spcBef>
              <a:defRPr/>
            </a:pPr>
            <a:r>
              <a:rPr lang="en-US" altLang="ja-JP" sz="1800" i="0" dirty="0">
                <a:solidFill>
                  <a:srgbClr val="FF0000"/>
                </a:solidFill>
                <a:latin typeface="ＭＳ Ｐゴシック" pitchFamily="50" charset="-128"/>
                <a:ea typeface="ＭＳ Ｐゴシック" pitchFamily="50" charset="-128"/>
              </a:rPr>
              <a:t>Confidential</a:t>
            </a:r>
            <a:endParaRPr lang="en-US" sz="1800" i="0" dirty="0">
              <a:solidFill>
                <a:srgbClr val="FF0000"/>
              </a:solidFill>
              <a:latin typeface="ＭＳ Ｐゴシック" pitchFamily="50" charset="-128"/>
              <a:ea typeface="ＭＳ Ｐゴシック" pitchFamily="50" charset="-128"/>
            </a:endParaRPr>
          </a:p>
        </p:txBody>
      </p:sp>
      <p:sp>
        <p:nvSpPr>
          <p:cNvPr id="18" name="Rectangle 4">
            <a:extLst>
              <a:ext uri="{FF2B5EF4-FFF2-40B4-BE49-F238E27FC236}">
                <a16:creationId xmlns:a16="http://schemas.microsoft.com/office/drawing/2014/main" id="{A04B0585-20B2-4596-93D7-54D1340E0964}"/>
              </a:ext>
            </a:extLst>
          </p:cNvPr>
          <p:cNvSpPr>
            <a:spLocks noGrp="1" noChangeArrowheads="1"/>
          </p:cNvSpPr>
          <p:nvPr>
            <p:ph type="dt" sz="half" idx="2"/>
          </p:nvPr>
        </p:nvSpPr>
        <p:spPr>
          <a:xfrm>
            <a:off x="3033266" y="6653213"/>
            <a:ext cx="2063750" cy="204787"/>
          </a:xfrm>
          <a:prstGeom prst="rect">
            <a:avLst/>
          </a:prstGeom>
        </p:spPr>
        <p:txBody>
          <a:bodyPr anchor="ctr"/>
          <a:lstStyle>
            <a:lvl1pPr>
              <a:defRPr sz="1050"/>
            </a:lvl1pPr>
          </a:lstStyle>
          <a:p>
            <a:pPr>
              <a:defRPr/>
            </a:pPr>
            <a:endParaRPr lang="en-US" altLang="ja-JP" dirty="0"/>
          </a:p>
        </p:txBody>
      </p:sp>
      <p:sp>
        <p:nvSpPr>
          <p:cNvPr id="19" name="Rectangle 6">
            <a:extLst>
              <a:ext uri="{FF2B5EF4-FFF2-40B4-BE49-F238E27FC236}">
                <a16:creationId xmlns:a16="http://schemas.microsoft.com/office/drawing/2014/main" id="{C5564842-B2E4-45CE-AB60-14A7558DAFA0}"/>
              </a:ext>
            </a:extLst>
          </p:cNvPr>
          <p:cNvSpPr>
            <a:spLocks noGrp="1" noChangeArrowheads="1"/>
          </p:cNvSpPr>
          <p:nvPr>
            <p:ph type="sldNum" sz="quarter" idx="4"/>
          </p:nvPr>
        </p:nvSpPr>
        <p:spPr>
          <a:xfrm>
            <a:off x="5097463" y="6653213"/>
            <a:ext cx="2063750" cy="204787"/>
          </a:xfrm>
          <a:prstGeom prst="rect">
            <a:avLst/>
          </a:prstGeom>
        </p:spPr>
        <p:txBody>
          <a:bodyPr anchor="ctr"/>
          <a:lstStyle>
            <a:lvl1pPr>
              <a:defRPr sz="1050"/>
            </a:lvl1pPr>
          </a:lstStyle>
          <a:p>
            <a:pPr>
              <a:defRPr/>
            </a:pPr>
            <a:r>
              <a:rPr lang="en-US" altLang="ja-JP"/>
              <a:t>Page</a:t>
            </a:r>
            <a:r>
              <a:rPr lang="ja-JP" altLang="en-US"/>
              <a:t>　</a:t>
            </a:r>
            <a:r>
              <a:rPr lang="en-US" altLang="ja-JP"/>
              <a:t>:</a:t>
            </a:r>
            <a:r>
              <a:rPr lang="ja-JP" altLang="en-US"/>
              <a:t> </a:t>
            </a:r>
            <a:fld id="{79353177-B86D-4022-983D-1132BA6711EB}" type="slidenum">
              <a:rPr lang="en-US" altLang="ja-JP" smtClean="0"/>
              <a:pPr>
                <a:defRPr/>
              </a:pPr>
              <a:t>‹#›</a:t>
            </a:fld>
            <a:endParaRPr lang="en-US" altLang="ja-JP"/>
          </a:p>
        </p:txBody>
      </p:sp>
      <p:pic>
        <p:nvPicPr>
          <p:cNvPr id="21" name="BIPROGYロゴ">
            <a:extLst>
              <a:ext uri="{FF2B5EF4-FFF2-40B4-BE49-F238E27FC236}">
                <a16:creationId xmlns:a16="http://schemas.microsoft.com/office/drawing/2014/main" id="{3F93CD62-EE3C-4414-B5A1-AE038ED135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143308" y="6590834"/>
            <a:ext cx="1692703" cy="298366"/>
          </a:xfrm>
          <a:prstGeom prst="rect">
            <a:avLst/>
          </a:prstGeom>
        </p:spPr>
      </p:pic>
    </p:spTree>
  </p:cSld>
  <p:clrMap bg1="lt1" tx1="dk1" bg2="lt2" tx2="dk2" accent1="accent1" accent2="accent2" accent3="accent3" accent4="accent4" accent5="accent5" accent6="accent6" hlink="hlink" folHlink="folHlink"/>
  <p:sldLayoutIdLst>
    <p:sldLayoutId id="2147483790" r:id="rId1"/>
    <p:sldLayoutId id="2147483791" r:id="rId2"/>
    <p:sldLayoutId id="2147483794" r:id="rId3"/>
    <p:sldLayoutId id="2147483792" r:id="rId4"/>
    <p:sldLayoutId id="2147483789" r:id="rId5"/>
    <p:sldLayoutId id="2147483793" r:id="rId6"/>
  </p:sldLayoutIdLst>
  <p:hf hdr="0" ftr="0" dt="0"/>
  <p:txStyles>
    <p:titleStyle>
      <a:lvl1pPr algn="l" rtl="0" eaLnBrk="1" fontAlgn="base" hangingPunct="1">
        <a:spcBef>
          <a:spcPct val="0"/>
        </a:spcBef>
        <a:spcAft>
          <a:spcPct val="0"/>
        </a:spcAft>
        <a:defRPr kumimoji="1" sz="3600">
          <a:solidFill>
            <a:schemeClr val="tx2"/>
          </a:solidFill>
          <a:latin typeface="Meiryo UI" panose="020B0604030504040204" pitchFamily="50" charset="-128"/>
          <a:ea typeface="Meiryo UI" panose="020B0604030504040204" pitchFamily="50" charset="-128"/>
          <a:cs typeface="Meiryo UI" panose="020B0604030504040204" pitchFamily="50" charset="-128"/>
        </a:defRPr>
      </a:lvl1pPr>
      <a:lvl2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2pPr>
      <a:lvl3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3pPr>
      <a:lvl4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4pPr>
      <a:lvl5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5pPr>
      <a:lvl6pPr marL="4572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9pPr>
    </p:titleStyle>
    <p:bodyStyle>
      <a:lvl1pPr marL="342900" indent="-342900" algn="l" rtl="0" eaLnBrk="1" fontAlgn="base" hangingPunct="1">
        <a:spcBef>
          <a:spcPct val="20000"/>
        </a:spcBef>
        <a:spcAft>
          <a:spcPct val="0"/>
        </a:spcAft>
        <a:buChar char="•"/>
        <a:defRPr kumimoji="1" sz="3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742950" indent="-285750" algn="l" rtl="0" eaLnBrk="1" fontAlgn="base" hangingPunct="1">
        <a:spcBef>
          <a:spcPct val="20000"/>
        </a:spcBef>
        <a:spcAft>
          <a:spcPct val="0"/>
        </a:spcAft>
        <a:buChar char="–"/>
        <a:defRPr kumimoji="1" sz="28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1143000" indent="-228600" algn="l" rtl="0" eaLnBrk="1" fontAlgn="base" hangingPunct="1">
        <a:spcBef>
          <a:spcPct val="20000"/>
        </a:spcBef>
        <a:spcAft>
          <a:spcPct val="0"/>
        </a:spcAft>
        <a:buChar char="•"/>
        <a:defRPr kumimoji="1" sz="2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600200" indent="-228600" algn="l" rtl="0" eaLnBrk="1" fontAlgn="base" hangingPunct="1">
        <a:spcBef>
          <a:spcPct val="20000"/>
        </a:spcBef>
        <a:spcAft>
          <a:spcPct val="0"/>
        </a:spcAft>
        <a:buChar char="–"/>
        <a:defRPr kumimoji="1" sz="20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2057400" indent="-228600" algn="l" rtl="0" eaLnBrk="1" fontAlgn="base" hangingPunct="1">
        <a:spcBef>
          <a:spcPct val="20000"/>
        </a:spcBef>
        <a:spcAft>
          <a:spcPct val="0"/>
        </a:spcAft>
        <a:buChar char="»"/>
        <a:defRPr kumimoji="1" sz="20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144D352-923E-E6B6-4D8A-AB66C88BC3CC}"/>
              </a:ext>
            </a:extLst>
          </p:cNvPr>
          <p:cNvSpPr>
            <a:spLocks noGrp="1"/>
          </p:cNvSpPr>
          <p:nvPr>
            <p:ph type="title"/>
          </p:nvPr>
        </p:nvSpPr>
        <p:spPr>
          <a:xfrm>
            <a:off x="681038" y="365125"/>
            <a:ext cx="8543925"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0BC59BC7-F850-7C36-754E-E6369E518C47}"/>
              </a:ext>
            </a:extLst>
          </p:cNvPr>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E06DDECD-4404-C7CD-5336-354F8B649232}"/>
              </a:ext>
            </a:extLst>
          </p:cNvPr>
          <p:cNvSpPr>
            <a:spLocks noGrp="1"/>
          </p:cNvSpPr>
          <p:nvPr>
            <p:ph type="dt" sz="half" idx="2"/>
          </p:nvPr>
        </p:nvSpPr>
        <p:spPr>
          <a:xfrm>
            <a:off x="681038" y="6356350"/>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E4D65A-0EC1-4CBC-8539-F9FD2B92F981}" type="datetimeFigureOut">
              <a:rPr kumimoji="1" lang="ja-JP" altLang="en-US" smtClean="0"/>
              <a:t>2026/9/16</a:t>
            </a:fld>
            <a:endParaRPr kumimoji="1" lang="ja-JP" altLang="en-US"/>
          </a:p>
        </p:txBody>
      </p:sp>
      <p:sp>
        <p:nvSpPr>
          <p:cNvPr id="5" name="フッター プレースホルダー 4">
            <a:extLst>
              <a:ext uri="{FF2B5EF4-FFF2-40B4-BE49-F238E27FC236}">
                <a16:creationId xmlns:a16="http://schemas.microsoft.com/office/drawing/2014/main" id="{8390F2CC-709C-7ED4-7144-F5EFE9F7868F}"/>
              </a:ext>
            </a:extLst>
          </p:cNvPr>
          <p:cNvSpPr>
            <a:spLocks noGrp="1"/>
          </p:cNvSpPr>
          <p:nvPr>
            <p:ph type="ftr" sz="quarter" idx="3"/>
          </p:nvPr>
        </p:nvSpPr>
        <p:spPr>
          <a:xfrm>
            <a:off x="3281363" y="6356350"/>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0AF8815-82A4-7D2E-5978-31B8771F562E}"/>
              </a:ext>
            </a:extLst>
          </p:cNvPr>
          <p:cNvSpPr>
            <a:spLocks noGrp="1"/>
          </p:cNvSpPr>
          <p:nvPr>
            <p:ph type="sldNum" sz="quarter" idx="4"/>
          </p:nvPr>
        </p:nvSpPr>
        <p:spPr>
          <a:xfrm>
            <a:off x="6996113" y="6356350"/>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9F6F0A-8A1E-43EE-8FCD-0197D0B3E278}" type="slidenum">
              <a:rPr kumimoji="1" lang="ja-JP" altLang="en-US" smtClean="0"/>
              <a:t>‹#›</a:t>
            </a:fld>
            <a:endParaRPr kumimoji="1" lang="ja-JP" altLang="en-US"/>
          </a:p>
        </p:txBody>
      </p:sp>
    </p:spTree>
    <p:extLst>
      <p:ext uri="{BB962C8B-B14F-4D97-AF65-F5344CB8AC3E}">
        <p14:creationId xmlns:p14="http://schemas.microsoft.com/office/powerpoint/2010/main" val="3079028108"/>
      </p:ext>
    </p:extLst>
  </p:cSld>
  <p:clrMap bg1="lt1" tx1="dk1" bg2="lt2" tx2="dk2" accent1="accent1" accent2="accent2" accent3="accent3" accent4="accent4" accent5="accent5" accent6="accent6" hlink="hlink" folHlink="folHlink"/>
  <p:sldLayoutIdLst>
    <p:sldLayoutId id="2147483803" r:id="rId1"/>
  </p:sldLayoutIdLst>
  <p:txStyles>
    <p:titleStyle>
      <a:lvl1pPr algn="l" defTabSz="914400" rtl="0" eaLnBrk="1" latinLnBrk="0" hangingPunct="1">
        <a:lnSpc>
          <a:spcPct val="90000"/>
        </a:lnSpc>
        <a:spcBef>
          <a:spcPct val="0"/>
        </a:spcBef>
        <a:buNone/>
        <a:defRPr kumimoji="1" sz="4400" kern="1200">
          <a:solidFill>
            <a:schemeClr val="tx1"/>
          </a:solidFill>
          <a:latin typeface="ADLaM Display" panose="02010000000000000000" pitchFamily="2" charset="0"/>
          <a:ea typeface="+mj-ea"/>
          <a:cs typeface="ADLaM Display" panose="0201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C61E3-7210-D801-C73E-18DF39FE6C40}"/>
              </a:ext>
            </a:extLst>
          </p:cNvPr>
          <p:cNvSpPr>
            <a:spLocks noGrp="1"/>
          </p:cNvSpPr>
          <p:nvPr>
            <p:ph type="ctrTitle"/>
          </p:nvPr>
        </p:nvSpPr>
        <p:spPr>
          <a:xfrm>
            <a:off x="0" y="2130425"/>
            <a:ext cx="9906000" cy="3584575"/>
          </a:xfrm>
        </p:spPr>
        <p:txBody>
          <a:bodyPr>
            <a:noAutofit/>
          </a:bodyPr>
          <a:lstStyle/>
          <a:p>
            <a:pPr algn="ctr" eaLnBrk="0" hangingPunct="0"/>
            <a:r>
              <a:rPr kumimoji="1" lang="en-US" altLang="ja-JP" dirty="0">
                <a:latin typeface="+mj-lt"/>
                <a:cs typeface="Times New Roman" panose="02020603050405020304" pitchFamily="18" charset="0"/>
              </a:rPr>
              <a:t>Functional Programming using</a:t>
            </a:r>
            <a:br>
              <a:rPr kumimoji="1" lang="en-US" altLang="ja-JP" dirty="0">
                <a:latin typeface="+mj-lt"/>
                <a:cs typeface="Times New Roman" panose="02020603050405020304" pitchFamily="18" charset="0"/>
              </a:rPr>
            </a:br>
            <a:r>
              <a:rPr kumimoji="1" lang="en-US" altLang="ja-JP" dirty="0">
                <a:latin typeface="+mj-lt"/>
                <a:cs typeface="Times New Roman" panose="02020603050405020304" pitchFamily="18" charset="0"/>
              </a:rPr>
              <a:t>Lambda Expression</a:t>
            </a:r>
            <a:br>
              <a:rPr kumimoji="1" lang="en-US" altLang="ja-JP" dirty="0">
                <a:latin typeface="+mj-lt"/>
                <a:cs typeface="Times New Roman" panose="02020603050405020304" pitchFamily="18" charset="0"/>
              </a:rPr>
            </a:br>
            <a:r>
              <a:rPr kumimoji="1" lang="en-US" altLang="ja-JP" dirty="0" err="1">
                <a:latin typeface="+mj-lt"/>
                <a:cs typeface="Times New Roman" panose="02020603050405020304" pitchFamily="18" charset="0"/>
              </a:rPr>
              <a:t>Lập</a:t>
            </a:r>
            <a:r>
              <a:rPr kumimoji="1" lang="en-US" altLang="ja-JP" dirty="0">
                <a:latin typeface="+mj-lt"/>
                <a:cs typeface="Times New Roman" panose="02020603050405020304" pitchFamily="18" charset="0"/>
              </a:rPr>
              <a:t> </a:t>
            </a:r>
            <a:r>
              <a:rPr kumimoji="1" lang="en-US" altLang="ja-JP" dirty="0" err="1">
                <a:latin typeface="+mj-lt"/>
                <a:cs typeface="Times New Roman" panose="02020603050405020304" pitchFamily="18" charset="0"/>
              </a:rPr>
              <a:t>trình</a:t>
            </a:r>
            <a:r>
              <a:rPr kumimoji="1" lang="en-US" altLang="ja-JP" dirty="0">
                <a:latin typeface="+mj-lt"/>
                <a:cs typeface="Times New Roman" panose="02020603050405020304" pitchFamily="18" charset="0"/>
              </a:rPr>
              <a:t> </a:t>
            </a:r>
            <a:r>
              <a:rPr kumimoji="1" lang="en-US" altLang="ja-JP" dirty="0" err="1">
                <a:latin typeface="+mj-lt"/>
                <a:cs typeface="Times New Roman" panose="02020603050405020304" pitchFamily="18" charset="0"/>
              </a:rPr>
              <a:t>chức</a:t>
            </a:r>
            <a:r>
              <a:rPr kumimoji="1" lang="en-US" altLang="ja-JP" dirty="0">
                <a:latin typeface="+mj-lt"/>
                <a:cs typeface="Times New Roman" panose="02020603050405020304" pitchFamily="18" charset="0"/>
              </a:rPr>
              <a:t> </a:t>
            </a:r>
            <a:r>
              <a:rPr kumimoji="1" lang="en-US" altLang="ja-JP" dirty="0" err="1">
                <a:latin typeface="+mj-lt"/>
                <a:cs typeface="Times New Roman" panose="02020603050405020304" pitchFamily="18" charset="0"/>
              </a:rPr>
              <a:t>năng</a:t>
            </a:r>
            <a:r>
              <a:rPr kumimoji="1" lang="en-US" altLang="ja-JP" dirty="0">
                <a:latin typeface="+mj-lt"/>
                <a:cs typeface="Times New Roman" panose="02020603050405020304" pitchFamily="18" charset="0"/>
              </a:rPr>
              <a:t> </a:t>
            </a:r>
            <a:r>
              <a:rPr kumimoji="1" lang="en-US" altLang="ja-JP" dirty="0" err="1">
                <a:latin typeface="+mj-lt"/>
                <a:cs typeface="Times New Roman" panose="02020603050405020304" pitchFamily="18" charset="0"/>
              </a:rPr>
              <a:t>sử</a:t>
            </a:r>
            <a:r>
              <a:rPr kumimoji="1" lang="en-US" altLang="ja-JP" dirty="0">
                <a:latin typeface="+mj-lt"/>
                <a:cs typeface="Times New Roman" panose="02020603050405020304" pitchFamily="18" charset="0"/>
              </a:rPr>
              <a:t> </a:t>
            </a:r>
            <a:r>
              <a:rPr kumimoji="1" lang="en-US" altLang="ja-JP" dirty="0" err="1">
                <a:latin typeface="+mj-lt"/>
                <a:cs typeface="Times New Roman" panose="02020603050405020304" pitchFamily="18" charset="0"/>
              </a:rPr>
              <a:t>dụng</a:t>
            </a:r>
            <a:r>
              <a:rPr kumimoji="1" lang="en-US" altLang="ja-JP" dirty="0">
                <a:latin typeface="+mj-lt"/>
                <a:cs typeface="Times New Roman" panose="02020603050405020304" pitchFamily="18" charset="0"/>
              </a:rPr>
              <a:t> </a:t>
            </a:r>
            <a:r>
              <a:rPr kumimoji="1" lang="en-US" altLang="ja-JP" dirty="0" err="1">
                <a:latin typeface="+mj-lt"/>
                <a:cs typeface="Times New Roman" panose="02020603050405020304" pitchFamily="18" charset="0"/>
              </a:rPr>
              <a:t>biểu</a:t>
            </a:r>
            <a:r>
              <a:rPr kumimoji="1" lang="en-US" altLang="ja-JP" dirty="0">
                <a:latin typeface="+mj-lt"/>
                <a:cs typeface="Times New Roman" panose="02020603050405020304" pitchFamily="18" charset="0"/>
              </a:rPr>
              <a:t> </a:t>
            </a:r>
            <a:r>
              <a:rPr kumimoji="1" lang="en-US" altLang="ja-JP" dirty="0" err="1">
                <a:latin typeface="+mj-lt"/>
                <a:cs typeface="Times New Roman" panose="02020603050405020304" pitchFamily="18" charset="0"/>
              </a:rPr>
              <a:t>thức</a:t>
            </a:r>
            <a:r>
              <a:rPr kumimoji="1" lang="en-US" altLang="ja-JP" dirty="0">
                <a:latin typeface="+mj-lt"/>
                <a:cs typeface="Times New Roman" panose="02020603050405020304" pitchFamily="18" charset="0"/>
              </a:rPr>
              <a:t> Lambda</a:t>
            </a:r>
            <a:endParaRPr kumimoji="1" lang="ja-JP" altLang="en-US" dirty="0">
              <a:latin typeface="+mj-lt"/>
              <a:cs typeface="Times New Roman" panose="02020603050405020304" pitchFamily="18" charset="0"/>
            </a:endParaRPr>
          </a:p>
        </p:txBody>
      </p:sp>
    </p:spTree>
    <p:extLst>
      <p:ext uri="{BB962C8B-B14F-4D97-AF65-F5344CB8AC3E}">
        <p14:creationId xmlns:p14="http://schemas.microsoft.com/office/powerpoint/2010/main" val="4232930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234C5-78B9-B565-9D4A-711575D9C0EA}"/>
              </a:ext>
            </a:extLst>
          </p:cNvPr>
          <p:cNvSpPr>
            <a:spLocks noGrp="1"/>
          </p:cNvSpPr>
          <p:nvPr>
            <p:ph type="title"/>
          </p:nvPr>
        </p:nvSpPr>
        <p:spPr/>
        <p:txBody>
          <a:bodyPr>
            <a:normAutofit fontScale="90000"/>
          </a:bodyPr>
          <a:lstStyle/>
          <a:p>
            <a:r>
              <a:rPr lang="en-US" altLang="ja-JP" dirty="0">
                <a:cs typeface="Times New Roman" panose="02020603050405020304" pitchFamily="18" charset="0"/>
              </a:rPr>
              <a:t>Functional Programming</a:t>
            </a:r>
            <a:endParaRPr kumimoji="1" lang="ja-JP" altLang="en-US" dirty="0"/>
          </a:p>
        </p:txBody>
      </p:sp>
      <p:sp>
        <p:nvSpPr>
          <p:cNvPr id="3" name="Content Placeholder 2">
            <a:extLst>
              <a:ext uri="{FF2B5EF4-FFF2-40B4-BE49-F238E27FC236}">
                <a16:creationId xmlns:a16="http://schemas.microsoft.com/office/drawing/2014/main" id="{46658083-7D95-D5C0-DD34-9F58633D50F8}"/>
              </a:ext>
            </a:extLst>
          </p:cNvPr>
          <p:cNvSpPr>
            <a:spLocks noGrp="1"/>
          </p:cNvSpPr>
          <p:nvPr>
            <p:ph idx="1"/>
          </p:nvPr>
        </p:nvSpPr>
        <p:spPr/>
        <p:txBody>
          <a:bodyPr>
            <a:normAutofit/>
          </a:bodyPr>
          <a:lstStyle/>
          <a:p>
            <a:r>
              <a:rPr lang="en-US" altLang="ja-JP" dirty="0" err="1"/>
              <a:t>Từ</a:t>
            </a:r>
            <a:r>
              <a:rPr lang="en-US" altLang="ja-JP" dirty="0"/>
              <a:t> Java 8 h</a:t>
            </a:r>
            <a:r>
              <a:rPr lang="ja-JP" altLang="ja-JP" dirty="0"/>
              <a:t>ỗ trợ lập trình chức năng thông qua các biểu thức lambda. </a:t>
            </a:r>
            <a:endParaRPr lang="en-US" altLang="ja-JP" dirty="0"/>
          </a:p>
          <a:p>
            <a:endParaRPr lang="en-US" altLang="ja-JP" dirty="0"/>
          </a:p>
          <a:p>
            <a:r>
              <a:rPr lang="ja-JP" altLang="ja-JP" dirty="0"/>
              <a:t>Trước Java 8, viết mã theo phong cách bắt buộc</a:t>
            </a:r>
            <a:r>
              <a:rPr lang="en-US" altLang="ja-JP" dirty="0"/>
              <a:t> (</a:t>
            </a:r>
            <a:r>
              <a:rPr lang="ja-JP" altLang="ja-JP" dirty="0"/>
              <a:t>Imperative Programming</a:t>
            </a:r>
            <a:r>
              <a:rPr lang="en-US" altLang="ja-JP" dirty="0"/>
              <a:t>)</a:t>
            </a:r>
            <a:r>
              <a:rPr lang="ja-JP" altLang="ja-JP" dirty="0"/>
              <a:t>. </a:t>
            </a:r>
            <a:endParaRPr lang="en-US" altLang="ja-JP" dirty="0"/>
          </a:p>
          <a:p>
            <a:endParaRPr lang="en-US" altLang="ja-JP" dirty="0"/>
          </a:p>
          <a:p>
            <a:r>
              <a:rPr lang="ja-JP" altLang="ja-JP" dirty="0"/>
              <a:t>Nhưng sau Java 8, </a:t>
            </a:r>
            <a:r>
              <a:rPr lang="en-US" altLang="ja-JP" dirty="0" err="1"/>
              <a:t>phong</a:t>
            </a:r>
            <a:r>
              <a:rPr lang="en-US" altLang="ja-JP" dirty="0"/>
              <a:t> </a:t>
            </a:r>
            <a:r>
              <a:rPr lang="en-US" altLang="ja-JP" dirty="0" err="1"/>
              <a:t>cách</a:t>
            </a:r>
            <a:r>
              <a:rPr lang="en-US" altLang="ja-JP" dirty="0"/>
              <a:t> </a:t>
            </a:r>
            <a:r>
              <a:rPr lang="ja-JP" altLang="ja-JP" dirty="0"/>
              <a:t>thay đổi hướng tới lập trình chức năng</a:t>
            </a:r>
            <a:endParaRPr lang="en-US" altLang="ja-JP" dirty="0"/>
          </a:p>
        </p:txBody>
      </p:sp>
      <p:sp>
        <p:nvSpPr>
          <p:cNvPr id="4" name="Slide Number Placeholder 3">
            <a:extLst>
              <a:ext uri="{FF2B5EF4-FFF2-40B4-BE49-F238E27FC236}">
                <a16:creationId xmlns:a16="http://schemas.microsoft.com/office/drawing/2014/main" id="{FF59DDF5-315B-1C02-05E9-1A69D8A23DBA}"/>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2</a:t>
            </a:fld>
            <a:endParaRPr lang="en-US" altLang="ja-JP"/>
          </a:p>
        </p:txBody>
      </p:sp>
    </p:spTree>
    <p:extLst>
      <p:ext uri="{BB962C8B-B14F-4D97-AF65-F5344CB8AC3E}">
        <p14:creationId xmlns:p14="http://schemas.microsoft.com/office/powerpoint/2010/main" val="3424131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96DBB-B1EC-D6DD-5B14-46FF636EC219}"/>
              </a:ext>
            </a:extLst>
          </p:cNvPr>
          <p:cNvSpPr>
            <a:spLocks noGrp="1"/>
          </p:cNvSpPr>
          <p:nvPr>
            <p:ph type="title"/>
          </p:nvPr>
        </p:nvSpPr>
        <p:spPr/>
        <p:txBody>
          <a:bodyPr>
            <a:normAutofit fontScale="90000"/>
          </a:bodyPr>
          <a:lstStyle/>
          <a:p>
            <a:r>
              <a:rPr kumimoji="1" lang="en-US" altLang="ja-JP" dirty="0"/>
              <a:t>Phong </a:t>
            </a:r>
            <a:r>
              <a:rPr kumimoji="1" lang="en-US" altLang="ja-JP" dirty="0" err="1"/>
              <a:t>cách</a:t>
            </a:r>
            <a:r>
              <a:rPr kumimoji="1" lang="en-US" altLang="ja-JP" dirty="0"/>
              <a:t> </a:t>
            </a:r>
            <a:r>
              <a:rPr kumimoji="1" lang="en-US" altLang="ja-JP" dirty="0" err="1"/>
              <a:t>lập</a:t>
            </a:r>
            <a:r>
              <a:rPr kumimoji="1" lang="en-US" altLang="ja-JP" dirty="0"/>
              <a:t> </a:t>
            </a:r>
            <a:r>
              <a:rPr kumimoji="1" lang="en-US" altLang="ja-JP" dirty="0" err="1"/>
              <a:t>trình</a:t>
            </a:r>
            <a:endParaRPr kumimoji="1" lang="ja-JP" altLang="en-US" dirty="0"/>
          </a:p>
        </p:txBody>
      </p:sp>
      <p:sp>
        <p:nvSpPr>
          <p:cNvPr id="3" name="Content Placeholder 2">
            <a:extLst>
              <a:ext uri="{FF2B5EF4-FFF2-40B4-BE49-F238E27FC236}">
                <a16:creationId xmlns:a16="http://schemas.microsoft.com/office/drawing/2014/main" id="{C7F255E4-67E0-329D-54BB-8DEDC0E2F202}"/>
              </a:ext>
            </a:extLst>
          </p:cNvPr>
          <p:cNvSpPr>
            <a:spLocks noGrp="1"/>
          </p:cNvSpPr>
          <p:nvPr>
            <p:ph idx="1"/>
          </p:nvPr>
        </p:nvSpPr>
        <p:spPr/>
        <p:txBody>
          <a:bodyPr/>
          <a:lstStyle/>
          <a:p>
            <a:r>
              <a:rPr lang="ja-JP" altLang="ja-JP" dirty="0"/>
              <a:t>Imperative Programming (Lập trình mệnh lệnh)</a:t>
            </a:r>
            <a:endParaRPr lang="en-US" altLang="ja-JP" dirty="0"/>
          </a:p>
          <a:p>
            <a:pPr lvl="1"/>
            <a:r>
              <a:rPr lang="en-US" altLang="ja-JP" dirty="0"/>
              <a:t>C</a:t>
            </a:r>
            <a:r>
              <a:rPr lang="ja-JP" altLang="ja-JP" dirty="0"/>
              <a:t>hỉ rõ từng bước để máy tính thực hiện.</a:t>
            </a:r>
            <a:endParaRPr lang="en-US" altLang="ja-JP" dirty="0"/>
          </a:p>
          <a:p>
            <a:r>
              <a:rPr lang="ja-JP" altLang="ja-JP" dirty="0"/>
              <a:t>Declarative Programming (Lập trình khai báo)</a:t>
            </a:r>
            <a:endParaRPr lang="en-US" altLang="ja-JP" dirty="0"/>
          </a:p>
          <a:p>
            <a:pPr lvl="1"/>
            <a:r>
              <a:rPr lang="en-US" altLang="ja-JP" dirty="0"/>
              <a:t>M</a:t>
            </a:r>
            <a:r>
              <a:rPr lang="ja-JP" altLang="ja-JP" dirty="0"/>
              <a:t>ô tả kết quả mong muốn, còn hệ thống tự quyết định cách thực hiện.</a:t>
            </a:r>
          </a:p>
          <a:p>
            <a:pPr lvl="1"/>
            <a:endParaRPr lang="ja-JP" altLang="ja-JP" dirty="0"/>
          </a:p>
          <a:p>
            <a:endParaRPr lang="en-US" altLang="ja-JP" dirty="0"/>
          </a:p>
          <a:p>
            <a:pPr lvl="1"/>
            <a:endParaRPr lang="ja-JP" altLang="ja-JP" dirty="0"/>
          </a:p>
          <a:p>
            <a:endParaRPr lang="ja-JP" altLang="ja-JP" dirty="0"/>
          </a:p>
          <a:p>
            <a:endParaRPr kumimoji="1" lang="ja-JP" altLang="en-US" dirty="0"/>
          </a:p>
        </p:txBody>
      </p:sp>
      <p:sp>
        <p:nvSpPr>
          <p:cNvPr id="4" name="Slide Number Placeholder 3">
            <a:extLst>
              <a:ext uri="{FF2B5EF4-FFF2-40B4-BE49-F238E27FC236}">
                <a16:creationId xmlns:a16="http://schemas.microsoft.com/office/drawing/2014/main" id="{F7424955-880C-E701-6F12-5781F764B1D6}"/>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3</a:t>
            </a:fld>
            <a:endParaRPr lang="en-US" altLang="ja-JP"/>
          </a:p>
        </p:txBody>
      </p:sp>
    </p:spTree>
    <p:extLst>
      <p:ext uri="{BB962C8B-B14F-4D97-AF65-F5344CB8AC3E}">
        <p14:creationId xmlns:p14="http://schemas.microsoft.com/office/powerpoint/2010/main" val="2185608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0A2C7-1A7C-CF0F-458E-A065258587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9B3FFF-B230-D9F2-51E3-EED7B40E62A4}"/>
              </a:ext>
            </a:extLst>
          </p:cNvPr>
          <p:cNvSpPr>
            <a:spLocks noGrp="1"/>
          </p:cNvSpPr>
          <p:nvPr>
            <p:ph type="title"/>
          </p:nvPr>
        </p:nvSpPr>
        <p:spPr/>
        <p:txBody>
          <a:bodyPr>
            <a:normAutofit fontScale="90000"/>
          </a:bodyPr>
          <a:lstStyle/>
          <a:p>
            <a:pPr fontAlgn="t">
              <a:lnSpc>
                <a:spcPct val="100000"/>
              </a:lnSpc>
              <a:buNone/>
            </a:pPr>
            <a:r>
              <a:rPr lang="ja-JP" altLang="ja-JP" dirty="0"/>
              <a:t>Imperative Programming</a:t>
            </a:r>
          </a:p>
        </p:txBody>
      </p:sp>
      <p:graphicFrame>
        <p:nvGraphicFramePr>
          <p:cNvPr id="5" name="Content Placeholder 4">
            <a:extLst>
              <a:ext uri="{FF2B5EF4-FFF2-40B4-BE49-F238E27FC236}">
                <a16:creationId xmlns:a16="http://schemas.microsoft.com/office/drawing/2014/main" id="{445320C4-BD0E-5811-54EF-5FA4CD1D0852}"/>
              </a:ext>
            </a:extLst>
          </p:cNvPr>
          <p:cNvGraphicFramePr>
            <a:graphicFrameLocks noGrp="1"/>
          </p:cNvGraphicFramePr>
          <p:nvPr>
            <p:ph idx="1"/>
            <p:extLst>
              <p:ext uri="{D42A27DB-BD31-4B8C-83A1-F6EECF244321}">
                <p14:modId xmlns:p14="http://schemas.microsoft.com/office/powerpoint/2010/main" val="2276655535"/>
              </p:ext>
            </p:extLst>
          </p:nvPr>
        </p:nvGraphicFramePr>
        <p:xfrm>
          <a:off x="128588" y="1125538"/>
          <a:ext cx="9648824" cy="4734560"/>
        </p:xfrm>
        <a:graphic>
          <a:graphicData uri="http://schemas.openxmlformats.org/drawingml/2006/table">
            <a:tbl>
              <a:tblPr firstRow="1" bandRow="1">
                <a:tableStyleId>{5C22544A-7EE6-4342-B048-85BDC9FD1C3A}</a:tableStyleId>
              </a:tblPr>
              <a:tblGrid>
                <a:gridCol w="4824412">
                  <a:extLst>
                    <a:ext uri="{9D8B030D-6E8A-4147-A177-3AD203B41FA5}">
                      <a16:colId xmlns:a16="http://schemas.microsoft.com/office/drawing/2014/main" val="1487287934"/>
                    </a:ext>
                  </a:extLst>
                </a:gridCol>
                <a:gridCol w="4824412">
                  <a:extLst>
                    <a:ext uri="{9D8B030D-6E8A-4147-A177-3AD203B41FA5}">
                      <a16:colId xmlns:a16="http://schemas.microsoft.com/office/drawing/2014/main" val="2090728950"/>
                    </a:ext>
                  </a:extLst>
                </a:gridCol>
              </a:tblGrid>
              <a:tr h="370840">
                <a:tc>
                  <a:txBody>
                    <a:bodyPr/>
                    <a:lstStyle/>
                    <a:p>
                      <a:r>
                        <a:rPr lang="ja-JP" altLang="ja-JP" sz="1600" dirty="0">
                          <a:latin typeface="Times New Roman" panose="02020603050405020304" pitchFamily="18" charset="0"/>
                          <a:cs typeface="Times New Roman" panose="02020603050405020304" pitchFamily="18" charset="0"/>
                        </a:rPr>
                        <a:t>List&lt;Integer&gt; numbers = Arrays.asList(1, 2, 3);</a:t>
                      </a:r>
                      <a:br>
                        <a:rPr lang="ja-JP" altLang="ja-JP" sz="1600" dirty="0">
                          <a:latin typeface="Times New Roman" panose="02020603050405020304" pitchFamily="18" charset="0"/>
                          <a:cs typeface="Times New Roman" panose="02020603050405020304" pitchFamily="18" charset="0"/>
                        </a:rPr>
                      </a:br>
                      <a:endParaRPr lang="ja-JP" altLang="ja-JP" sz="1600" dirty="0">
                        <a:latin typeface="Times New Roman" panose="02020603050405020304" pitchFamily="18" charset="0"/>
                        <a:cs typeface="Times New Roman" panose="02020603050405020304" pitchFamily="18" charset="0"/>
                      </a:endParaRPr>
                    </a:p>
                    <a:p>
                      <a:r>
                        <a:rPr lang="ja-JP" altLang="ja-JP" sz="1600" dirty="0">
                          <a:latin typeface="Times New Roman" panose="02020603050405020304" pitchFamily="18" charset="0"/>
                          <a:cs typeface="Times New Roman" panose="02020603050405020304" pitchFamily="18" charset="0"/>
                        </a:rPr>
                        <a:t>List&lt;Integer&gt; result = new ArrayList&lt;&gt;();</a:t>
                      </a:r>
                      <a:br>
                        <a:rPr lang="ja-JP" altLang="ja-JP" sz="1600" dirty="0">
                          <a:latin typeface="Times New Roman" panose="02020603050405020304" pitchFamily="18" charset="0"/>
                          <a:cs typeface="Times New Roman" panose="02020603050405020304" pitchFamily="18" charset="0"/>
                        </a:rPr>
                      </a:br>
                      <a:endParaRPr lang="ja-JP" altLang="ja-JP" sz="1600" dirty="0">
                        <a:latin typeface="Times New Roman" panose="02020603050405020304" pitchFamily="18" charset="0"/>
                        <a:cs typeface="Times New Roman" panose="02020603050405020304" pitchFamily="18" charset="0"/>
                      </a:endParaRPr>
                    </a:p>
                    <a:p>
                      <a:r>
                        <a:rPr lang="ja-JP" altLang="ja-JP" sz="1600" dirty="0">
                          <a:latin typeface="Times New Roman" panose="02020603050405020304" pitchFamily="18" charset="0"/>
                          <a:cs typeface="Times New Roman" panose="02020603050405020304" pitchFamily="18" charset="0"/>
                        </a:rPr>
                        <a:t>for (Integer n : numbers) {</a:t>
                      </a:r>
                    </a:p>
                    <a:p>
                      <a:r>
                        <a:rPr lang="en-US" altLang="ja-JP" sz="1600" dirty="0">
                          <a:latin typeface="Times New Roman" panose="02020603050405020304" pitchFamily="18" charset="0"/>
                          <a:cs typeface="Times New Roman" panose="02020603050405020304" pitchFamily="18" charset="0"/>
                        </a:rPr>
                        <a:t>                   </a:t>
                      </a:r>
                      <a:r>
                        <a:rPr lang="ja-JP" altLang="ja-JP" sz="1600" dirty="0">
                          <a:latin typeface="Times New Roman" panose="02020603050405020304" pitchFamily="18" charset="0"/>
                          <a:cs typeface="Times New Roman" panose="02020603050405020304" pitchFamily="18" charset="0"/>
                        </a:rPr>
                        <a:t>if (n % 2 == 0) {</a:t>
                      </a:r>
                    </a:p>
                    <a:p>
                      <a:r>
                        <a:rPr lang="en-US" altLang="ja-JP" sz="1600" dirty="0">
                          <a:latin typeface="Times New Roman" panose="02020603050405020304" pitchFamily="18" charset="0"/>
                          <a:cs typeface="Times New Roman" panose="02020603050405020304" pitchFamily="18" charset="0"/>
                        </a:rPr>
                        <a:t>                         </a:t>
                      </a:r>
                      <a:r>
                        <a:rPr lang="ja-JP" altLang="ja-JP" sz="1600" dirty="0">
                          <a:latin typeface="Times New Roman" panose="02020603050405020304" pitchFamily="18" charset="0"/>
                          <a:cs typeface="Times New Roman" panose="02020603050405020304" pitchFamily="18" charset="0"/>
                        </a:rPr>
                        <a:t>result.add(n * 2);</a:t>
                      </a:r>
                      <a:endParaRPr lang="en-US" altLang="ja-JP" sz="1600" dirty="0">
                        <a:latin typeface="Times New Roman" panose="02020603050405020304" pitchFamily="18" charset="0"/>
                        <a:cs typeface="Times New Roman" panose="02020603050405020304" pitchFamily="18" charset="0"/>
                      </a:endParaRPr>
                    </a:p>
                    <a:p>
                      <a:r>
                        <a:rPr lang="en-US" altLang="ja-JP" sz="1600" dirty="0">
                          <a:latin typeface="Times New Roman" panose="02020603050405020304" pitchFamily="18" charset="0"/>
                          <a:cs typeface="Times New Roman" panose="02020603050405020304" pitchFamily="18" charset="0"/>
                        </a:rPr>
                        <a:t>                   </a:t>
                      </a:r>
                      <a:r>
                        <a:rPr lang="ja-JP" altLang="ja-JP" sz="1600" dirty="0">
                          <a:latin typeface="Times New Roman" panose="02020603050405020304" pitchFamily="18" charset="0"/>
                          <a:cs typeface="Times New Roman" panose="02020603050405020304" pitchFamily="18" charset="0"/>
                        </a:rPr>
                        <a:t>}</a:t>
                      </a:r>
                      <a:br>
                        <a:rPr lang="ja-JP" altLang="ja-JP" sz="1600" dirty="0">
                          <a:latin typeface="Times New Roman" panose="02020603050405020304" pitchFamily="18" charset="0"/>
                          <a:cs typeface="Times New Roman" panose="02020603050405020304" pitchFamily="18" charset="0"/>
                        </a:rPr>
                      </a:br>
                      <a:r>
                        <a:rPr lang="ja-JP" altLang="ja-JP" sz="1600" dirty="0">
                          <a:latin typeface="Times New Roman" panose="02020603050405020304" pitchFamily="18" charset="0"/>
                          <a:cs typeface="Times New Roman" panose="02020603050405020304" pitchFamily="18" charset="0"/>
                        </a:rPr>
                        <a:t>}</a:t>
                      </a:r>
                      <a:br>
                        <a:rPr lang="ja-JP" altLang="ja-JP" sz="1600" dirty="0">
                          <a:latin typeface="Times New Roman" panose="02020603050405020304" pitchFamily="18" charset="0"/>
                          <a:cs typeface="Times New Roman" panose="02020603050405020304" pitchFamily="18" charset="0"/>
                        </a:rPr>
                      </a:br>
                      <a:endParaRPr lang="ja-JP" altLang="ja-JP" sz="1600" dirty="0">
                        <a:latin typeface="Times New Roman" panose="02020603050405020304" pitchFamily="18" charset="0"/>
                        <a:cs typeface="Times New Roman" panose="02020603050405020304" pitchFamily="18" charset="0"/>
                      </a:endParaRPr>
                    </a:p>
                    <a:p>
                      <a:r>
                        <a:rPr lang="ja-JP" altLang="ja-JP" sz="1600" dirty="0">
                          <a:latin typeface="Times New Roman" panose="02020603050405020304" pitchFamily="18" charset="0"/>
                          <a:cs typeface="Times New Roman" panose="02020603050405020304" pitchFamily="18" charset="0"/>
                        </a:rPr>
                        <a:t>System.out.println(result);</a:t>
                      </a:r>
                    </a:p>
                    <a:p>
                      <a:endParaRPr kumimoji="1" lang="ja-JP" altLang="en-US" sz="1600" dirty="0">
                        <a:latin typeface="Times New Roman" panose="02020603050405020304" pitchFamily="18" charset="0"/>
                        <a:cs typeface="Times New Roman" panose="02020603050405020304" pitchFamily="18" charset="0"/>
                      </a:endParaRPr>
                    </a:p>
                  </a:txBody>
                  <a:tcPr/>
                </a:tc>
                <a:tc>
                  <a:txBody>
                    <a:bodyPr/>
                    <a:lstStyle/>
                    <a:p>
                      <a:pPr marL="342900" lvl="0" indent="-342900" fontAlgn="t">
                        <a:lnSpc>
                          <a:spcPct val="119048"/>
                        </a:lnSpc>
                        <a:buFont typeface="+mj-lt"/>
                        <a:buAutoNum type="arabicPeriod"/>
                      </a:pPr>
                      <a:endParaRPr lang="en-US" altLang="ja-JP" sz="1600" b="0" i="0" dirty="0">
                        <a:effectLst/>
                        <a:latin typeface="Times New Roman" panose="02020603050405020304" pitchFamily="18" charset="0"/>
                        <a:cs typeface="Times New Roman" panose="02020603050405020304" pitchFamily="18" charset="0"/>
                      </a:endParaRPr>
                    </a:p>
                    <a:p>
                      <a:pPr marL="342900" lvl="0" indent="-342900" fontAlgn="t">
                        <a:lnSpc>
                          <a:spcPct val="119048"/>
                        </a:lnSpc>
                        <a:buFont typeface="+mj-lt"/>
                        <a:buAutoNum type="arabicPeriod"/>
                      </a:pPr>
                      <a:endParaRPr lang="en-US" altLang="ja-JP" sz="1600" b="0" i="0" dirty="0">
                        <a:effectLst/>
                        <a:latin typeface="Times New Roman" panose="02020603050405020304" pitchFamily="18" charset="0"/>
                        <a:cs typeface="Times New Roman" panose="02020603050405020304" pitchFamily="18" charset="0"/>
                      </a:endParaRPr>
                    </a:p>
                    <a:p>
                      <a:pPr marL="342900" lvl="0" indent="-342900" fontAlgn="t">
                        <a:lnSpc>
                          <a:spcPct val="119048"/>
                        </a:lnSpc>
                        <a:buFont typeface="+mj-lt"/>
                        <a:buAutoNum type="arabicPeriod"/>
                      </a:pPr>
                      <a:r>
                        <a:rPr lang="ja-JP" sz="1600" b="0" i="0" dirty="0">
                          <a:effectLst/>
                          <a:latin typeface="Times New Roman" panose="02020603050405020304" pitchFamily="18" charset="0"/>
                          <a:cs typeface="Times New Roman" panose="02020603050405020304" pitchFamily="18" charset="0"/>
                        </a:rPr>
                        <a:t>Tạo danh sách kết quả</a:t>
                      </a:r>
                    </a:p>
                    <a:p>
                      <a:pPr marL="342900" lvl="0" indent="-342900" fontAlgn="t">
                        <a:lnSpc>
                          <a:spcPct val="119048"/>
                        </a:lnSpc>
                        <a:buFont typeface="+mj-lt"/>
                        <a:buAutoNum type="arabicPeriod"/>
                      </a:pPr>
                      <a:r>
                        <a:rPr lang="ja-JP" sz="1600" b="0" i="0" dirty="0">
                          <a:effectLst/>
                          <a:latin typeface="Times New Roman" panose="02020603050405020304" pitchFamily="18" charset="0"/>
                          <a:cs typeface="Times New Roman" panose="02020603050405020304" pitchFamily="18" charset="0"/>
                        </a:rPr>
                        <a:t>Duyệt từng phần tử</a:t>
                      </a:r>
                    </a:p>
                    <a:p>
                      <a:pPr marL="342900" lvl="0" indent="-342900" fontAlgn="t">
                        <a:lnSpc>
                          <a:spcPct val="119048"/>
                        </a:lnSpc>
                        <a:buFont typeface="+mj-lt"/>
                        <a:buAutoNum type="arabicPeriod"/>
                      </a:pPr>
                      <a:r>
                        <a:rPr lang="ja-JP" sz="1600" b="0" i="0" dirty="0">
                          <a:effectLst/>
                          <a:latin typeface="Times New Roman" panose="02020603050405020304" pitchFamily="18" charset="0"/>
                          <a:cs typeface="Times New Roman" panose="02020603050405020304" pitchFamily="18" charset="0"/>
                        </a:rPr>
                        <a:t>Kiểm tra điều kiện</a:t>
                      </a:r>
                    </a:p>
                    <a:p>
                      <a:pPr marL="342900" lvl="0" indent="-342900" fontAlgn="t">
                        <a:lnSpc>
                          <a:spcPct val="119048"/>
                        </a:lnSpc>
                        <a:buFont typeface="+mj-lt"/>
                        <a:buAutoNum type="arabicPeriod"/>
                      </a:pPr>
                      <a:r>
                        <a:rPr lang="ja-JP" sz="1600" b="0" i="0" dirty="0">
                          <a:effectLst/>
                          <a:latin typeface="Times New Roman" panose="02020603050405020304" pitchFamily="18" charset="0"/>
                          <a:cs typeface="Times New Roman" panose="02020603050405020304" pitchFamily="18" charset="0"/>
                        </a:rPr>
                        <a:t>Nhân đôi giá trị</a:t>
                      </a:r>
                    </a:p>
                    <a:p>
                      <a:pPr marL="342900" lvl="0" indent="-342900" fontAlgn="t">
                        <a:lnSpc>
                          <a:spcPct val="119048"/>
                        </a:lnSpc>
                        <a:buFont typeface="+mj-lt"/>
                        <a:buAutoNum type="arabicPeriod"/>
                      </a:pPr>
                      <a:r>
                        <a:rPr lang="ja-JP" sz="1600" b="0" i="0" dirty="0">
                          <a:effectLst/>
                          <a:latin typeface="Times New Roman" panose="02020603050405020304" pitchFamily="18" charset="0"/>
                          <a:cs typeface="Times New Roman" panose="02020603050405020304" pitchFamily="18" charset="0"/>
                        </a:rPr>
                        <a:t>Thêm vào danh sách</a:t>
                      </a:r>
                    </a:p>
                    <a:p>
                      <a:pPr fontAlgn="t">
                        <a:lnSpc>
                          <a:spcPct val="119048"/>
                        </a:lnSpc>
                        <a:buNone/>
                      </a:pPr>
                      <a:r>
                        <a:rPr lang="ja-JP" sz="1600" b="0" i="0" dirty="0">
                          <a:effectLst/>
                          <a:latin typeface="Times New Roman" panose="02020603050405020304" pitchFamily="18" charset="0"/>
                          <a:cs typeface="Times New Roman" panose="02020603050405020304" pitchFamily="18" charset="0"/>
                        </a:rPr>
                        <a:t>=&gt; Tập trung vào </a:t>
                      </a:r>
                      <a:r>
                        <a:rPr lang="ja-JP" sz="1600" b="1" i="0" dirty="0">
                          <a:effectLst/>
                          <a:latin typeface="Times New Roman" panose="02020603050405020304" pitchFamily="18" charset="0"/>
                          <a:cs typeface="Times New Roman" panose="02020603050405020304" pitchFamily="18" charset="0"/>
                        </a:rPr>
                        <a:t>quy trình thực hiện</a:t>
                      </a:r>
                      <a:r>
                        <a:rPr lang="ja-JP" sz="1600" b="0" i="0" dirty="0">
                          <a:effectLst/>
                          <a:latin typeface="Times New Roman" panose="02020603050405020304" pitchFamily="18" charset="0"/>
                          <a:cs typeface="Times New Roman" panose="02020603050405020304" pitchFamily="18" charset="0"/>
                        </a:rPr>
                        <a:t>.</a:t>
                      </a:r>
                    </a:p>
                    <a:p>
                      <a:pPr fontAlgn="t">
                        <a:lnSpc>
                          <a:spcPct val="119048"/>
                        </a:lnSpc>
                        <a:buNone/>
                      </a:pPr>
                      <a:r>
                        <a:rPr lang="ja-JP" sz="1600" b="1" i="0" dirty="0">
                          <a:effectLst/>
                          <a:latin typeface="Times New Roman" panose="02020603050405020304" pitchFamily="18" charset="0"/>
                          <a:cs typeface="Times New Roman" panose="02020603050405020304" pitchFamily="18" charset="0"/>
                        </a:rPr>
                        <a:t>Ưu điểm</a:t>
                      </a:r>
                    </a:p>
                    <a:p>
                      <a:pPr marL="342900" lvl="0" indent="-342900" fontAlgn="t">
                        <a:lnSpc>
                          <a:spcPct val="119048"/>
                        </a:lnSpc>
                        <a:buFont typeface="Arial" panose="020B0604020202020204" pitchFamily="34" charset="0"/>
                        <a:buChar char="•"/>
                      </a:pPr>
                      <a:r>
                        <a:rPr lang="ja-JP" sz="1600" b="0" i="0" dirty="0">
                          <a:effectLst/>
                          <a:latin typeface="Times New Roman" panose="02020603050405020304" pitchFamily="18" charset="0"/>
                          <a:cs typeface="Times New Roman" panose="02020603050405020304" pitchFamily="18" charset="0"/>
                        </a:rPr>
                        <a:t>Dễ hiểu với người mới.</a:t>
                      </a:r>
                    </a:p>
                    <a:p>
                      <a:pPr marL="342900" lvl="0" indent="-342900" fontAlgn="t">
                        <a:lnSpc>
                          <a:spcPct val="119048"/>
                        </a:lnSpc>
                        <a:buFont typeface="Arial" panose="020B0604020202020204" pitchFamily="34" charset="0"/>
                        <a:buChar char="•"/>
                      </a:pPr>
                      <a:r>
                        <a:rPr lang="ja-JP" sz="1600" b="0" i="0" dirty="0">
                          <a:effectLst/>
                          <a:latin typeface="Times New Roman" panose="02020603050405020304" pitchFamily="18" charset="0"/>
                          <a:cs typeface="Times New Roman" panose="02020603050405020304" pitchFamily="18" charset="0"/>
                        </a:rPr>
                        <a:t>Kiểm soát chi tiết cách chương trình chạy.</a:t>
                      </a:r>
                    </a:p>
                    <a:p>
                      <a:pPr marL="342900" lvl="0" indent="-342900" fontAlgn="t">
                        <a:lnSpc>
                          <a:spcPct val="119048"/>
                        </a:lnSpc>
                        <a:buFont typeface="Arial" panose="020B0604020202020204" pitchFamily="34" charset="0"/>
                        <a:buChar char="•"/>
                      </a:pPr>
                      <a:r>
                        <a:rPr lang="ja-JP" sz="1600" b="0" i="0" dirty="0">
                          <a:effectLst/>
                          <a:latin typeface="Times New Roman" panose="02020603050405020304" pitchFamily="18" charset="0"/>
                          <a:cs typeface="Times New Roman" panose="02020603050405020304" pitchFamily="18" charset="0"/>
                        </a:rPr>
                        <a:t>Dễ tối ưu ở mức thấp.</a:t>
                      </a:r>
                    </a:p>
                    <a:p>
                      <a:pPr fontAlgn="t">
                        <a:lnSpc>
                          <a:spcPct val="119048"/>
                        </a:lnSpc>
                        <a:buNone/>
                      </a:pPr>
                      <a:r>
                        <a:rPr lang="ja-JP" sz="1600" b="1" i="0" dirty="0">
                          <a:effectLst/>
                          <a:latin typeface="Times New Roman" panose="02020603050405020304" pitchFamily="18" charset="0"/>
                          <a:cs typeface="Times New Roman" panose="02020603050405020304" pitchFamily="18" charset="0"/>
                        </a:rPr>
                        <a:t>Nhược điểm</a:t>
                      </a:r>
                    </a:p>
                    <a:p>
                      <a:pPr marL="342900" lvl="0" indent="-342900" fontAlgn="t">
                        <a:lnSpc>
                          <a:spcPct val="119048"/>
                        </a:lnSpc>
                        <a:buFont typeface="Arial" panose="020B0604020202020204" pitchFamily="34" charset="0"/>
                        <a:buChar char="•"/>
                      </a:pPr>
                      <a:r>
                        <a:rPr lang="ja-JP" sz="1600" b="0" i="0" dirty="0">
                          <a:effectLst/>
                          <a:latin typeface="Times New Roman" panose="02020603050405020304" pitchFamily="18" charset="0"/>
                          <a:cs typeface="Times New Roman" panose="02020603050405020304" pitchFamily="18" charset="0"/>
                        </a:rPr>
                        <a:t>Mã dài.</a:t>
                      </a:r>
                    </a:p>
                    <a:p>
                      <a:pPr marL="342900" lvl="0" indent="-342900" fontAlgn="t">
                        <a:lnSpc>
                          <a:spcPct val="119048"/>
                        </a:lnSpc>
                        <a:buFont typeface="Arial" panose="020B0604020202020204" pitchFamily="34" charset="0"/>
                        <a:buChar char="•"/>
                      </a:pPr>
                      <a:r>
                        <a:rPr lang="ja-JP" sz="1600" b="0" i="0" dirty="0">
                          <a:effectLst/>
                          <a:latin typeface="Times New Roman" panose="02020603050405020304" pitchFamily="18" charset="0"/>
                          <a:cs typeface="Times New Roman" panose="02020603050405020304" pitchFamily="18" charset="0"/>
                        </a:rPr>
                        <a:t>Dễ phát sinh lỗi do quản lý trạng thái.</a:t>
                      </a:r>
                    </a:p>
                    <a:p>
                      <a:pPr marL="342900" lvl="0" indent="-342900" fontAlgn="t">
                        <a:lnSpc>
                          <a:spcPct val="119048"/>
                        </a:lnSpc>
                        <a:buFont typeface="Arial" panose="020B0604020202020204" pitchFamily="34" charset="0"/>
                        <a:buChar char="•"/>
                      </a:pPr>
                      <a:r>
                        <a:rPr lang="ja-JP" sz="1600" b="0" i="0" dirty="0">
                          <a:effectLst/>
                          <a:latin typeface="Times New Roman" panose="02020603050405020304" pitchFamily="18" charset="0"/>
                          <a:cs typeface="Times New Roman" panose="02020603050405020304" pitchFamily="18" charset="0"/>
                        </a:rPr>
                        <a:t>Khó bảo trì khi logic phức tạp.</a:t>
                      </a:r>
                    </a:p>
                  </a:txBody>
                  <a:tcPr/>
                </a:tc>
                <a:extLst>
                  <a:ext uri="{0D108BD9-81ED-4DB2-BD59-A6C34878D82A}">
                    <a16:rowId xmlns:a16="http://schemas.microsoft.com/office/drawing/2014/main" val="1674982837"/>
                  </a:ext>
                </a:extLst>
              </a:tr>
            </a:tbl>
          </a:graphicData>
        </a:graphic>
      </p:graphicFrame>
      <p:sp>
        <p:nvSpPr>
          <p:cNvPr id="4" name="Slide Number Placeholder 3">
            <a:extLst>
              <a:ext uri="{FF2B5EF4-FFF2-40B4-BE49-F238E27FC236}">
                <a16:creationId xmlns:a16="http://schemas.microsoft.com/office/drawing/2014/main" id="{0F7C541D-4260-680D-463B-EA0AAACB0FBA}"/>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4</a:t>
            </a:fld>
            <a:endParaRPr lang="en-US" altLang="ja-JP"/>
          </a:p>
        </p:txBody>
      </p:sp>
    </p:spTree>
    <p:extLst>
      <p:ext uri="{BB962C8B-B14F-4D97-AF65-F5344CB8AC3E}">
        <p14:creationId xmlns:p14="http://schemas.microsoft.com/office/powerpoint/2010/main" val="102592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029BF-323C-68FE-AA08-F19F08C4EE20}"/>
              </a:ext>
            </a:extLst>
          </p:cNvPr>
          <p:cNvSpPr>
            <a:spLocks noGrp="1"/>
          </p:cNvSpPr>
          <p:nvPr>
            <p:ph type="title"/>
          </p:nvPr>
        </p:nvSpPr>
        <p:spPr/>
        <p:txBody>
          <a:bodyPr>
            <a:normAutofit fontScale="90000"/>
          </a:bodyPr>
          <a:lstStyle/>
          <a:p>
            <a:pPr fontAlgn="t">
              <a:lnSpc>
                <a:spcPct val="100000"/>
              </a:lnSpc>
              <a:buNone/>
            </a:pPr>
            <a:r>
              <a:rPr lang="ja-JP" altLang="ja-JP" dirty="0"/>
              <a:t>Declarative Programming</a:t>
            </a:r>
          </a:p>
        </p:txBody>
      </p:sp>
      <p:graphicFrame>
        <p:nvGraphicFramePr>
          <p:cNvPr id="5" name="Content Placeholder 4">
            <a:extLst>
              <a:ext uri="{FF2B5EF4-FFF2-40B4-BE49-F238E27FC236}">
                <a16:creationId xmlns:a16="http://schemas.microsoft.com/office/drawing/2014/main" id="{0EAE9B0D-C2AF-3E36-CE89-C1FF0F2822BE}"/>
              </a:ext>
            </a:extLst>
          </p:cNvPr>
          <p:cNvGraphicFramePr>
            <a:graphicFrameLocks noGrp="1"/>
          </p:cNvGraphicFramePr>
          <p:nvPr>
            <p:ph idx="1"/>
            <p:extLst>
              <p:ext uri="{D42A27DB-BD31-4B8C-83A1-F6EECF244321}">
                <p14:modId xmlns:p14="http://schemas.microsoft.com/office/powerpoint/2010/main" val="2159369692"/>
              </p:ext>
            </p:extLst>
          </p:nvPr>
        </p:nvGraphicFramePr>
        <p:xfrm>
          <a:off x="128588" y="1125538"/>
          <a:ext cx="9648824" cy="4661789"/>
        </p:xfrm>
        <a:graphic>
          <a:graphicData uri="http://schemas.openxmlformats.org/drawingml/2006/table">
            <a:tbl>
              <a:tblPr firstRow="1" bandRow="1">
                <a:tableStyleId>{5C22544A-7EE6-4342-B048-85BDC9FD1C3A}</a:tableStyleId>
              </a:tblPr>
              <a:tblGrid>
                <a:gridCol w="4824412">
                  <a:extLst>
                    <a:ext uri="{9D8B030D-6E8A-4147-A177-3AD203B41FA5}">
                      <a16:colId xmlns:a16="http://schemas.microsoft.com/office/drawing/2014/main" val="1487287934"/>
                    </a:ext>
                  </a:extLst>
                </a:gridCol>
                <a:gridCol w="4824412">
                  <a:extLst>
                    <a:ext uri="{9D8B030D-6E8A-4147-A177-3AD203B41FA5}">
                      <a16:colId xmlns:a16="http://schemas.microsoft.com/office/drawing/2014/main" val="2090728950"/>
                    </a:ext>
                  </a:extLst>
                </a:gridCol>
              </a:tblGrid>
              <a:tr h="370840">
                <a:tc>
                  <a:txBody>
                    <a:bodyPr/>
                    <a:lstStyle/>
                    <a:p>
                      <a:r>
                        <a:rPr lang="ja-JP" altLang="ja-JP" sz="1800" dirty="0">
                          <a:latin typeface="Times New Roman" panose="02020603050405020304" pitchFamily="18" charset="0"/>
                          <a:cs typeface="Times New Roman" panose="02020603050405020304" pitchFamily="18" charset="0"/>
                        </a:rPr>
                        <a:t>List&lt;Integer&gt; result = numbers.stream()</a:t>
                      </a:r>
                      <a:br>
                        <a:rPr lang="ja-JP" altLang="ja-JP" sz="1800" dirty="0">
                          <a:latin typeface="Times New Roman" panose="02020603050405020304" pitchFamily="18" charset="0"/>
                          <a:cs typeface="Times New Roman" panose="02020603050405020304" pitchFamily="18" charset="0"/>
                        </a:rPr>
                      </a:br>
                      <a:endParaRPr lang="ja-JP" altLang="ja-JP" sz="1800" dirty="0">
                        <a:latin typeface="Times New Roman" panose="02020603050405020304" pitchFamily="18" charset="0"/>
                        <a:cs typeface="Times New Roman" panose="02020603050405020304" pitchFamily="18" charset="0"/>
                      </a:endParaRPr>
                    </a:p>
                    <a:p>
                      <a:r>
                        <a:rPr lang="en-US" altLang="ja-JP" sz="1800" dirty="0">
                          <a:latin typeface="Times New Roman" panose="02020603050405020304" pitchFamily="18" charset="0"/>
                          <a:cs typeface="Times New Roman" panose="02020603050405020304" pitchFamily="18" charset="0"/>
                        </a:rPr>
                        <a:t>          </a:t>
                      </a:r>
                      <a:r>
                        <a:rPr lang="ja-JP" altLang="ja-JP" sz="1800" dirty="0">
                          <a:latin typeface="Times New Roman" panose="02020603050405020304" pitchFamily="18" charset="0"/>
                          <a:cs typeface="Times New Roman" panose="02020603050405020304" pitchFamily="18" charset="0"/>
                        </a:rPr>
                        <a:t>.filter(n -&gt; n % 2 == 0)</a:t>
                      </a:r>
                      <a:endParaRPr lang="en-US" altLang="ja-JP" sz="1800" dirty="0">
                        <a:latin typeface="Times New Roman" panose="02020603050405020304" pitchFamily="18" charset="0"/>
                        <a:cs typeface="Times New Roman" panose="02020603050405020304" pitchFamily="18" charset="0"/>
                      </a:endParaRPr>
                    </a:p>
                    <a:p>
                      <a:r>
                        <a:rPr lang="en-US" altLang="ja-JP" sz="1800" dirty="0">
                          <a:latin typeface="Times New Roman" panose="02020603050405020304" pitchFamily="18" charset="0"/>
                          <a:cs typeface="Times New Roman" panose="02020603050405020304" pitchFamily="18" charset="0"/>
                        </a:rPr>
                        <a:t>          </a:t>
                      </a:r>
                      <a:r>
                        <a:rPr lang="ja-JP" altLang="ja-JP" sz="1800" dirty="0">
                          <a:latin typeface="Times New Roman" panose="02020603050405020304" pitchFamily="18" charset="0"/>
                          <a:cs typeface="Times New Roman" panose="02020603050405020304" pitchFamily="18" charset="0"/>
                        </a:rPr>
                        <a:t>.map(n -&gt; n * 2)</a:t>
                      </a:r>
                      <a:endParaRPr lang="en-US" altLang="ja-JP" sz="1800" dirty="0">
                        <a:latin typeface="Times New Roman" panose="02020603050405020304" pitchFamily="18" charset="0"/>
                        <a:cs typeface="Times New Roman" panose="02020603050405020304" pitchFamily="18" charset="0"/>
                      </a:endParaRPr>
                    </a:p>
                    <a:p>
                      <a:r>
                        <a:rPr lang="en-US" altLang="ja-JP" sz="1800" dirty="0">
                          <a:latin typeface="Times New Roman" panose="02020603050405020304" pitchFamily="18" charset="0"/>
                          <a:cs typeface="Times New Roman" panose="02020603050405020304" pitchFamily="18" charset="0"/>
                        </a:rPr>
                        <a:t>          </a:t>
                      </a:r>
                      <a:r>
                        <a:rPr lang="ja-JP" altLang="ja-JP" sz="1800" dirty="0">
                          <a:latin typeface="Times New Roman" panose="02020603050405020304" pitchFamily="18" charset="0"/>
                          <a:cs typeface="Times New Roman" panose="02020603050405020304" pitchFamily="18" charset="0"/>
                        </a:rPr>
                        <a:t>.toList();</a:t>
                      </a:r>
                    </a:p>
                    <a:p>
                      <a:endParaRPr kumimoji="1" lang="ja-JP" altLang="en-US" sz="1800" dirty="0">
                        <a:latin typeface="Times New Roman" panose="02020603050405020304" pitchFamily="18" charset="0"/>
                        <a:cs typeface="Times New Roman" panose="02020603050405020304" pitchFamily="18" charset="0"/>
                      </a:endParaRPr>
                    </a:p>
                  </a:txBody>
                  <a:tcPr/>
                </a:tc>
                <a:tc>
                  <a:txBody>
                    <a:bodyPr/>
                    <a:lstStyle/>
                    <a:p>
                      <a:pPr fontAlgn="t">
                        <a:lnSpc>
                          <a:spcPct val="119048"/>
                        </a:lnSpc>
                        <a:buNone/>
                      </a:pPr>
                      <a:r>
                        <a:rPr lang="ja-JP" sz="1800" b="0" i="0" dirty="0">
                          <a:effectLst/>
                          <a:latin typeface="Times New Roman" panose="02020603050405020304" pitchFamily="18" charset="0"/>
                          <a:cs typeface="Times New Roman" panose="02020603050405020304" pitchFamily="18" charset="0"/>
                        </a:rPr>
                        <a:t>Đọc như tiếng Anh:</a:t>
                      </a:r>
                    </a:p>
                    <a:p>
                      <a:pPr fontAlgn="t">
                        <a:lnSpc>
                          <a:spcPct val="119048"/>
                        </a:lnSpc>
                        <a:buNone/>
                      </a:pPr>
                      <a:r>
                        <a:rPr lang="ja-JP" sz="1800" b="0" i="0" dirty="0">
                          <a:effectLst/>
                          <a:latin typeface="Times New Roman" panose="02020603050405020304" pitchFamily="18" charset="0"/>
                          <a:cs typeface="Times New Roman" panose="02020603050405020304" pitchFamily="18" charset="0"/>
                        </a:rPr>
                        <a:t>Lấy danh sách số → lọc số chẵn → nhân đôi → chuyển thành danh sách.</a:t>
                      </a:r>
                    </a:p>
                    <a:p>
                      <a:pPr fontAlgn="t">
                        <a:lnSpc>
                          <a:spcPct val="119048"/>
                        </a:lnSpc>
                        <a:buNone/>
                      </a:pPr>
                      <a:r>
                        <a:rPr lang="en-US" altLang="ja-JP" sz="1800" b="0" i="0" dirty="0">
                          <a:effectLst/>
                          <a:latin typeface="Times New Roman" panose="02020603050405020304" pitchFamily="18" charset="0"/>
                          <a:cs typeface="Times New Roman" panose="02020603050405020304" pitchFamily="18" charset="0"/>
                        </a:rPr>
                        <a:t>K</a:t>
                      </a:r>
                      <a:r>
                        <a:rPr lang="ja-JP" sz="1800" b="0" i="0" dirty="0">
                          <a:effectLst/>
                          <a:latin typeface="Times New Roman" panose="02020603050405020304" pitchFamily="18" charset="0"/>
                          <a:cs typeface="Times New Roman" panose="02020603050405020304" pitchFamily="18" charset="0"/>
                        </a:rPr>
                        <a:t>hông quan tâm vòng lặp chạy thế nào.</a:t>
                      </a:r>
                    </a:p>
                    <a:p>
                      <a:pPr fontAlgn="t">
                        <a:lnSpc>
                          <a:spcPct val="119048"/>
                        </a:lnSpc>
                        <a:buNone/>
                      </a:pPr>
                      <a:r>
                        <a:rPr lang="ja-JP" sz="1800" b="0" i="0" dirty="0">
                          <a:effectLst/>
                          <a:latin typeface="Times New Roman" panose="02020603050405020304" pitchFamily="18" charset="0"/>
                          <a:cs typeface="Times New Roman" panose="02020603050405020304" pitchFamily="18" charset="0"/>
                        </a:rPr>
                        <a:t>=&gt; Tập trung vào </a:t>
                      </a:r>
                      <a:r>
                        <a:rPr lang="ja-JP" sz="1800" b="1" i="0" dirty="0">
                          <a:effectLst/>
                          <a:latin typeface="Times New Roman" panose="02020603050405020304" pitchFamily="18" charset="0"/>
                          <a:cs typeface="Times New Roman" panose="02020603050405020304" pitchFamily="18" charset="0"/>
                        </a:rPr>
                        <a:t>kết quả mong muốn</a:t>
                      </a:r>
                      <a:r>
                        <a:rPr lang="ja-JP" sz="1800" b="0" i="0" dirty="0">
                          <a:effectLst/>
                          <a:latin typeface="Times New Roman" panose="02020603050405020304" pitchFamily="18" charset="0"/>
                          <a:cs typeface="Times New Roman" panose="02020603050405020304" pitchFamily="18" charset="0"/>
                        </a:rPr>
                        <a:t>.</a:t>
                      </a:r>
                    </a:p>
                    <a:p>
                      <a:pPr fontAlgn="t">
                        <a:lnSpc>
                          <a:spcPct val="119048"/>
                        </a:lnSpc>
                        <a:buNone/>
                      </a:pPr>
                      <a:r>
                        <a:rPr lang="ja-JP" sz="1800" b="1" i="0" dirty="0">
                          <a:effectLst/>
                          <a:latin typeface="Times New Roman" panose="02020603050405020304" pitchFamily="18" charset="0"/>
                          <a:cs typeface="Times New Roman" panose="02020603050405020304" pitchFamily="18" charset="0"/>
                        </a:rPr>
                        <a:t>Ưu điểm</a:t>
                      </a:r>
                    </a:p>
                    <a:p>
                      <a:pPr marL="342900" lvl="0" indent="-342900" fontAlgn="t">
                        <a:lnSpc>
                          <a:spcPct val="119048"/>
                        </a:lnSpc>
                        <a:buFont typeface="Arial" panose="020B0604020202020204" pitchFamily="34" charset="0"/>
                        <a:buChar char="•"/>
                      </a:pPr>
                      <a:r>
                        <a:rPr lang="ja-JP" sz="1800" b="0" i="0" dirty="0">
                          <a:effectLst/>
                          <a:latin typeface="Times New Roman" panose="02020603050405020304" pitchFamily="18" charset="0"/>
                          <a:cs typeface="Times New Roman" panose="02020603050405020304" pitchFamily="18" charset="0"/>
                        </a:rPr>
                        <a:t>Code ngắn gọn.</a:t>
                      </a:r>
                    </a:p>
                    <a:p>
                      <a:pPr marL="342900" lvl="0" indent="-342900" fontAlgn="t">
                        <a:lnSpc>
                          <a:spcPct val="119048"/>
                        </a:lnSpc>
                        <a:buFont typeface="Arial" panose="020B0604020202020204" pitchFamily="34" charset="0"/>
                        <a:buChar char="•"/>
                      </a:pPr>
                      <a:r>
                        <a:rPr lang="ja-JP" sz="1800" b="0" i="0" dirty="0">
                          <a:effectLst/>
                          <a:latin typeface="Times New Roman" panose="02020603050405020304" pitchFamily="18" charset="0"/>
                          <a:cs typeface="Times New Roman" panose="02020603050405020304" pitchFamily="18" charset="0"/>
                        </a:rPr>
                        <a:t>Dễ đọc.</a:t>
                      </a:r>
                    </a:p>
                    <a:p>
                      <a:pPr marL="342900" lvl="0" indent="-342900" fontAlgn="t">
                        <a:lnSpc>
                          <a:spcPct val="119048"/>
                        </a:lnSpc>
                        <a:buFont typeface="Arial" panose="020B0604020202020204" pitchFamily="34" charset="0"/>
                        <a:buChar char="•"/>
                      </a:pPr>
                      <a:r>
                        <a:rPr lang="ja-JP" sz="1800" b="0" i="0" dirty="0">
                          <a:effectLst/>
                          <a:latin typeface="Times New Roman" panose="02020603050405020304" pitchFamily="18" charset="0"/>
                          <a:cs typeface="Times New Roman" panose="02020603050405020304" pitchFamily="18" charset="0"/>
                        </a:rPr>
                        <a:t>Ít lỗi liên quan đến trạng thái.</a:t>
                      </a:r>
                    </a:p>
                    <a:p>
                      <a:pPr marL="342900" lvl="0" indent="-342900" fontAlgn="t">
                        <a:lnSpc>
                          <a:spcPct val="119048"/>
                        </a:lnSpc>
                        <a:buFont typeface="Arial" panose="020B0604020202020204" pitchFamily="34" charset="0"/>
                        <a:buChar char="•"/>
                      </a:pPr>
                      <a:r>
                        <a:rPr lang="ja-JP" sz="1800" b="0" i="0" dirty="0">
                          <a:effectLst/>
                          <a:latin typeface="Times New Roman" panose="02020603050405020304" pitchFamily="18" charset="0"/>
                          <a:cs typeface="Times New Roman" panose="02020603050405020304" pitchFamily="18" charset="0"/>
                        </a:rPr>
                        <a:t>Dễ song song hóa (parallel processing).</a:t>
                      </a:r>
                    </a:p>
                    <a:p>
                      <a:pPr fontAlgn="t">
                        <a:lnSpc>
                          <a:spcPct val="119048"/>
                        </a:lnSpc>
                        <a:buNone/>
                      </a:pPr>
                      <a:r>
                        <a:rPr lang="ja-JP" sz="1800" b="1" i="0" dirty="0">
                          <a:effectLst/>
                          <a:latin typeface="Times New Roman" panose="02020603050405020304" pitchFamily="18" charset="0"/>
                          <a:cs typeface="Times New Roman" panose="02020603050405020304" pitchFamily="18" charset="0"/>
                        </a:rPr>
                        <a:t>Nhược điểm</a:t>
                      </a:r>
                    </a:p>
                    <a:p>
                      <a:pPr marL="342900" lvl="0" indent="-342900" fontAlgn="t">
                        <a:lnSpc>
                          <a:spcPct val="119048"/>
                        </a:lnSpc>
                        <a:buFont typeface="Arial" panose="020B0604020202020204" pitchFamily="34" charset="0"/>
                        <a:buChar char="•"/>
                      </a:pPr>
                      <a:r>
                        <a:rPr lang="ja-JP" sz="1800" b="0" i="0" dirty="0">
                          <a:effectLst/>
                          <a:latin typeface="Times New Roman" panose="02020603050405020304" pitchFamily="18" charset="0"/>
                          <a:cs typeface="Times New Roman" panose="02020603050405020304" pitchFamily="18" charset="0"/>
                        </a:rPr>
                        <a:t>Khó hiểu hơn lúc mới học.</a:t>
                      </a:r>
                    </a:p>
                    <a:p>
                      <a:pPr marL="342900" lvl="0" indent="-342900" fontAlgn="t">
                        <a:lnSpc>
                          <a:spcPct val="119048"/>
                        </a:lnSpc>
                        <a:buFont typeface="Arial" panose="020B0604020202020204" pitchFamily="34" charset="0"/>
                        <a:buChar char="•"/>
                      </a:pPr>
                      <a:r>
                        <a:rPr lang="ja-JP" sz="1800" b="0" i="0" dirty="0">
                          <a:effectLst/>
                          <a:latin typeface="Times New Roman" panose="02020603050405020304" pitchFamily="18" charset="0"/>
                          <a:cs typeface="Times New Roman" panose="02020603050405020304" pitchFamily="18" charset="0"/>
                        </a:rPr>
                        <a:t>Debug đôi khi khó hơn.</a:t>
                      </a:r>
                    </a:p>
                    <a:p>
                      <a:pPr marL="342900" lvl="0" indent="-342900" fontAlgn="t">
                        <a:lnSpc>
                          <a:spcPct val="119048"/>
                        </a:lnSpc>
                        <a:buFont typeface="Arial" panose="020B0604020202020204" pitchFamily="34" charset="0"/>
                        <a:buChar char="•"/>
                      </a:pPr>
                      <a:r>
                        <a:rPr lang="ja-JP" sz="1800" b="0" i="0" dirty="0">
                          <a:effectLst/>
                          <a:latin typeface="Times New Roman" panose="02020603050405020304" pitchFamily="18" charset="0"/>
                          <a:cs typeface="Times New Roman" panose="02020603050405020304" pitchFamily="18" charset="0"/>
                        </a:rPr>
                        <a:t>Có thể có overhead trong một số trường hợp.</a:t>
                      </a:r>
                    </a:p>
                  </a:txBody>
                  <a:tcPr/>
                </a:tc>
                <a:extLst>
                  <a:ext uri="{0D108BD9-81ED-4DB2-BD59-A6C34878D82A}">
                    <a16:rowId xmlns:a16="http://schemas.microsoft.com/office/drawing/2014/main" val="1674982837"/>
                  </a:ext>
                </a:extLst>
              </a:tr>
            </a:tbl>
          </a:graphicData>
        </a:graphic>
      </p:graphicFrame>
      <p:sp>
        <p:nvSpPr>
          <p:cNvPr id="4" name="Slide Number Placeholder 3">
            <a:extLst>
              <a:ext uri="{FF2B5EF4-FFF2-40B4-BE49-F238E27FC236}">
                <a16:creationId xmlns:a16="http://schemas.microsoft.com/office/drawing/2014/main" id="{628FC807-F5CF-93C5-2A78-DD4BCBB318A0}"/>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5</a:t>
            </a:fld>
            <a:endParaRPr lang="en-US" altLang="ja-JP"/>
          </a:p>
        </p:txBody>
      </p:sp>
    </p:spTree>
    <p:extLst>
      <p:ext uri="{BB962C8B-B14F-4D97-AF65-F5344CB8AC3E}">
        <p14:creationId xmlns:p14="http://schemas.microsoft.com/office/powerpoint/2010/main" val="4262306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151F3-AF55-B341-D706-F3866DA32372}"/>
              </a:ext>
            </a:extLst>
          </p:cNvPr>
          <p:cNvSpPr>
            <a:spLocks noGrp="1"/>
          </p:cNvSpPr>
          <p:nvPr>
            <p:ph type="title"/>
          </p:nvPr>
        </p:nvSpPr>
        <p:spPr/>
        <p:txBody>
          <a:bodyPr>
            <a:noAutofit/>
          </a:bodyPr>
          <a:lstStyle/>
          <a:p>
            <a:r>
              <a:rPr kumimoji="1" lang="en-US" altLang="ja-JP" sz="4000" dirty="0"/>
              <a:t>So </a:t>
            </a:r>
            <a:r>
              <a:rPr kumimoji="1" lang="en-US" altLang="ja-JP" sz="4000" dirty="0" err="1"/>
              <a:t>sánh</a:t>
            </a:r>
            <a:r>
              <a:rPr kumimoji="1" lang="en-US" altLang="ja-JP" sz="4000" dirty="0"/>
              <a:t> </a:t>
            </a:r>
            <a:r>
              <a:rPr kumimoji="1" lang="en-US" altLang="ja-JP" sz="4000" dirty="0" err="1"/>
              <a:t>phong</a:t>
            </a:r>
            <a:r>
              <a:rPr kumimoji="1" lang="en-US" altLang="ja-JP" sz="4000" dirty="0"/>
              <a:t> </a:t>
            </a:r>
            <a:r>
              <a:rPr kumimoji="1" lang="en-US" altLang="ja-JP" sz="4000" dirty="0" err="1"/>
              <a:t>cách</a:t>
            </a:r>
            <a:r>
              <a:rPr kumimoji="1" lang="en-US" altLang="ja-JP" sz="4000" dirty="0"/>
              <a:t> </a:t>
            </a:r>
            <a:r>
              <a:rPr kumimoji="1" lang="en-US" altLang="ja-JP" sz="4000" dirty="0" err="1"/>
              <a:t>lập</a:t>
            </a:r>
            <a:r>
              <a:rPr kumimoji="1" lang="en-US" altLang="ja-JP" sz="4000" dirty="0"/>
              <a:t> </a:t>
            </a:r>
            <a:r>
              <a:rPr kumimoji="1" lang="en-US" altLang="ja-JP" sz="4000" dirty="0" err="1"/>
              <a:t>trình</a:t>
            </a:r>
            <a:endParaRPr kumimoji="1" lang="ja-JP" altLang="en-US" sz="4000" dirty="0"/>
          </a:p>
        </p:txBody>
      </p:sp>
      <p:graphicFrame>
        <p:nvGraphicFramePr>
          <p:cNvPr id="5" name="Content Placeholder 4">
            <a:extLst>
              <a:ext uri="{FF2B5EF4-FFF2-40B4-BE49-F238E27FC236}">
                <a16:creationId xmlns:a16="http://schemas.microsoft.com/office/drawing/2014/main" id="{73F46A97-CCDC-DAD5-29D5-81885FFEC3D1}"/>
              </a:ext>
            </a:extLst>
          </p:cNvPr>
          <p:cNvGraphicFramePr>
            <a:graphicFrameLocks noGrp="1"/>
          </p:cNvGraphicFramePr>
          <p:nvPr>
            <p:ph idx="1"/>
            <p:extLst>
              <p:ext uri="{D42A27DB-BD31-4B8C-83A1-F6EECF244321}">
                <p14:modId xmlns:p14="http://schemas.microsoft.com/office/powerpoint/2010/main" val="13757083"/>
              </p:ext>
            </p:extLst>
          </p:nvPr>
        </p:nvGraphicFramePr>
        <p:xfrm>
          <a:off x="128588" y="1447800"/>
          <a:ext cx="9648824" cy="4649650"/>
        </p:xfrm>
        <a:graphic>
          <a:graphicData uri="http://schemas.openxmlformats.org/drawingml/2006/table">
            <a:tbl>
              <a:tblPr>
                <a:tableStyleId>{5C22544A-7EE6-4342-B048-85BDC9FD1C3A}</a:tableStyleId>
              </a:tblPr>
              <a:tblGrid>
                <a:gridCol w="4824412">
                  <a:extLst>
                    <a:ext uri="{9D8B030D-6E8A-4147-A177-3AD203B41FA5}">
                      <a16:colId xmlns:a16="http://schemas.microsoft.com/office/drawing/2014/main" val="1500319441"/>
                    </a:ext>
                  </a:extLst>
                </a:gridCol>
                <a:gridCol w="4824412">
                  <a:extLst>
                    <a:ext uri="{9D8B030D-6E8A-4147-A177-3AD203B41FA5}">
                      <a16:colId xmlns:a16="http://schemas.microsoft.com/office/drawing/2014/main" val="4046171375"/>
                    </a:ext>
                  </a:extLst>
                </a:gridCol>
              </a:tblGrid>
              <a:tr h="665959">
                <a:tc>
                  <a:txBody>
                    <a:bodyPr/>
                    <a:lstStyle/>
                    <a:p>
                      <a:pPr>
                        <a:buNone/>
                      </a:pPr>
                      <a:r>
                        <a:rPr lang="ja-JP" sz="2800">
                          <a:effectLst/>
                        </a:rPr>
                        <a:t>Imperative</a:t>
                      </a:r>
                    </a:p>
                  </a:txBody>
                  <a:tcPr marL="90458" marR="90458" marT="45229" marB="45229" anchor="ctr"/>
                </a:tc>
                <a:tc>
                  <a:txBody>
                    <a:bodyPr/>
                    <a:lstStyle/>
                    <a:p>
                      <a:pPr>
                        <a:buNone/>
                      </a:pPr>
                      <a:r>
                        <a:rPr lang="ja-JP" sz="2800" dirty="0">
                          <a:effectLst/>
                        </a:rPr>
                        <a:t>Declarative</a:t>
                      </a:r>
                    </a:p>
                  </a:txBody>
                  <a:tcPr marL="90458" marR="90458" marT="45229" marB="45229" anchor="ctr"/>
                </a:tc>
                <a:extLst>
                  <a:ext uri="{0D108BD9-81ED-4DB2-BD59-A6C34878D82A}">
                    <a16:rowId xmlns:a16="http://schemas.microsoft.com/office/drawing/2014/main" val="3236088624"/>
                  </a:ext>
                </a:extLst>
              </a:tr>
              <a:tr h="665959">
                <a:tc>
                  <a:txBody>
                    <a:bodyPr/>
                    <a:lstStyle/>
                    <a:p>
                      <a:pPr>
                        <a:buNone/>
                      </a:pPr>
                      <a:r>
                        <a:rPr lang="ja-JP" sz="2800">
                          <a:effectLst/>
                        </a:rPr>
                        <a:t>Mô tả cách làm</a:t>
                      </a:r>
                    </a:p>
                  </a:txBody>
                  <a:tcPr marL="90458" marR="90458" marT="45229" marB="45229" anchor="ctr"/>
                </a:tc>
                <a:tc>
                  <a:txBody>
                    <a:bodyPr/>
                    <a:lstStyle/>
                    <a:p>
                      <a:pPr>
                        <a:buNone/>
                      </a:pPr>
                      <a:r>
                        <a:rPr lang="ja-JP" sz="2800">
                          <a:effectLst/>
                        </a:rPr>
                        <a:t>Mô tả kết quả</a:t>
                      </a:r>
                    </a:p>
                  </a:txBody>
                  <a:tcPr marL="90458" marR="90458" marT="45229" marB="45229" anchor="ctr"/>
                </a:tc>
                <a:extLst>
                  <a:ext uri="{0D108BD9-81ED-4DB2-BD59-A6C34878D82A}">
                    <a16:rowId xmlns:a16="http://schemas.microsoft.com/office/drawing/2014/main" val="87048020"/>
                  </a:ext>
                </a:extLst>
              </a:tr>
              <a:tr h="665959">
                <a:tc>
                  <a:txBody>
                    <a:bodyPr/>
                    <a:lstStyle/>
                    <a:p>
                      <a:pPr>
                        <a:buNone/>
                      </a:pPr>
                      <a:r>
                        <a:rPr lang="ja-JP" sz="2800" dirty="0">
                          <a:effectLst/>
                        </a:rPr>
                        <a:t>Tập trung vào "How"</a:t>
                      </a:r>
                    </a:p>
                  </a:txBody>
                  <a:tcPr marL="90458" marR="90458" marT="45229" marB="45229" anchor="ctr"/>
                </a:tc>
                <a:tc>
                  <a:txBody>
                    <a:bodyPr/>
                    <a:lstStyle/>
                    <a:p>
                      <a:pPr>
                        <a:buNone/>
                      </a:pPr>
                      <a:r>
                        <a:rPr lang="ja-JP" sz="2800">
                          <a:effectLst/>
                        </a:rPr>
                        <a:t>Tập trung vào "What"</a:t>
                      </a:r>
                    </a:p>
                  </a:txBody>
                  <a:tcPr marL="90458" marR="90458" marT="45229" marB="45229" anchor="ctr"/>
                </a:tc>
                <a:extLst>
                  <a:ext uri="{0D108BD9-81ED-4DB2-BD59-A6C34878D82A}">
                    <a16:rowId xmlns:a16="http://schemas.microsoft.com/office/drawing/2014/main" val="2165300534"/>
                  </a:ext>
                </a:extLst>
              </a:tr>
              <a:tr h="1215437">
                <a:tc>
                  <a:txBody>
                    <a:bodyPr/>
                    <a:lstStyle/>
                    <a:p>
                      <a:pPr>
                        <a:buNone/>
                      </a:pPr>
                      <a:r>
                        <a:rPr lang="ja-JP" sz="2800">
                          <a:effectLst/>
                        </a:rPr>
                        <a:t>Dùng vòng lặp, biến trạng thái</a:t>
                      </a:r>
                    </a:p>
                  </a:txBody>
                  <a:tcPr marL="90458" marR="90458" marT="45229" marB="45229" anchor="ctr"/>
                </a:tc>
                <a:tc>
                  <a:txBody>
                    <a:bodyPr/>
                    <a:lstStyle/>
                    <a:p>
                      <a:pPr>
                        <a:buNone/>
                      </a:pPr>
                      <a:r>
                        <a:rPr lang="ja-JP" sz="2800" dirty="0">
                          <a:effectLst/>
                        </a:rPr>
                        <a:t>Dùng biểu thức, pipeline</a:t>
                      </a:r>
                    </a:p>
                  </a:txBody>
                  <a:tcPr marL="90458" marR="90458" marT="45229" marB="45229" anchor="ctr"/>
                </a:tc>
                <a:extLst>
                  <a:ext uri="{0D108BD9-81ED-4DB2-BD59-A6C34878D82A}">
                    <a16:rowId xmlns:a16="http://schemas.microsoft.com/office/drawing/2014/main" val="2378857263"/>
                  </a:ext>
                </a:extLst>
              </a:tr>
              <a:tr h="665959">
                <a:tc>
                  <a:txBody>
                    <a:bodyPr/>
                    <a:lstStyle/>
                    <a:p>
                      <a:pPr>
                        <a:buNone/>
                      </a:pPr>
                      <a:r>
                        <a:rPr lang="ja-JP" sz="2800">
                          <a:effectLst/>
                        </a:rPr>
                        <a:t>Kiểm soát chi tiết</a:t>
                      </a:r>
                    </a:p>
                  </a:txBody>
                  <a:tcPr marL="90458" marR="90458" marT="45229" marB="45229" anchor="ctr"/>
                </a:tc>
                <a:tc>
                  <a:txBody>
                    <a:bodyPr/>
                    <a:lstStyle/>
                    <a:p>
                      <a:pPr>
                        <a:buNone/>
                      </a:pPr>
                      <a:r>
                        <a:rPr lang="ja-JP" sz="2800">
                          <a:effectLst/>
                        </a:rPr>
                        <a:t>Trừu tượng cao</a:t>
                      </a:r>
                    </a:p>
                  </a:txBody>
                  <a:tcPr marL="90458" marR="90458" marT="45229" marB="45229" anchor="ctr"/>
                </a:tc>
                <a:extLst>
                  <a:ext uri="{0D108BD9-81ED-4DB2-BD59-A6C34878D82A}">
                    <a16:rowId xmlns:a16="http://schemas.microsoft.com/office/drawing/2014/main" val="2971337053"/>
                  </a:ext>
                </a:extLst>
              </a:tr>
              <a:tr h="770377">
                <a:tc>
                  <a:txBody>
                    <a:bodyPr/>
                    <a:lstStyle/>
                    <a:p>
                      <a:pPr>
                        <a:buNone/>
                      </a:pPr>
                      <a:r>
                        <a:rPr lang="ja-JP" sz="2800">
                          <a:effectLst/>
                        </a:rPr>
                        <a:t>Code thường dài hơn</a:t>
                      </a:r>
                    </a:p>
                  </a:txBody>
                  <a:tcPr marL="90458" marR="90458" marT="45229" marB="45229" anchor="ctr"/>
                </a:tc>
                <a:tc>
                  <a:txBody>
                    <a:bodyPr/>
                    <a:lstStyle/>
                    <a:p>
                      <a:pPr fontAlgn="t">
                        <a:lnSpc>
                          <a:spcPct val="119048"/>
                        </a:lnSpc>
                        <a:buNone/>
                      </a:pPr>
                      <a:r>
                        <a:rPr lang="ja-JP" sz="2800" dirty="0">
                          <a:effectLst/>
                        </a:rPr>
                        <a:t>Code thường ngắn gọn hơn</a:t>
                      </a:r>
                      <a:endParaRPr lang="ja-JP" sz="1200" b="0" i="0" dirty="0">
                        <a:effectLst/>
                        <a:latin typeface="Segoe UI" panose="020B0502040204020203" pitchFamily="34" charset="0"/>
                      </a:endParaRPr>
                    </a:p>
                  </a:txBody>
                  <a:tcPr marL="90458" marR="90458" marT="45229" marB="45229" anchor="ctr"/>
                </a:tc>
                <a:extLst>
                  <a:ext uri="{0D108BD9-81ED-4DB2-BD59-A6C34878D82A}">
                    <a16:rowId xmlns:a16="http://schemas.microsoft.com/office/drawing/2014/main" val="3972626888"/>
                  </a:ext>
                </a:extLst>
              </a:tr>
            </a:tbl>
          </a:graphicData>
        </a:graphic>
      </p:graphicFrame>
      <p:sp>
        <p:nvSpPr>
          <p:cNvPr id="4" name="Slide Number Placeholder 3">
            <a:extLst>
              <a:ext uri="{FF2B5EF4-FFF2-40B4-BE49-F238E27FC236}">
                <a16:creationId xmlns:a16="http://schemas.microsoft.com/office/drawing/2014/main" id="{890183B7-5A29-B9FA-9867-553F77D67520}"/>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6</a:t>
            </a:fld>
            <a:endParaRPr lang="en-US" altLang="ja-JP"/>
          </a:p>
        </p:txBody>
      </p:sp>
    </p:spTree>
    <p:extLst>
      <p:ext uri="{BB962C8B-B14F-4D97-AF65-F5344CB8AC3E}">
        <p14:creationId xmlns:p14="http://schemas.microsoft.com/office/powerpoint/2010/main" val="3445657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A90DC-076A-E9E6-69E1-7EA02A5E4161}"/>
              </a:ext>
            </a:extLst>
          </p:cNvPr>
          <p:cNvSpPr>
            <a:spLocks noGrp="1"/>
          </p:cNvSpPr>
          <p:nvPr>
            <p:ph type="title"/>
          </p:nvPr>
        </p:nvSpPr>
        <p:spPr/>
        <p:txBody>
          <a:bodyPr>
            <a:normAutofit fontScale="90000"/>
          </a:bodyPr>
          <a:lstStyle/>
          <a:p>
            <a:r>
              <a:rPr lang="ja-JP" altLang="ja-JP" b="1" dirty="0"/>
              <a:t>Trong thực tế Java</a:t>
            </a:r>
            <a:endParaRPr kumimoji="1" lang="ja-JP" altLang="en-US" dirty="0"/>
          </a:p>
        </p:txBody>
      </p:sp>
      <p:sp>
        <p:nvSpPr>
          <p:cNvPr id="3" name="Content Placeholder 2">
            <a:extLst>
              <a:ext uri="{FF2B5EF4-FFF2-40B4-BE49-F238E27FC236}">
                <a16:creationId xmlns:a16="http://schemas.microsoft.com/office/drawing/2014/main" id="{8ECD80A5-39B0-0CAE-4EA8-7C30EE8C5FDC}"/>
              </a:ext>
            </a:extLst>
          </p:cNvPr>
          <p:cNvSpPr>
            <a:spLocks noGrp="1"/>
          </p:cNvSpPr>
          <p:nvPr>
            <p:ph idx="1"/>
          </p:nvPr>
        </p:nvSpPr>
        <p:spPr/>
        <p:txBody>
          <a:bodyPr>
            <a:normAutofit/>
          </a:bodyPr>
          <a:lstStyle/>
          <a:p>
            <a:pPr algn="just" fontAlgn="t">
              <a:lnSpc>
                <a:spcPct val="100000"/>
              </a:lnSpc>
              <a:buNone/>
            </a:pPr>
            <a:r>
              <a:rPr lang="ja-JP" altLang="ja-JP" dirty="0"/>
              <a:t>Lập trình Java thường là </a:t>
            </a:r>
            <a:r>
              <a:rPr lang="ja-JP" altLang="ja-JP" b="1" dirty="0"/>
              <a:t>kết hợp cả hai</a:t>
            </a:r>
            <a:r>
              <a:rPr lang="ja-JP" altLang="ja-JP" dirty="0"/>
              <a:t>:</a:t>
            </a:r>
          </a:p>
          <a:p>
            <a:pPr lvl="0" algn="just" fontAlgn="t">
              <a:buFont typeface="Arial" panose="020B0604020202020204" pitchFamily="34" charset="0"/>
              <a:buChar char="•"/>
            </a:pPr>
            <a:r>
              <a:rPr lang="ja-JP" altLang="ja-JP" dirty="0"/>
              <a:t>Xử lý nghiệp vụ đơn giản</a:t>
            </a:r>
            <a:r>
              <a:rPr lang="en-US" altLang="ja-JP" dirty="0"/>
              <a:t> </a:t>
            </a:r>
            <a:r>
              <a:rPr lang="ja-JP" altLang="ja-JP" dirty="0"/>
              <a:t>→ </a:t>
            </a:r>
            <a:r>
              <a:rPr lang="ja-JP" altLang="ja-JP" b="1" dirty="0"/>
              <a:t>Declarative</a:t>
            </a:r>
            <a:endParaRPr lang="ja-JP" altLang="ja-JP" dirty="0"/>
          </a:p>
          <a:p>
            <a:pPr lvl="0" algn="just" fontAlgn="t">
              <a:buFont typeface="Arial" panose="020B0604020202020204" pitchFamily="34" charset="0"/>
              <a:buChar char="•"/>
            </a:pPr>
            <a:r>
              <a:rPr lang="ja-JP" altLang="ja-JP" dirty="0"/>
              <a:t>Thuật toán phức tạp, cấu trúc dữ liệu, tối ưu hiệu năng → </a:t>
            </a:r>
            <a:r>
              <a:rPr lang="ja-JP" altLang="ja-JP" b="1" dirty="0"/>
              <a:t>Imperative</a:t>
            </a:r>
            <a:endParaRPr lang="ja-JP" altLang="ja-JP" dirty="0"/>
          </a:p>
          <a:p>
            <a:pPr algn="just"/>
            <a:endParaRPr kumimoji="1" lang="ja-JP" altLang="en-US" dirty="0"/>
          </a:p>
        </p:txBody>
      </p:sp>
      <p:sp>
        <p:nvSpPr>
          <p:cNvPr id="4" name="Slide Number Placeholder 3">
            <a:extLst>
              <a:ext uri="{FF2B5EF4-FFF2-40B4-BE49-F238E27FC236}">
                <a16:creationId xmlns:a16="http://schemas.microsoft.com/office/drawing/2014/main" id="{7E7ACA87-BAB9-9107-6C03-B64427197081}"/>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7</a:t>
            </a:fld>
            <a:endParaRPr lang="en-US" altLang="ja-JP"/>
          </a:p>
        </p:txBody>
      </p:sp>
    </p:spTree>
    <p:extLst>
      <p:ext uri="{BB962C8B-B14F-4D97-AF65-F5344CB8AC3E}">
        <p14:creationId xmlns:p14="http://schemas.microsoft.com/office/powerpoint/2010/main" val="30485356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31171-3C82-C10D-1DBF-6AC8797546A3}"/>
              </a:ext>
            </a:extLst>
          </p:cNvPr>
          <p:cNvSpPr>
            <a:spLocks noGrp="1"/>
          </p:cNvSpPr>
          <p:nvPr>
            <p:ph type="title"/>
          </p:nvPr>
        </p:nvSpPr>
        <p:spPr/>
        <p:txBody>
          <a:bodyPr>
            <a:normAutofit fontScale="90000"/>
          </a:bodyPr>
          <a:lstStyle/>
          <a:p>
            <a:r>
              <a:rPr lang="ja-JP" altLang="ja-JP" b="1" dirty="0"/>
              <a:t>Biểu Thức Lambda</a:t>
            </a:r>
            <a:endParaRPr kumimoji="1" lang="ja-JP" altLang="en-US" dirty="0"/>
          </a:p>
        </p:txBody>
      </p:sp>
      <p:sp>
        <p:nvSpPr>
          <p:cNvPr id="3" name="Content Placeholder 2">
            <a:extLst>
              <a:ext uri="{FF2B5EF4-FFF2-40B4-BE49-F238E27FC236}">
                <a16:creationId xmlns:a16="http://schemas.microsoft.com/office/drawing/2014/main" id="{C5901082-898B-062E-EF7E-20E35A93A344}"/>
              </a:ext>
            </a:extLst>
          </p:cNvPr>
          <p:cNvSpPr>
            <a:spLocks noGrp="1"/>
          </p:cNvSpPr>
          <p:nvPr>
            <p:ph idx="1"/>
          </p:nvPr>
        </p:nvSpPr>
        <p:spPr/>
        <p:txBody>
          <a:bodyPr>
            <a:normAutofit fontScale="92500" lnSpcReduction="20000"/>
          </a:bodyPr>
          <a:lstStyle/>
          <a:p>
            <a:pPr algn="just"/>
            <a:r>
              <a:rPr lang="ja-JP" altLang="ja-JP" dirty="0"/>
              <a:t>Biểu thức Lambda là một cách để biểu diễn các hàm ẩn danh (anonymous functions) trong Java</a:t>
            </a:r>
            <a:endParaRPr lang="en-US" altLang="ja-JP" dirty="0"/>
          </a:p>
          <a:p>
            <a:pPr algn="just"/>
            <a:r>
              <a:rPr lang="en-US" altLang="ja-JP" dirty="0"/>
              <a:t>C</a:t>
            </a:r>
            <a:r>
              <a:rPr lang="ja-JP" altLang="ja-JP" dirty="0"/>
              <a:t>ho phép </a:t>
            </a:r>
            <a:r>
              <a:rPr lang="en-US" altLang="ja-JP" dirty="0"/>
              <a:t>t</a:t>
            </a:r>
            <a:r>
              <a:rPr lang="ja-JP" altLang="ja-JP" dirty="0"/>
              <a:t>ruyền một hàm dưới dạng tham số hoặc lưu trữ một hàm như một biến mà không cần khai báo một lớp cụ thể</a:t>
            </a:r>
            <a:endParaRPr lang="en-US" altLang="ja-JP" dirty="0"/>
          </a:p>
          <a:p>
            <a:r>
              <a:rPr lang="ja-JP" altLang="ja-JP" dirty="0"/>
              <a:t>Cú pháp cơ bản của biểu thức Lambda trong Java như sau:</a:t>
            </a:r>
          </a:p>
          <a:p>
            <a:pPr marL="0" indent="0">
              <a:buNone/>
            </a:pPr>
            <a:r>
              <a:rPr lang="en-US" altLang="ja-JP" dirty="0"/>
              <a:t>	</a:t>
            </a:r>
            <a:r>
              <a:rPr lang="ja-JP" altLang="ja-JP" dirty="0"/>
              <a:t>(parameter) -&gt; expression</a:t>
            </a:r>
          </a:p>
          <a:p>
            <a:pPr lvl="1">
              <a:buFont typeface="Wingdings" panose="05000000000000000000" pitchFamily="2" charset="2"/>
              <a:buChar char="n"/>
            </a:pPr>
            <a:r>
              <a:rPr lang="ja-JP" altLang="ja-JP" dirty="0"/>
              <a:t>Parameter: Danh sách các tham số của hàm.</a:t>
            </a:r>
          </a:p>
          <a:p>
            <a:pPr lvl="1">
              <a:buFont typeface="Wingdings" panose="05000000000000000000" pitchFamily="2" charset="2"/>
              <a:buChar char="n"/>
            </a:pPr>
            <a:r>
              <a:rPr lang="ja-JP" altLang="ja-JP" dirty="0"/>
              <a:t>-&gt;: Toán tử Lambda, phân tách tham số và thân hàm.</a:t>
            </a:r>
          </a:p>
          <a:p>
            <a:pPr lvl="1">
              <a:buFont typeface="Wingdings" panose="05000000000000000000" pitchFamily="2" charset="2"/>
              <a:buChar char="n"/>
            </a:pPr>
            <a:r>
              <a:rPr lang="ja-JP" altLang="ja-JP" dirty="0"/>
              <a:t>Expression: Thân hàm, chứa logic xử lý.</a:t>
            </a:r>
          </a:p>
          <a:p>
            <a:r>
              <a:rPr lang="ja-JP" altLang="ja-JP" dirty="0"/>
              <a:t>Ví dụ đơn giản: (x, y) -&gt; x + y</a:t>
            </a:r>
          </a:p>
          <a:p>
            <a:pPr algn="just"/>
            <a:endParaRPr kumimoji="1" lang="ja-JP" altLang="en-US" dirty="0"/>
          </a:p>
        </p:txBody>
      </p:sp>
      <p:sp>
        <p:nvSpPr>
          <p:cNvPr id="4" name="Slide Number Placeholder 3">
            <a:extLst>
              <a:ext uri="{FF2B5EF4-FFF2-40B4-BE49-F238E27FC236}">
                <a16:creationId xmlns:a16="http://schemas.microsoft.com/office/drawing/2014/main" id="{37B4A265-7203-3A63-36EE-CAD2F00B48A6}"/>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8</a:t>
            </a:fld>
            <a:endParaRPr lang="en-US" altLang="ja-JP"/>
          </a:p>
        </p:txBody>
      </p:sp>
    </p:spTree>
    <p:extLst>
      <p:ext uri="{BB962C8B-B14F-4D97-AF65-F5344CB8AC3E}">
        <p14:creationId xmlns:p14="http://schemas.microsoft.com/office/powerpoint/2010/main" val="1487286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824E8-8A1A-8E41-5532-36ECA411663C}"/>
              </a:ext>
            </a:extLst>
          </p:cNvPr>
          <p:cNvSpPr>
            <a:spLocks noGrp="1"/>
          </p:cNvSpPr>
          <p:nvPr>
            <p:ph type="title"/>
          </p:nvPr>
        </p:nvSpPr>
        <p:spPr/>
        <p:txBody>
          <a:bodyPr>
            <a:normAutofit fontScale="90000"/>
          </a:bodyPr>
          <a:lstStyle/>
          <a:p>
            <a:r>
              <a:rPr lang="ja-JP" altLang="ja-JP" b="1" dirty="0"/>
              <a:t>Biểu thức Lambda</a:t>
            </a:r>
            <a:endParaRPr kumimoji="1" lang="ja-JP" altLang="en-US" dirty="0"/>
          </a:p>
        </p:txBody>
      </p:sp>
      <p:sp>
        <p:nvSpPr>
          <p:cNvPr id="3" name="Content Placeholder 2">
            <a:extLst>
              <a:ext uri="{FF2B5EF4-FFF2-40B4-BE49-F238E27FC236}">
                <a16:creationId xmlns:a16="http://schemas.microsoft.com/office/drawing/2014/main" id="{257F8063-EC2D-EA35-7FD8-2C2323FB10E3}"/>
              </a:ext>
            </a:extLst>
          </p:cNvPr>
          <p:cNvSpPr>
            <a:spLocks noGrp="1"/>
          </p:cNvSpPr>
          <p:nvPr>
            <p:ph idx="1"/>
          </p:nvPr>
        </p:nvSpPr>
        <p:spPr/>
        <p:txBody>
          <a:bodyPr>
            <a:normAutofit fontScale="85000" lnSpcReduction="10000"/>
          </a:bodyPr>
          <a:lstStyle/>
          <a:p>
            <a:pPr marL="0" indent="0">
              <a:buNone/>
            </a:pPr>
            <a:r>
              <a:rPr lang="vi-VN" altLang="ja-JP" dirty="0"/>
              <a:t>Lợi ích</a:t>
            </a:r>
          </a:p>
          <a:p>
            <a:r>
              <a:rPr lang="vi-VN" altLang="ja-JP" dirty="0"/>
              <a:t>Mã ngắn gọn: Giảm sự phức tạp khi viết mã.</a:t>
            </a:r>
          </a:p>
          <a:p>
            <a:r>
              <a:rPr lang="vi-VN" altLang="ja-JP" dirty="0"/>
              <a:t>Dễ bảo trì: Code dễ đọc và dễ hiểu hơn.</a:t>
            </a:r>
          </a:p>
          <a:p>
            <a:r>
              <a:rPr lang="vi-VN" altLang="ja-JP" dirty="0"/>
              <a:t>Tăng hiệu suất: Khi kết hợp với Stream API, biểu thức Lambda có thể tận dụng xử lý song song.</a:t>
            </a:r>
          </a:p>
          <a:p>
            <a:pPr marL="0" indent="0">
              <a:buNone/>
            </a:pPr>
            <a:r>
              <a:rPr lang="ja-JP" altLang="ja-JP" b="1" dirty="0"/>
              <a:t>Hạn chế</a:t>
            </a:r>
          </a:p>
          <a:p>
            <a:pPr lvl="0"/>
            <a:r>
              <a:rPr lang="ja-JP" altLang="ja-JP" dirty="0"/>
              <a:t>Khó debug: Với các biểu thức Lambda phức tạp, việc tìm lỗi có thể khó khăn.</a:t>
            </a:r>
          </a:p>
          <a:p>
            <a:pPr lvl="0"/>
            <a:r>
              <a:rPr lang="ja-JP" altLang="ja-JP" dirty="0"/>
              <a:t>Khó đọc với người mới: Những người mới học Java có thể thấy cú pháp Lambda lạ lẫm.</a:t>
            </a:r>
          </a:p>
          <a:p>
            <a:pPr lvl="0"/>
            <a:r>
              <a:rPr lang="ja-JP" altLang="ja-JP" dirty="0"/>
              <a:t>Hiệu suất: Trong một số trường hợp, sử dụng Lambda có thể làm tăng chi phí xử lý nếu không được tối ưu hóa.</a:t>
            </a:r>
          </a:p>
          <a:p>
            <a:endParaRPr kumimoji="1" lang="ja-JP" altLang="en-US" dirty="0"/>
          </a:p>
        </p:txBody>
      </p:sp>
      <p:sp>
        <p:nvSpPr>
          <p:cNvPr id="4" name="Slide Number Placeholder 3">
            <a:extLst>
              <a:ext uri="{FF2B5EF4-FFF2-40B4-BE49-F238E27FC236}">
                <a16:creationId xmlns:a16="http://schemas.microsoft.com/office/drawing/2014/main" id="{AAAB4B48-0B78-7FB6-C6AF-513BDBDFE28B}"/>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9</a:t>
            </a:fld>
            <a:endParaRPr lang="en-US" altLang="ja-JP"/>
          </a:p>
        </p:txBody>
      </p:sp>
    </p:spTree>
    <p:extLst>
      <p:ext uri="{BB962C8B-B14F-4D97-AF65-F5344CB8AC3E}">
        <p14:creationId xmlns:p14="http://schemas.microsoft.com/office/powerpoint/2010/main" val="2262026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C2C27-F3D7-2646-B2D2-2F915EC1E592}"/>
              </a:ext>
            </a:extLst>
          </p:cNvPr>
          <p:cNvSpPr>
            <a:spLocks noGrp="1"/>
          </p:cNvSpPr>
          <p:nvPr>
            <p:ph type="title"/>
          </p:nvPr>
        </p:nvSpPr>
        <p:spPr/>
        <p:txBody>
          <a:bodyPr>
            <a:normAutofit fontScale="90000"/>
          </a:bodyPr>
          <a:lstStyle/>
          <a:p>
            <a:r>
              <a:rPr lang="ja-JP" altLang="ja-JP" b="1" dirty="0"/>
              <a:t>Cú pháp chi tiết của Biểu thức Lambda</a:t>
            </a:r>
          </a:p>
        </p:txBody>
      </p:sp>
      <p:sp>
        <p:nvSpPr>
          <p:cNvPr id="4" name="Slide Number Placeholder 3">
            <a:extLst>
              <a:ext uri="{FF2B5EF4-FFF2-40B4-BE49-F238E27FC236}">
                <a16:creationId xmlns:a16="http://schemas.microsoft.com/office/drawing/2014/main" id="{AACBCF4A-0F6D-092A-1EE3-BB152F103D9D}"/>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10</a:t>
            </a:fld>
            <a:endParaRPr lang="en-US" altLang="ja-JP"/>
          </a:p>
        </p:txBody>
      </p:sp>
      <p:sp>
        <p:nvSpPr>
          <p:cNvPr id="7" name="Content Placeholder 6">
            <a:extLst>
              <a:ext uri="{FF2B5EF4-FFF2-40B4-BE49-F238E27FC236}">
                <a16:creationId xmlns:a16="http://schemas.microsoft.com/office/drawing/2014/main" id="{157DB7F8-1999-4949-F7AB-63B758806562}"/>
              </a:ext>
            </a:extLst>
          </p:cNvPr>
          <p:cNvSpPr>
            <a:spLocks noGrp="1"/>
          </p:cNvSpPr>
          <p:nvPr>
            <p:ph idx="1"/>
          </p:nvPr>
        </p:nvSpPr>
        <p:spPr/>
        <p:txBody>
          <a:bodyPr>
            <a:normAutofit fontScale="92500" lnSpcReduction="10000"/>
          </a:bodyPr>
          <a:lstStyle/>
          <a:p>
            <a:pPr marL="0" indent="0">
              <a:buNone/>
            </a:pPr>
            <a:r>
              <a:rPr lang="ja-JP" altLang="ja-JP" dirty="0"/>
              <a:t>Biểu thức Lambda có thể được viết theo nhiều cách tùy thuộc vào tình huống:</a:t>
            </a:r>
          </a:p>
          <a:p>
            <a:r>
              <a:rPr lang="ja-JP" altLang="ja-JP" dirty="0"/>
              <a:t>Không tham số: () -&gt; System.out.println("Hello, Lambda!");</a:t>
            </a:r>
          </a:p>
          <a:p>
            <a:r>
              <a:rPr lang="ja-JP" altLang="ja-JP" dirty="0"/>
              <a:t>Một tham số (có thể bỏ qua dấu ngoặc): x -&gt; x * x</a:t>
            </a:r>
          </a:p>
          <a:p>
            <a:r>
              <a:rPr lang="ja-JP" altLang="ja-JP" dirty="0"/>
              <a:t>Nhiều tham số: (x, y) -&gt; x + y</a:t>
            </a:r>
          </a:p>
          <a:p>
            <a:r>
              <a:rPr lang="ja-JP" altLang="ja-JP" dirty="0"/>
              <a:t>Thân hàm phức tạp (dùng dấu ngoặc nhọn và từ khóa return):</a:t>
            </a:r>
          </a:p>
          <a:p>
            <a:pPr marL="800100" lvl="2" indent="0">
              <a:buNone/>
            </a:pPr>
            <a:r>
              <a:rPr lang="ja-JP" altLang="ja-JP" dirty="0"/>
              <a:t>(x, y) -&gt; {</a:t>
            </a:r>
          </a:p>
          <a:p>
            <a:pPr marL="800100" lvl="2" indent="0">
              <a:buNone/>
            </a:pPr>
            <a:r>
              <a:rPr lang="ja-JP" altLang="ja-JP" dirty="0"/>
              <a:t>    int sum = x + y;</a:t>
            </a:r>
          </a:p>
          <a:p>
            <a:pPr marL="800100" lvl="2" indent="0">
              <a:buNone/>
            </a:pPr>
            <a:r>
              <a:rPr lang="ja-JP" altLang="ja-JP" dirty="0"/>
              <a:t>    return sum;</a:t>
            </a:r>
          </a:p>
          <a:p>
            <a:pPr marL="800100" lvl="2" indent="0">
              <a:buNone/>
            </a:pPr>
            <a:r>
              <a:rPr lang="ja-JP" altLang="ja-JP" dirty="0"/>
              <a:t>}</a:t>
            </a:r>
          </a:p>
          <a:p>
            <a:endParaRPr lang="ja-JP" altLang="en-US" dirty="0"/>
          </a:p>
        </p:txBody>
      </p:sp>
    </p:spTree>
    <p:extLst>
      <p:ext uri="{BB962C8B-B14F-4D97-AF65-F5344CB8AC3E}">
        <p14:creationId xmlns:p14="http://schemas.microsoft.com/office/powerpoint/2010/main" val="2893151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08996-E99D-0996-7075-8DBB1C5A99DE}"/>
              </a:ext>
            </a:extLst>
          </p:cNvPr>
          <p:cNvSpPr>
            <a:spLocks noGrp="1"/>
          </p:cNvSpPr>
          <p:nvPr>
            <p:ph type="title"/>
          </p:nvPr>
        </p:nvSpPr>
        <p:spPr/>
        <p:txBody>
          <a:bodyPr>
            <a:normAutofit fontScale="90000"/>
          </a:bodyPr>
          <a:lstStyle/>
          <a:p>
            <a:r>
              <a:rPr lang="ja-JP" altLang="ja-JP" b="1" dirty="0"/>
              <a:t>Ứng dụng thực tế </a:t>
            </a:r>
            <a:endParaRPr kumimoji="1" lang="ja-JP" altLang="en-US" dirty="0"/>
          </a:p>
        </p:txBody>
      </p:sp>
      <p:sp>
        <p:nvSpPr>
          <p:cNvPr id="3" name="Content Placeholder 2">
            <a:extLst>
              <a:ext uri="{FF2B5EF4-FFF2-40B4-BE49-F238E27FC236}">
                <a16:creationId xmlns:a16="http://schemas.microsoft.com/office/drawing/2014/main" id="{B42F9FFE-BE69-1CD0-4609-BC4F22ACAD5F}"/>
              </a:ext>
            </a:extLst>
          </p:cNvPr>
          <p:cNvSpPr>
            <a:spLocks noGrp="1"/>
          </p:cNvSpPr>
          <p:nvPr>
            <p:ph idx="1"/>
          </p:nvPr>
        </p:nvSpPr>
        <p:spPr/>
        <p:txBody>
          <a:bodyPr>
            <a:normAutofit/>
          </a:bodyPr>
          <a:lstStyle/>
          <a:p>
            <a:pPr marL="0" indent="0">
              <a:buNone/>
            </a:pPr>
            <a:r>
              <a:rPr lang="ja-JP" altLang="ja-JP" b="1" dirty="0"/>
              <a:t>Làm việc với Stream API</a:t>
            </a:r>
          </a:p>
          <a:p>
            <a:r>
              <a:rPr lang="ja-JP" altLang="ja-JP" dirty="0"/>
              <a:t>Stream API trong Java 8 cho phép xử lý dữ liệu theo phong cách lập trình chức năng. Biểu thức Lambda thường được sử dụng để định nghĩa các thao tác như lọc, ánh xạ, hoặc sắp xếp.</a:t>
            </a:r>
          </a:p>
          <a:p>
            <a:r>
              <a:rPr lang="ja-JP" altLang="ja-JP" dirty="0"/>
              <a:t>Ví dụ: Lọc các số chẵn trong danh sách:</a:t>
            </a:r>
          </a:p>
          <a:p>
            <a:pPr marL="400050" lvl="1" indent="0">
              <a:buNone/>
            </a:pPr>
            <a:r>
              <a:rPr lang="ja-JP" altLang="ja-JP" dirty="0"/>
              <a:t>List&lt;Integer&gt; numbers = Arrays.asList(1, 2, 3, 4, 5, 6);</a:t>
            </a:r>
          </a:p>
          <a:p>
            <a:pPr marL="400050" lvl="1" indent="0">
              <a:buNone/>
            </a:pPr>
            <a:r>
              <a:rPr lang="ja-JP" altLang="ja-JP" dirty="0"/>
              <a:t>numbers.stream()</a:t>
            </a:r>
          </a:p>
          <a:p>
            <a:pPr marL="400050" lvl="1" indent="0">
              <a:buNone/>
            </a:pPr>
            <a:r>
              <a:rPr lang="ja-JP" altLang="ja-JP" dirty="0"/>
              <a:t>       .filter(n -&gt; n % 2 == 0)</a:t>
            </a:r>
          </a:p>
          <a:p>
            <a:pPr marL="400050" lvl="1" indent="0">
              <a:buNone/>
            </a:pPr>
            <a:r>
              <a:rPr lang="ja-JP" altLang="ja-JP" dirty="0"/>
              <a:t>       .forEach(System.out::println);</a:t>
            </a:r>
          </a:p>
          <a:p>
            <a:endParaRPr kumimoji="1" lang="ja-JP" altLang="en-US" dirty="0"/>
          </a:p>
        </p:txBody>
      </p:sp>
      <p:sp>
        <p:nvSpPr>
          <p:cNvPr id="4" name="Slide Number Placeholder 3">
            <a:extLst>
              <a:ext uri="{FF2B5EF4-FFF2-40B4-BE49-F238E27FC236}">
                <a16:creationId xmlns:a16="http://schemas.microsoft.com/office/drawing/2014/main" id="{8C784238-00D5-817B-D23C-B5FDB9EA05F9}"/>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11</a:t>
            </a:fld>
            <a:endParaRPr lang="en-US" altLang="ja-JP"/>
          </a:p>
        </p:txBody>
      </p:sp>
    </p:spTree>
    <p:extLst>
      <p:ext uri="{BB962C8B-B14F-4D97-AF65-F5344CB8AC3E}">
        <p14:creationId xmlns:p14="http://schemas.microsoft.com/office/powerpoint/2010/main" val="207108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C0F97-A267-70CB-6485-2DFBB12BE166}"/>
              </a:ext>
            </a:extLst>
          </p:cNvPr>
          <p:cNvSpPr>
            <a:spLocks noGrp="1"/>
          </p:cNvSpPr>
          <p:nvPr>
            <p:ph type="title"/>
          </p:nvPr>
        </p:nvSpPr>
        <p:spPr/>
        <p:txBody>
          <a:bodyPr>
            <a:normAutofit fontScale="90000"/>
          </a:bodyPr>
          <a:lstStyle/>
          <a:p>
            <a:r>
              <a:rPr lang="ja-JP" altLang="ja-JP" dirty="0"/>
              <a:t>Stream là gì?</a:t>
            </a:r>
            <a:endParaRPr kumimoji="1" lang="ja-JP" altLang="en-US" dirty="0"/>
          </a:p>
        </p:txBody>
      </p:sp>
      <p:sp>
        <p:nvSpPr>
          <p:cNvPr id="3" name="Content Placeholder 2">
            <a:extLst>
              <a:ext uri="{FF2B5EF4-FFF2-40B4-BE49-F238E27FC236}">
                <a16:creationId xmlns:a16="http://schemas.microsoft.com/office/drawing/2014/main" id="{9DFA4C79-75E2-1E11-76D7-4FFF32841FE9}"/>
              </a:ext>
            </a:extLst>
          </p:cNvPr>
          <p:cNvSpPr>
            <a:spLocks noGrp="1"/>
          </p:cNvSpPr>
          <p:nvPr>
            <p:ph idx="1"/>
          </p:nvPr>
        </p:nvSpPr>
        <p:spPr>
          <a:xfrm>
            <a:off x="128464" y="1124744"/>
            <a:ext cx="6272336" cy="5328592"/>
          </a:xfrm>
        </p:spPr>
        <p:txBody>
          <a:bodyPr>
            <a:normAutofit/>
          </a:bodyPr>
          <a:lstStyle/>
          <a:p>
            <a:pPr marL="0" indent="0">
              <a:buNone/>
            </a:pPr>
            <a:r>
              <a:rPr lang="ja-JP" altLang="ja-JP" sz="2400" dirty="0"/>
              <a:t>Hãy tưởng tượng Stream như một </a:t>
            </a:r>
            <a:r>
              <a:rPr lang="ja-JP" altLang="ja-JP" sz="2400" b="1" dirty="0"/>
              <a:t>dòng dữ liệu</a:t>
            </a:r>
            <a:r>
              <a:rPr lang="ja-JP" altLang="ja-JP" sz="2400" dirty="0"/>
              <a:t> chảy qua nhiều bước xử lý.</a:t>
            </a:r>
            <a:endParaRPr lang="en-US" altLang="ja-JP" sz="2400" dirty="0"/>
          </a:p>
          <a:p>
            <a:endParaRPr lang="en-US" altLang="ja-JP" sz="2400" dirty="0"/>
          </a:p>
          <a:p>
            <a:pPr marL="0" indent="0">
              <a:buNone/>
            </a:pPr>
            <a:r>
              <a:rPr lang="ja-JP" altLang="ja-JP" sz="2400" dirty="0"/>
              <a:t>List&lt;Integer&gt; numbers = List.of(</a:t>
            </a:r>
            <a:r>
              <a:rPr lang="en-US" altLang="ja-JP" sz="2400" dirty="0"/>
              <a:t>5</a:t>
            </a:r>
            <a:r>
              <a:rPr lang="ja-JP" altLang="ja-JP" sz="2400" dirty="0"/>
              <a:t>, </a:t>
            </a:r>
            <a:r>
              <a:rPr lang="en-US" altLang="ja-JP" sz="2400" dirty="0"/>
              <a:t>4</a:t>
            </a:r>
            <a:r>
              <a:rPr lang="ja-JP" altLang="ja-JP" sz="2400" dirty="0"/>
              <a:t>, </a:t>
            </a:r>
            <a:r>
              <a:rPr lang="en-US" altLang="ja-JP" sz="2400" dirty="0"/>
              <a:t>2</a:t>
            </a:r>
            <a:r>
              <a:rPr lang="ja-JP" altLang="ja-JP" sz="2400" dirty="0"/>
              <a:t>, </a:t>
            </a:r>
            <a:r>
              <a:rPr lang="en-US" altLang="ja-JP" sz="2400" dirty="0"/>
              <a:t>1</a:t>
            </a:r>
            <a:r>
              <a:rPr lang="ja-JP" altLang="ja-JP" sz="2400" dirty="0"/>
              <a:t>, </a:t>
            </a:r>
            <a:r>
              <a:rPr lang="en-US" altLang="ja-JP" sz="2400" dirty="0"/>
              <a:t>3</a:t>
            </a:r>
            <a:r>
              <a:rPr lang="ja-JP" altLang="ja-JP" sz="2400" dirty="0"/>
              <a:t>);</a:t>
            </a:r>
            <a:br>
              <a:rPr lang="ja-JP" altLang="ja-JP" sz="2400" dirty="0"/>
            </a:br>
            <a:endParaRPr lang="ja-JP" altLang="ja-JP" sz="2400" dirty="0"/>
          </a:p>
          <a:p>
            <a:pPr marL="0" indent="0">
              <a:buNone/>
            </a:pPr>
            <a:r>
              <a:rPr lang="ja-JP" altLang="ja-JP" sz="2400" dirty="0"/>
              <a:t>List&lt;Integer&gt; result = numbers.stream()</a:t>
            </a:r>
            <a:br>
              <a:rPr lang="ja-JP" altLang="ja-JP" sz="2400" dirty="0"/>
            </a:br>
            <a:r>
              <a:rPr lang="en-US" altLang="ja-JP" sz="2400" dirty="0"/>
              <a:t>            </a:t>
            </a:r>
            <a:r>
              <a:rPr lang="ja-JP" altLang="ja-JP" sz="2400" dirty="0"/>
              <a:t>.filter(n -&gt; n % 2 == 0)</a:t>
            </a:r>
          </a:p>
          <a:p>
            <a:pPr marL="0" indent="0">
              <a:buNone/>
            </a:pPr>
            <a:r>
              <a:rPr lang="en-US" altLang="ja-JP" sz="2400" dirty="0"/>
              <a:t>           </a:t>
            </a:r>
            <a:r>
              <a:rPr lang="ja-JP" altLang="ja-JP" sz="2400" dirty="0"/>
              <a:t>.map(n -&gt; n * 2)</a:t>
            </a:r>
            <a:endParaRPr lang="en-US" altLang="ja-JP" sz="2400" dirty="0"/>
          </a:p>
          <a:p>
            <a:pPr marL="0" indent="0">
              <a:buNone/>
            </a:pPr>
            <a:r>
              <a:rPr lang="en-US" altLang="ja-JP" sz="2400" dirty="0"/>
              <a:t>	.sorted()</a:t>
            </a:r>
            <a:endParaRPr lang="ja-JP" altLang="ja-JP" sz="2400" dirty="0"/>
          </a:p>
          <a:p>
            <a:pPr marL="0" indent="0">
              <a:buNone/>
            </a:pPr>
            <a:r>
              <a:rPr lang="en-US" altLang="ja-JP" sz="2400" dirty="0"/>
              <a:t>           </a:t>
            </a:r>
            <a:r>
              <a:rPr lang="ja-JP" altLang="ja-JP" sz="2400" dirty="0"/>
              <a:t>.toList();</a:t>
            </a:r>
          </a:p>
          <a:p>
            <a:pPr marL="0" indent="0" algn="ctr">
              <a:buNone/>
            </a:pPr>
            <a:endParaRPr lang="ja-JP" altLang="ja-JP" sz="2400" dirty="0"/>
          </a:p>
          <a:p>
            <a:endParaRPr kumimoji="1" lang="ja-JP" altLang="en-US" sz="2400" dirty="0"/>
          </a:p>
        </p:txBody>
      </p:sp>
      <p:sp>
        <p:nvSpPr>
          <p:cNvPr id="4" name="Slide Number Placeholder 3">
            <a:extLst>
              <a:ext uri="{FF2B5EF4-FFF2-40B4-BE49-F238E27FC236}">
                <a16:creationId xmlns:a16="http://schemas.microsoft.com/office/drawing/2014/main" id="{0BB177E9-427A-F159-7402-F32EB3CC31AE}"/>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12</a:t>
            </a:fld>
            <a:endParaRPr lang="en-US" altLang="ja-JP"/>
          </a:p>
        </p:txBody>
      </p:sp>
      <p:sp>
        <p:nvSpPr>
          <p:cNvPr id="6" name="TextBox 5">
            <a:extLst>
              <a:ext uri="{FF2B5EF4-FFF2-40B4-BE49-F238E27FC236}">
                <a16:creationId xmlns:a16="http://schemas.microsoft.com/office/drawing/2014/main" id="{EB7F696D-A055-51E2-FB08-B8E6C17499E4}"/>
              </a:ext>
            </a:extLst>
          </p:cNvPr>
          <p:cNvSpPr txBox="1"/>
          <p:nvPr/>
        </p:nvSpPr>
        <p:spPr>
          <a:xfrm>
            <a:off x="6781800" y="2362200"/>
            <a:ext cx="2743200" cy="3416320"/>
          </a:xfrm>
          <a:prstGeom prst="rect">
            <a:avLst/>
          </a:prstGeom>
          <a:noFill/>
        </p:spPr>
        <p:txBody>
          <a:bodyPr wrap="square">
            <a:spAutoFit/>
          </a:bodyPr>
          <a:lstStyle/>
          <a:p>
            <a:pPr marL="0" indent="0" algn="ctr">
              <a:buNone/>
            </a:pPr>
            <a:r>
              <a:rPr lang="ja-JP" altLang="ja-JP" sz="2400" dirty="0">
                <a:latin typeface="Times New Roman" panose="02020603050405020304" pitchFamily="18" charset="0"/>
                <a:cs typeface="Times New Roman" panose="02020603050405020304" pitchFamily="18" charset="0"/>
              </a:rPr>
              <a:t>Danh sách</a:t>
            </a:r>
          </a:p>
          <a:p>
            <a:pPr marL="0" indent="0" algn="ctr">
              <a:buNone/>
            </a:pPr>
            <a:r>
              <a:rPr lang="ja-JP" altLang="ja-JP" sz="2400" dirty="0">
                <a:latin typeface="Times New Roman" panose="02020603050405020304" pitchFamily="18" charset="0"/>
                <a:cs typeface="Times New Roman" panose="02020603050405020304" pitchFamily="18" charset="0"/>
              </a:rPr>
              <a:t>↓</a:t>
            </a:r>
          </a:p>
          <a:p>
            <a:pPr marL="0" indent="0" algn="ctr">
              <a:buNone/>
            </a:pPr>
            <a:r>
              <a:rPr lang="ja-JP" altLang="ja-JP" sz="2400" dirty="0">
                <a:latin typeface="Times New Roman" panose="02020603050405020304" pitchFamily="18" charset="0"/>
                <a:cs typeface="Times New Roman" panose="02020603050405020304" pitchFamily="18" charset="0"/>
              </a:rPr>
              <a:t>filter()</a:t>
            </a:r>
          </a:p>
          <a:p>
            <a:pPr marL="0" indent="0" algn="ctr">
              <a:buNone/>
            </a:pPr>
            <a:r>
              <a:rPr lang="ja-JP" altLang="ja-JP" sz="2400" dirty="0">
                <a:latin typeface="Times New Roman" panose="02020603050405020304" pitchFamily="18" charset="0"/>
                <a:cs typeface="Times New Roman" panose="02020603050405020304" pitchFamily="18" charset="0"/>
              </a:rPr>
              <a:t>↓</a:t>
            </a:r>
          </a:p>
          <a:p>
            <a:pPr marL="0" indent="0" algn="ctr">
              <a:buNone/>
            </a:pPr>
            <a:r>
              <a:rPr lang="ja-JP" altLang="ja-JP" sz="2400" dirty="0">
                <a:latin typeface="Times New Roman" panose="02020603050405020304" pitchFamily="18" charset="0"/>
                <a:cs typeface="Times New Roman" panose="02020603050405020304" pitchFamily="18" charset="0"/>
              </a:rPr>
              <a:t>map()</a:t>
            </a:r>
          </a:p>
          <a:p>
            <a:pPr marL="0" indent="0" algn="ctr">
              <a:buNone/>
            </a:pPr>
            <a:r>
              <a:rPr lang="ja-JP" altLang="ja-JP" sz="2400" dirty="0">
                <a:latin typeface="Times New Roman" panose="02020603050405020304" pitchFamily="18" charset="0"/>
                <a:cs typeface="Times New Roman" panose="02020603050405020304" pitchFamily="18" charset="0"/>
              </a:rPr>
              <a:t>↓</a:t>
            </a:r>
          </a:p>
          <a:p>
            <a:pPr marL="0" indent="0" algn="ctr">
              <a:buNone/>
            </a:pPr>
            <a:r>
              <a:rPr lang="ja-JP" altLang="ja-JP" sz="2400" dirty="0">
                <a:latin typeface="Times New Roman" panose="02020603050405020304" pitchFamily="18" charset="0"/>
                <a:cs typeface="Times New Roman" panose="02020603050405020304" pitchFamily="18" charset="0"/>
              </a:rPr>
              <a:t>sorted()</a:t>
            </a:r>
          </a:p>
          <a:p>
            <a:pPr marL="0" indent="0" algn="ctr">
              <a:buNone/>
            </a:pPr>
            <a:r>
              <a:rPr lang="ja-JP" altLang="ja-JP" sz="2400" dirty="0">
                <a:latin typeface="Times New Roman" panose="02020603050405020304" pitchFamily="18" charset="0"/>
                <a:cs typeface="Times New Roman" panose="02020603050405020304" pitchFamily="18" charset="0"/>
              </a:rPr>
              <a:t>↓</a:t>
            </a:r>
          </a:p>
          <a:p>
            <a:pPr marL="0" indent="0" algn="ctr">
              <a:buNone/>
            </a:pPr>
            <a:r>
              <a:rPr lang="ja-JP" altLang="ja-JP" sz="2400" dirty="0">
                <a:latin typeface="Times New Roman" panose="02020603050405020304" pitchFamily="18" charset="0"/>
                <a:cs typeface="Times New Roman" panose="02020603050405020304" pitchFamily="18" charset="0"/>
              </a:rPr>
              <a:t>collect()/toList()</a:t>
            </a:r>
          </a:p>
        </p:txBody>
      </p:sp>
    </p:spTree>
    <p:extLst>
      <p:ext uri="{BB962C8B-B14F-4D97-AF65-F5344CB8AC3E}">
        <p14:creationId xmlns:p14="http://schemas.microsoft.com/office/powerpoint/2010/main" val="3089755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D38D3-0241-3FC0-4812-67B1D68D9F8D}"/>
              </a:ext>
            </a:extLst>
          </p:cNvPr>
          <p:cNvSpPr>
            <a:spLocks noGrp="1"/>
          </p:cNvSpPr>
          <p:nvPr>
            <p:ph type="title"/>
          </p:nvPr>
        </p:nvSpPr>
        <p:spPr>
          <a:xfrm>
            <a:off x="128464" y="447189"/>
            <a:ext cx="9649072" cy="504056"/>
          </a:xfrm>
        </p:spPr>
        <p:txBody>
          <a:bodyPr>
            <a:normAutofit fontScale="90000"/>
          </a:bodyPr>
          <a:lstStyle/>
          <a:p>
            <a:r>
              <a:rPr lang="ja-JP" altLang="ja-JP" dirty="0"/>
              <a:t>Các thao tác phổ biến</a:t>
            </a:r>
            <a:endParaRPr kumimoji="1" lang="ja-JP" altLang="en-US" dirty="0"/>
          </a:p>
        </p:txBody>
      </p:sp>
      <p:sp>
        <p:nvSpPr>
          <p:cNvPr id="3" name="Content Placeholder 2">
            <a:extLst>
              <a:ext uri="{FF2B5EF4-FFF2-40B4-BE49-F238E27FC236}">
                <a16:creationId xmlns:a16="http://schemas.microsoft.com/office/drawing/2014/main" id="{3CE172B5-541A-F907-8D33-A800148FF1BD}"/>
              </a:ext>
            </a:extLst>
          </p:cNvPr>
          <p:cNvSpPr>
            <a:spLocks noGrp="1"/>
          </p:cNvSpPr>
          <p:nvPr>
            <p:ph idx="1"/>
          </p:nvPr>
        </p:nvSpPr>
        <p:spPr>
          <a:xfrm>
            <a:off x="5257800" y="1137933"/>
            <a:ext cx="4506156" cy="5328592"/>
          </a:xfrm>
        </p:spPr>
        <p:txBody>
          <a:bodyPr>
            <a:normAutofit fontScale="85000" lnSpcReduction="20000"/>
          </a:bodyPr>
          <a:lstStyle/>
          <a:p>
            <a:pPr fontAlgn="t"/>
            <a:r>
              <a:rPr lang="ja-JP" altLang="ja-JP" dirty="0"/>
              <a:t>filter()</a:t>
            </a:r>
          </a:p>
          <a:p>
            <a:pPr fontAlgn="t"/>
            <a:r>
              <a:rPr lang="ja-JP" altLang="ja-JP" dirty="0"/>
              <a:t>map() </a:t>
            </a:r>
            <a:endParaRPr lang="en-US" altLang="ja-JP" dirty="0"/>
          </a:p>
          <a:p>
            <a:pPr fontAlgn="t"/>
            <a:r>
              <a:rPr lang="ja-JP" altLang="ja-JP" dirty="0"/>
              <a:t>sorted() </a:t>
            </a:r>
            <a:endParaRPr lang="en-US" altLang="ja-JP" dirty="0"/>
          </a:p>
          <a:p>
            <a:pPr fontAlgn="t"/>
            <a:r>
              <a:rPr lang="ja-JP" altLang="ja-JP" dirty="0"/>
              <a:t>distinct()</a:t>
            </a:r>
          </a:p>
          <a:p>
            <a:pPr fontAlgn="t"/>
            <a:r>
              <a:rPr lang="ja-JP" altLang="ja-JP" dirty="0"/>
              <a:t>limit() </a:t>
            </a:r>
            <a:endParaRPr lang="en-US" altLang="ja-JP" dirty="0"/>
          </a:p>
          <a:p>
            <a:pPr fontAlgn="t"/>
            <a:r>
              <a:rPr lang="ja-JP" altLang="ja-JP" dirty="0"/>
              <a:t>skip()</a:t>
            </a:r>
            <a:endParaRPr lang="en-US" altLang="ja-JP" dirty="0"/>
          </a:p>
          <a:p>
            <a:pPr fontAlgn="t"/>
            <a:r>
              <a:rPr lang="ja-JP" altLang="ja-JP" dirty="0"/>
              <a:t>toList()</a:t>
            </a:r>
            <a:endParaRPr lang="en-US" altLang="ja-JP" dirty="0"/>
          </a:p>
          <a:p>
            <a:pPr fontAlgn="t"/>
            <a:r>
              <a:rPr lang="ja-JP" altLang="ja-JP" dirty="0"/>
              <a:t>collect()</a:t>
            </a:r>
            <a:endParaRPr lang="en-US" altLang="ja-JP" dirty="0"/>
          </a:p>
          <a:p>
            <a:pPr fontAlgn="t"/>
            <a:r>
              <a:rPr lang="ja-JP" altLang="ja-JP" dirty="0"/>
              <a:t>count()</a:t>
            </a:r>
            <a:endParaRPr lang="en-US" altLang="ja-JP" dirty="0"/>
          </a:p>
          <a:p>
            <a:pPr fontAlgn="t"/>
            <a:r>
              <a:rPr lang="ja-JP" altLang="ja-JP" dirty="0"/>
              <a:t>forEach()</a:t>
            </a:r>
            <a:endParaRPr lang="en-US" altLang="ja-JP" dirty="0"/>
          </a:p>
          <a:p>
            <a:pPr fontAlgn="t"/>
            <a:r>
              <a:rPr lang="ja-JP" altLang="ja-JP" dirty="0"/>
              <a:t>findFirst()</a:t>
            </a:r>
            <a:endParaRPr lang="en-US" altLang="ja-JP" dirty="0"/>
          </a:p>
          <a:p>
            <a:pPr fontAlgn="t"/>
            <a:r>
              <a:rPr lang="ja-JP" altLang="ja-JP" dirty="0"/>
              <a:t>reduce()</a:t>
            </a:r>
            <a:br>
              <a:rPr lang="ja-JP" altLang="ja-JP" dirty="0"/>
            </a:br>
            <a:endParaRPr lang="ja-JP" altLang="ja-JP" dirty="0"/>
          </a:p>
          <a:p>
            <a:pPr fontAlgn="t"/>
            <a:endParaRPr lang="ja-JP" altLang="ja-JP" dirty="0"/>
          </a:p>
          <a:p>
            <a:endParaRPr kumimoji="1" lang="ja-JP" altLang="en-US" dirty="0"/>
          </a:p>
        </p:txBody>
      </p:sp>
      <p:sp>
        <p:nvSpPr>
          <p:cNvPr id="4" name="Slide Number Placeholder 3">
            <a:extLst>
              <a:ext uri="{FF2B5EF4-FFF2-40B4-BE49-F238E27FC236}">
                <a16:creationId xmlns:a16="http://schemas.microsoft.com/office/drawing/2014/main" id="{9BC092C8-0A9B-9F24-9D7D-587A7FF2D121}"/>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13</a:t>
            </a:fld>
            <a:endParaRPr lang="en-US" altLang="ja-JP"/>
          </a:p>
        </p:txBody>
      </p:sp>
      <p:sp>
        <p:nvSpPr>
          <p:cNvPr id="6" name="TextBox 5">
            <a:extLst>
              <a:ext uri="{FF2B5EF4-FFF2-40B4-BE49-F238E27FC236}">
                <a16:creationId xmlns:a16="http://schemas.microsoft.com/office/drawing/2014/main" id="{6A13DF01-EDA3-3B24-1BE6-BA4E4BD145FD}"/>
              </a:ext>
            </a:extLst>
          </p:cNvPr>
          <p:cNvSpPr txBox="1"/>
          <p:nvPr/>
        </p:nvSpPr>
        <p:spPr>
          <a:xfrm>
            <a:off x="381000" y="1168866"/>
            <a:ext cx="1981200" cy="4524315"/>
          </a:xfrm>
          <a:prstGeom prst="rect">
            <a:avLst/>
          </a:prstGeom>
          <a:noFill/>
        </p:spPr>
        <p:txBody>
          <a:bodyPr wrap="square">
            <a:spAutoFit/>
          </a:bodyPr>
          <a:lstStyle/>
          <a:p>
            <a:pPr fontAlgn="t">
              <a:lnSpc>
                <a:spcPct val="100000"/>
              </a:lnSpc>
              <a:buNone/>
            </a:pPr>
            <a:r>
              <a:rPr lang="ja-JP" altLang="ja-JP" sz="3200" b="0" i="0" dirty="0">
                <a:effectLst/>
                <a:latin typeface="Times New Roman" panose="02020603050405020304" pitchFamily="18" charset="0"/>
                <a:cs typeface="Times New Roman" panose="02020603050405020304" pitchFamily="18" charset="0"/>
              </a:rPr>
              <a:t>[</a:t>
            </a:r>
            <a:r>
              <a:rPr lang="en-US" altLang="ja-JP" sz="3200" b="0" i="0" dirty="0">
                <a:effectLst/>
                <a:latin typeface="Times New Roman" panose="02020603050405020304" pitchFamily="18" charset="0"/>
                <a:cs typeface="Times New Roman" panose="02020603050405020304" pitchFamily="18" charset="0"/>
              </a:rPr>
              <a:t>5</a:t>
            </a:r>
            <a:r>
              <a:rPr lang="ja-JP" altLang="ja-JP" sz="3200" b="0" i="0" dirty="0">
                <a:effectLst/>
                <a:latin typeface="Times New Roman" panose="02020603050405020304" pitchFamily="18" charset="0"/>
                <a:cs typeface="Times New Roman" panose="02020603050405020304" pitchFamily="18" charset="0"/>
              </a:rPr>
              <a:t>,</a:t>
            </a:r>
            <a:r>
              <a:rPr lang="en-US" altLang="ja-JP" sz="3200" b="0" i="0" dirty="0">
                <a:effectLst/>
                <a:latin typeface="Times New Roman" panose="02020603050405020304" pitchFamily="18" charset="0"/>
                <a:cs typeface="Times New Roman" panose="02020603050405020304" pitchFamily="18" charset="0"/>
              </a:rPr>
              <a:t>4</a:t>
            </a:r>
            <a:r>
              <a:rPr lang="ja-JP" altLang="ja-JP" sz="3200" b="0" i="0" dirty="0">
                <a:effectLst/>
                <a:latin typeface="Times New Roman" panose="02020603050405020304" pitchFamily="18" charset="0"/>
                <a:cs typeface="Times New Roman" panose="02020603050405020304" pitchFamily="18" charset="0"/>
              </a:rPr>
              <a:t>,</a:t>
            </a:r>
            <a:r>
              <a:rPr lang="en-US" altLang="ja-JP" sz="3200" b="0" i="0" dirty="0">
                <a:effectLst/>
                <a:latin typeface="Times New Roman" panose="02020603050405020304" pitchFamily="18" charset="0"/>
                <a:cs typeface="Times New Roman" panose="02020603050405020304" pitchFamily="18" charset="0"/>
              </a:rPr>
              <a:t>2</a:t>
            </a:r>
            <a:r>
              <a:rPr lang="ja-JP" altLang="ja-JP" sz="3200" b="0" i="0" dirty="0">
                <a:effectLst/>
                <a:latin typeface="Times New Roman" panose="02020603050405020304" pitchFamily="18" charset="0"/>
                <a:cs typeface="Times New Roman" panose="02020603050405020304" pitchFamily="18" charset="0"/>
              </a:rPr>
              <a:t>,</a:t>
            </a:r>
            <a:r>
              <a:rPr lang="en-US" altLang="ja-JP" sz="3200" b="0" i="0" dirty="0">
                <a:effectLst/>
                <a:latin typeface="Times New Roman" panose="02020603050405020304" pitchFamily="18" charset="0"/>
                <a:cs typeface="Times New Roman" panose="02020603050405020304" pitchFamily="18" charset="0"/>
              </a:rPr>
              <a:t>1</a:t>
            </a:r>
            <a:r>
              <a:rPr lang="ja-JP" altLang="ja-JP" sz="3200" b="0" i="0" dirty="0">
                <a:effectLst/>
                <a:latin typeface="Times New Roman" panose="02020603050405020304" pitchFamily="18" charset="0"/>
                <a:cs typeface="Times New Roman" panose="02020603050405020304" pitchFamily="18" charset="0"/>
              </a:rPr>
              <a:t>,</a:t>
            </a:r>
            <a:r>
              <a:rPr lang="en-US" altLang="ja-JP" sz="3200" b="0" i="0" dirty="0">
                <a:effectLst/>
                <a:latin typeface="Times New Roman" panose="02020603050405020304" pitchFamily="18" charset="0"/>
                <a:cs typeface="Times New Roman" panose="02020603050405020304" pitchFamily="18" charset="0"/>
              </a:rPr>
              <a:t>3</a:t>
            </a:r>
            <a:r>
              <a:rPr lang="ja-JP" altLang="ja-JP" sz="3200" b="0" i="0" dirty="0">
                <a:effectLst/>
                <a:latin typeface="Times New Roman" panose="02020603050405020304" pitchFamily="18" charset="0"/>
                <a:cs typeface="Times New Roman" panose="02020603050405020304" pitchFamily="18" charset="0"/>
              </a:rPr>
              <a:t>]</a:t>
            </a:r>
          </a:p>
          <a:p>
            <a:pPr fontAlgn="t">
              <a:lnSpc>
                <a:spcPct val="100000"/>
              </a:lnSpc>
              <a:buNone/>
            </a:pPr>
            <a:r>
              <a:rPr lang="ja-JP" altLang="ja-JP" sz="3200" b="0" i="0" dirty="0">
                <a:effectLst/>
                <a:latin typeface="Times New Roman" panose="02020603050405020304" pitchFamily="18" charset="0"/>
                <a:cs typeface="Times New Roman" panose="02020603050405020304" pitchFamily="18" charset="0"/>
              </a:rPr>
              <a:t>↓ filter</a:t>
            </a:r>
          </a:p>
          <a:p>
            <a:pPr fontAlgn="t">
              <a:lnSpc>
                <a:spcPct val="100000"/>
              </a:lnSpc>
              <a:buNone/>
            </a:pPr>
            <a:r>
              <a:rPr lang="ja-JP" altLang="ja-JP" sz="3200" b="0" i="0" dirty="0">
                <a:effectLst/>
                <a:latin typeface="Times New Roman" panose="02020603050405020304" pitchFamily="18" charset="0"/>
                <a:cs typeface="Times New Roman" panose="02020603050405020304" pitchFamily="18" charset="0"/>
              </a:rPr>
              <a:t>[</a:t>
            </a:r>
            <a:r>
              <a:rPr lang="en-US" altLang="ja-JP" sz="3200" b="0" i="0" dirty="0">
                <a:effectLst/>
                <a:latin typeface="Times New Roman" panose="02020603050405020304" pitchFamily="18" charset="0"/>
                <a:cs typeface="Times New Roman" panose="02020603050405020304" pitchFamily="18" charset="0"/>
              </a:rPr>
              <a:t>4</a:t>
            </a:r>
            <a:r>
              <a:rPr lang="ja-JP" altLang="ja-JP" sz="3200" b="0" i="0" dirty="0">
                <a:effectLst/>
                <a:latin typeface="Times New Roman" panose="02020603050405020304" pitchFamily="18" charset="0"/>
                <a:cs typeface="Times New Roman" panose="02020603050405020304" pitchFamily="18" charset="0"/>
              </a:rPr>
              <a:t>,</a:t>
            </a:r>
            <a:r>
              <a:rPr lang="en-US" altLang="ja-JP" sz="3200" b="0" i="0" dirty="0">
                <a:effectLst/>
                <a:latin typeface="Times New Roman" panose="02020603050405020304" pitchFamily="18" charset="0"/>
                <a:cs typeface="Times New Roman" panose="02020603050405020304" pitchFamily="18" charset="0"/>
              </a:rPr>
              <a:t>2</a:t>
            </a:r>
            <a:r>
              <a:rPr lang="ja-JP" altLang="ja-JP" sz="3200" b="0" i="0" dirty="0">
                <a:effectLst/>
                <a:latin typeface="Times New Roman" panose="02020603050405020304" pitchFamily="18" charset="0"/>
                <a:cs typeface="Times New Roman" panose="02020603050405020304" pitchFamily="18" charset="0"/>
              </a:rPr>
              <a:t>]</a:t>
            </a:r>
          </a:p>
          <a:p>
            <a:pPr fontAlgn="t">
              <a:lnSpc>
                <a:spcPct val="100000"/>
              </a:lnSpc>
              <a:buNone/>
            </a:pPr>
            <a:r>
              <a:rPr lang="ja-JP" altLang="ja-JP" sz="3200" b="0" i="0" dirty="0">
                <a:effectLst/>
                <a:latin typeface="Times New Roman" panose="02020603050405020304" pitchFamily="18" charset="0"/>
                <a:cs typeface="Times New Roman" panose="02020603050405020304" pitchFamily="18" charset="0"/>
              </a:rPr>
              <a:t>↓ map</a:t>
            </a:r>
          </a:p>
          <a:p>
            <a:pPr fontAlgn="t">
              <a:lnSpc>
                <a:spcPct val="100000"/>
              </a:lnSpc>
              <a:buNone/>
            </a:pPr>
            <a:r>
              <a:rPr lang="ja-JP" altLang="ja-JP" sz="3200" b="0" i="0" dirty="0">
                <a:effectLst/>
                <a:latin typeface="Times New Roman" panose="02020603050405020304" pitchFamily="18" charset="0"/>
                <a:cs typeface="Times New Roman" panose="02020603050405020304" pitchFamily="18" charset="0"/>
              </a:rPr>
              <a:t>[</a:t>
            </a:r>
            <a:r>
              <a:rPr lang="en-US" altLang="ja-JP" sz="3200" b="0" i="0" dirty="0">
                <a:effectLst/>
                <a:latin typeface="Times New Roman" panose="02020603050405020304" pitchFamily="18" charset="0"/>
                <a:cs typeface="Times New Roman" panose="02020603050405020304" pitchFamily="18" charset="0"/>
              </a:rPr>
              <a:t>8</a:t>
            </a:r>
            <a:r>
              <a:rPr lang="ja-JP" altLang="ja-JP" sz="3200" b="0" i="0" dirty="0">
                <a:effectLst/>
                <a:latin typeface="Times New Roman" panose="02020603050405020304" pitchFamily="18" charset="0"/>
                <a:cs typeface="Times New Roman" panose="02020603050405020304" pitchFamily="18" charset="0"/>
              </a:rPr>
              <a:t>,</a:t>
            </a:r>
            <a:r>
              <a:rPr lang="en-US" altLang="ja-JP" sz="3200" b="0" i="0" dirty="0">
                <a:effectLst/>
                <a:latin typeface="Times New Roman" panose="02020603050405020304" pitchFamily="18" charset="0"/>
                <a:cs typeface="Times New Roman" panose="02020603050405020304" pitchFamily="18" charset="0"/>
              </a:rPr>
              <a:t>4</a:t>
            </a:r>
            <a:r>
              <a:rPr lang="ja-JP" altLang="ja-JP" sz="3200" b="0" i="0" dirty="0">
                <a:effectLst/>
                <a:latin typeface="Times New Roman" panose="02020603050405020304" pitchFamily="18" charset="0"/>
                <a:cs typeface="Times New Roman" panose="02020603050405020304" pitchFamily="18" charset="0"/>
              </a:rPr>
              <a:t>]</a:t>
            </a:r>
            <a:endParaRPr lang="en-US" altLang="ja-JP" sz="3200" b="0" i="0" dirty="0">
              <a:effectLst/>
              <a:latin typeface="Times New Roman" panose="02020603050405020304" pitchFamily="18" charset="0"/>
              <a:cs typeface="Times New Roman" panose="02020603050405020304" pitchFamily="18" charset="0"/>
            </a:endParaRPr>
          </a:p>
          <a:p>
            <a:pPr fontAlgn="t"/>
            <a:r>
              <a:rPr lang="ja-JP" altLang="ja-JP" sz="3200" b="0" dirty="0">
                <a:latin typeface="Times New Roman" panose="02020603050405020304" pitchFamily="18" charset="0"/>
                <a:cs typeface="Times New Roman" panose="02020603050405020304" pitchFamily="18" charset="0"/>
              </a:rPr>
              <a:t>↓ </a:t>
            </a:r>
            <a:r>
              <a:rPr lang="en-US" altLang="ja-JP" sz="3200" b="0" dirty="0">
                <a:latin typeface="Times New Roman" panose="02020603050405020304" pitchFamily="18" charset="0"/>
                <a:cs typeface="Times New Roman" panose="02020603050405020304" pitchFamily="18" charset="0"/>
              </a:rPr>
              <a:t>sorted</a:t>
            </a:r>
            <a:endParaRPr lang="ja-JP" altLang="ja-JP" sz="3200" b="0" dirty="0">
              <a:latin typeface="Times New Roman" panose="02020603050405020304" pitchFamily="18" charset="0"/>
              <a:cs typeface="Times New Roman" panose="02020603050405020304" pitchFamily="18" charset="0"/>
            </a:endParaRPr>
          </a:p>
          <a:p>
            <a:pPr fontAlgn="t"/>
            <a:r>
              <a:rPr lang="ja-JP" altLang="ja-JP" sz="3200" b="0" dirty="0">
                <a:latin typeface="Times New Roman" panose="02020603050405020304" pitchFamily="18" charset="0"/>
                <a:cs typeface="Times New Roman" panose="02020603050405020304" pitchFamily="18" charset="0"/>
              </a:rPr>
              <a:t>[</a:t>
            </a:r>
            <a:r>
              <a:rPr lang="en-US" altLang="ja-JP" sz="3200" b="0" dirty="0">
                <a:latin typeface="Times New Roman" panose="02020603050405020304" pitchFamily="18" charset="0"/>
                <a:cs typeface="Times New Roman" panose="02020603050405020304" pitchFamily="18" charset="0"/>
              </a:rPr>
              <a:t>4</a:t>
            </a:r>
            <a:r>
              <a:rPr lang="ja-JP" altLang="ja-JP" sz="3200" b="0" dirty="0">
                <a:latin typeface="Times New Roman" panose="02020603050405020304" pitchFamily="18" charset="0"/>
                <a:cs typeface="Times New Roman" panose="02020603050405020304" pitchFamily="18" charset="0"/>
              </a:rPr>
              <a:t>,</a:t>
            </a:r>
            <a:r>
              <a:rPr lang="en-US" altLang="ja-JP" sz="3200" b="0" dirty="0">
                <a:latin typeface="Times New Roman" panose="02020603050405020304" pitchFamily="18" charset="0"/>
                <a:cs typeface="Times New Roman" panose="02020603050405020304" pitchFamily="18" charset="0"/>
              </a:rPr>
              <a:t>8</a:t>
            </a:r>
            <a:r>
              <a:rPr lang="ja-JP" altLang="ja-JP" sz="3200" b="0" dirty="0">
                <a:latin typeface="Times New Roman" panose="02020603050405020304" pitchFamily="18" charset="0"/>
                <a:cs typeface="Times New Roman" panose="02020603050405020304" pitchFamily="18" charset="0"/>
              </a:rPr>
              <a:t>]</a:t>
            </a:r>
            <a:endParaRPr lang="en-US" altLang="ja-JP" sz="3200" b="0" dirty="0">
              <a:latin typeface="Times New Roman" panose="02020603050405020304" pitchFamily="18" charset="0"/>
              <a:cs typeface="Times New Roman" panose="02020603050405020304" pitchFamily="18" charset="0"/>
            </a:endParaRPr>
          </a:p>
          <a:p>
            <a:pPr fontAlgn="t">
              <a:lnSpc>
                <a:spcPct val="100000"/>
              </a:lnSpc>
              <a:buNone/>
            </a:pPr>
            <a:r>
              <a:rPr lang="ja-JP" altLang="ja-JP" sz="3200" b="0" i="0" dirty="0">
                <a:effectLst/>
                <a:latin typeface="Times New Roman" panose="02020603050405020304" pitchFamily="18" charset="0"/>
                <a:cs typeface="Times New Roman" panose="02020603050405020304" pitchFamily="18" charset="0"/>
              </a:rPr>
              <a:t>↓ toList</a:t>
            </a:r>
          </a:p>
          <a:p>
            <a:pPr fontAlgn="t">
              <a:lnSpc>
                <a:spcPct val="100000"/>
              </a:lnSpc>
              <a:buNone/>
            </a:pPr>
            <a:r>
              <a:rPr lang="ja-JP" altLang="ja-JP" sz="3200" b="0" i="0" dirty="0">
                <a:effectLst/>
                <a:latin typeface="Times New Roman" panose="02020603050405020304" pitchFamily="18" charset="0"/>
                <a:cs typeface="Times New Roman" panose="02020603050405020304" pitchFamily="18" charset="0"/>
              </a:rPr>
              <a:t>[4,8]</a:t>
            </a:r>
          </a:p>
        </p:txBody>
      </p:sp>
    </p:spTree>
    <p:extLst>
      <p:ext uri="{BB962C8B-B14F-4D97-AF65-F5344CB8AC3E}">
        <p14:creationId xmlns:p14="http://schemas.microsoft.com/office/powerpoint/2010/main" val="30474120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B0650-B194-7A79-E4DB-7BC31168584E}"/>
              </a:ext>
            </a:extLst>
          </p:cNvPr>
          <p:cNvSpPr>
            <a:spLocks noGrp="1"/>
          </p:cNvSpPr>
          <p:nvPr>
            <p:ph type="title"/>
          </p:nvPr>
        </p:nvSpPr>
        <p:spPr/>
        <p:txBody>
          <a:bodyPr>
            <a:normAutofit fontScale="90000"/>
          </a:bodyPr>
          <a:lstStyle/>
          <a:p>
            <a:r>
              <a:rPr lang="en-US" altLang="ja-JP" b="1" dirty="0" err="1"/>
              <a:t>Sử</a:t>
            </a:r>
            <a:r>
              <a:rPr lang="en-US" altLang="ja-JP" b="1" dirty="0"/>
              <a:t> </a:t>
            </a:r>
            <a:r>
              <a:rPr lang="en-US" altLang="ja-JP" b="1" dirty="0" err="1"/>
              <a:t>dụng</a:t>
            </a:r>
            <a:r>
              <a:rPr lang="en-US" altLang="ja-JP" b="1" dirty="0"/>
              <a:t> Stream</a:t>
            </a:r>
            <a:endParaRPr kumimoji="1" lang="ja-JP" altLang="en-US" dirty="0"/>
          </a:p>
        </p:txBody>
      </p:sp>
      <p:sp>
        <p:nvSpPr>
          <p:cNvPr id="3" name="Content Placeholder 2">
            <a:extLst>
              <a:ext uri="{FF2B5EF4-FFF2-40B4-BE49-F238E27FC236}">
                <a16:creationId xmlns:a16="http://schemas.microsoft.com/office/drawing/2014/main" id="{6AFACE23-ABF8-F009-F10F-1456E7652E0F}"/>
              </a:ext>
            </a:extLst>
          </p:cNvPr>
          <p:cNvSpPr>
            <a:spLocks noGrp="1"/>
          </p:cNvSpPr>
          <p:nvPr>
            <p:ph idx="1"/>
          </p:nvPr>
        </p:nvSpPr>
        <p:spPr/>
        <p:txBody>
          <a:bodyPr>
            <a:normAutofit fontScale="92500" lnSpcReduction="10000"/>
          </a:bodyPr>
          <a:lstStyle/>
          <a:p>
            <a:pPr fontAlgn="t">
              <a:lnSpc>
                <a:spcPct val="100000"/>
              </a:lnSpc>
              <a:buNone/>
            </a:pPr>
            <a:r>
              <a:rPr lang="ja-JP" altLang="ja-JP" dirty="0"/>
              <a:t>Xử lý Collection</a:t>
            </a:r>
            <a:endParaRPr lang="en-US" altLang="ja-JP" dirty="0"/>
          </a:p>
          <a:p>
            <a:pPr fontAlgn="t"/>
            <a:r>
              <a:rPr lang="ja-JP" altLang="ja-JP" dirty="0"/>
              <a:t>Lọc dữ liệu</a:t>
            </a:r>
            <a:endParaRPr lang="en-US" altLang="ja-JP" dirty="0"/>
          </a:p>
          <a:p>
            <a:pPr fontAlgn="t"/>
            <a:r>
              <a:rPr lang="ja-JP" altLang="ja-JP" dirty="0"/>
              <a:t>Chuyển đổi dữ liệu</a:t>
            </a:r>
            <a:endParaRPr lang="en-US" altLang="ja-JP" dirty="0"/>
          </a:p>
          <a:p>
            <a:pPr fontAlgn="t"/>
            <a:r>
              <a:rPr lang="ja-JP" altLang="ja-JP" dirty="0"/>
              <a:t>Thống kê, tổng hợp dữ liệu</a:t>
            </a:r>
            <a:endParaRPr lang="en-US" altLang="ja-JP" dirty="0"/>
          </a:p>
          <a:p>
            <a:pPr fontAlgn="t"/>
            <a:r>
              <a:rPr lang="ja-JP" altLang="ja-JP" dirty="0"/>
              <a:t>Tìm kiếm trong danh sách</a:t>
            </a:r>
          </a:p>
          <a:p>
            <a:pPr fontAlgn="t">
              <a:lnSpc>
                <a:spcPct val="100000"/>
              </a:lnSpc>
              <a:buNone/>
            </a:pPr>
            <a:r>
              <a:rPr lang="ja-JP" altLang="ja-JP" b="1" dirty="0"/>
              <a:t>Khi nào không nên lạm dụng?</a:t>
            </a:r>
          </a:p>
          <a:p>
            <a:pPr fontAlgn="t"/>
            <a:r>
              <a:rPr lang="ja-JP" altLang="ja-JP" dirty="0"/>
              <a:t>Thuật toán phức tạp (DFS, BFS, Dynamic Programming)</a:t>
            </a:r>
            <a:endParaRPr lang="en-US" altLang="ja-JP" dirty="0"/>
          </a:p>
          <a:p>
            <a:pPr fontAlgn="t"/>
            <a:r>
              <a:rPr lang="ja-JP" altLang="ja-JP" dirty="0"/>
              <a:t>Logic có nhiều trạng thái thay đổi</a:t>
            </a:r>
            <a:endParaRPr lang="en-US" altLang="ja-JP" dirty="0"/>
          </a:p>
          <a:p>
            <a:pPr fontAlgn="t"/>
            <a:r>
              <a:rPr lang="ja-JP" altLang="ja-JP" dirty="0"/>
              <a:t>Cần tối ưu hiệu năng ở mức rất thấp</a:t>
            </a:r>
          </a:p>
          <a:p>
            <a:endParaRPr kumimoji="1" lang="ja-JP" altLang="en-US" dirty="0"/>
          </a:p>
        </p:txBody>
      </p:sp>
      <p:sp>
        <p:nvSpPr>
          <p:cNvPr id="4" name="Slide Number Placeholder 3">
            <a:extLst>
              <a:ext uri="{FF2B5EF4-FFF2-40B4-BE49-F238E27FC236}">
                <a16:creationId xmlns:a16="http://schemas.microsoft.com/office/drawing/2014/main" id="{D78E1454-CEDA-D399-D65E-D2877C14C542}"/>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14</a:t>
            </a:fld>
            <a:endParaRPr lang="en-US" altLang="ja-JP"/>
          </a:p>
        </p:txBody>
      </p:sp>
    </p:spTree>
    <p:extLst>
      <p:ext uri="{BB962C8B-B14F-4D97-AF65-F5344CB8AC3E}">
        <p14:creationId xmlns:p14="http://schemas.microsoft.com/office/powerpoint/2010/main" val="388957051"/>
      </p:ext>
    </p:extLst>
  </p:cSld>
  <p:clrMapOvr>
    <a:masterClrMapping/>
  </p:clrMapOvr>
</p:sld>
</file>

<file path=ppt/theme/theme1.xml><?xml version="1.0" encoding="utf-8"?>
<a:theme xmlns:a="http://schemas.openxmlformats.org/drawingml/2006/main" name="標準デザイン">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Arial"/>
        <a:ea typeface="Arial"/>
        <a:cs typeface=""/>
      </a:majorFont>
      <a:minorFont>
        <a:latin typeface="Aptos Slab Black"/>
        <a:ea typeface="Arial"/>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FF66">
            <a:alpha val="80000"/>
          </a:srgbClr>
        </a:solidFill>
        <a:ln w="12700" cap="flat" cmpd="sng" algn="ctr">
          <a:noFill/>
          <a:prstDash val="solid"/>
          <a:round/>
          <a:headEnd type="none" w="med" len="med"/>
          <a:tailEnd type="none" w="med" len="med"/>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1" sz="1400" b="0" i="0" u="none" strike="noStrike" cap="none" normalizeH="0" baseline="0" dirty="0">
            <a:ln>
              <a:noFill/>
            </a:ln>
            <a:solidFill>
              <a:srgbClr val="FF0000"/>
            </a:solidFill>
            <a:latin typeface="Meiryo UI" panose="020B0604030504040204" pitchFamily="50" charset="-128"/>
            <a:ea typeface="Meiryo UI" panose="020B0604030504040204" pitchFamily="50" charset="-128"/>
          </a:defRPr>
        </a:defPPr>
      </a:lstStyle>
    </a:spDef>
    <a:lnDef>
      <a:spPr bwMode="auto">
        <a:pattFill prst="dashHorz">
          <a:fgClr>
            <a:srgbClr val="808080"/>
          </a:fgClr>
          <a:bgClr>
            <a:srgbClr val="FFFF00"/>
          </a:bgClr>
        </a:pattFill>
        <a:ln w="12700" cap="flat" cmpd="sng" algn="ctr">
          <a:solidFill>
            <a:srgbClr val="000000"/>
          </a:solidFill>
          <a:prstDash val="solid"/>
          <a:round/>
          <a:headEnd type="none" w="med" len="med"/>
          <a:tailEnd type="none" w="med" len="med"/>
        </a:ln>
        <a:effectLst/>
      </a:spPr>
      <a:bodyPr/>
      <a:lstStyle/>
    </a:lnDef>
    <a:txDef>
      <a:spPr>
        <a:noFill/>
      </a:spPr>
      <a:bodyPr wrap="square" rtlCol="0">
        <a:spAutoFit/>
      </a:bodyPr>
      <a:lstStyle>
        <a:defPPr>
          <a:defRPr kumimoji="1" sz="1400" b="0" dirty="0" smtClean="0">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AI_IoT_Assign_Plan_Optimization_GenAI_2025.pptx" id="{14E944DE-3199-4D98-A76C-EFBF91815B4E}" vid="{1A6114F4-44F2-4525-80F9-55402634BD3F}"/>
    </a:ext>
  </a:ext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I_IoT_Assign_Plan_Optimization_GenAI_2025.pptx" id="{14E944DE-3199-4D98-A76C-EFBF91815B4E}" vid="{8B1B50D9-B7E1-464E-B075-1B05D2128356}"/>
    </a:ext>
  </a:ext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UsolV-tmp</Template>
  <TotalTime>22712</TotalTime>
  <Words>1523</Words>
  <Application>Microsoft Office PowerPoint</Application>
  <PresentationFormat>A4 Paper (210x297 mm)</PresentationFormat>
  <Paragraphs>172</Paragraphs>
  <Slides>14</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14</vt:i4>
      </vt:variant>
    </vt:vector>
  </HeadingPairs>
  <TitlesOfParts>
    <vt:vector size="25" baseType="lpstr">
      <vt:lpstr>HG丸ｺﾞｼｯｸM-PRO</vt:lpstr>
      <vt:lpstr>Meiryo UI</vt:lpstr>
      <vt:lpstr>ＭＳ Ｐゴシック</vt:lpstr>
      <vt:lpstr>ADLaM Display</vt:lpstr>
      <vt:lpstr>Arial</vt:lpstr>
      <vt:lpstr>Segoe Script</vt:lpstr>
      <vt:lpstr>Segoe UI</vt:lpstr>
      <vt:lpstr>Times New Roman</vt:lpstr>
      <vt:lpstr>Wingdings</vt:lpstr>
      <vt:lpstr>標準デザイン</vt:lpstr>
      <vt:lpstr>デザインの設定</vt:lpstr>
      <vt:lpstr>Functional Programming using Lambda Expression Lập trình chức năng sử dụng biểu thức Lambda</vt:lpstr>
      <vt:lpstr>Functional Programming</vt:lpstr>
      <vt:lpstr>Phong cách lập trình</vt:lpstr>
      <vt:lpstr>Imperative Programming</vt:lpstr>
      <vt:lpstr>Declarative Programming</vt:lpstr>
      <vt:lpstr>So sánh phong cách lập trình</vt:lpstr>
      <vt:lpstr>Trong thực tế Java</vt:lpstr>
      <vt:lpstr>Biểu Thức Lambda</vt:lpstr>
      <vt:lpstr>Biểu thức Lambda</vt:lpstr>
      <vt:lpstr>Cú pháp chi tiết của Biểu thức Lambda</vt:lpstr>
      <vt:lpstr>Ứng dụng thực tế </vt:lpstr>
      <vt:lpstr>Stream là gì?</vt:lpstr>
      <vt:lpstr>Các thao tác phổ biến</vt:lpstr>
      <vt:lpstr>Sử dụng Stream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Cơ bản về AI và Data</dc:title>
  <dc:creator>Dang Minh Duc</dc:creator>
  <cp:lastModifiedBy>Mai Ngoc Khuong</cp:lastModifiedBy>
  <cp:revision>468</cp:revision>
  <cp:lastPrinted>2018-04-10T08:59:30Z</cp:lastPrinted>
  <dcterms:created xsi:type="dcterms:W3CDTF">2025-05-21T02:38:07Z</dcterms:created>
  <dcterms:modified xsi:type="dcterms:W3CDTF">2026-09-16T10:33:21Z</dcterms:modified>
</cp:coreProperties>
</file>