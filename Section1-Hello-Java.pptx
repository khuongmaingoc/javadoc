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png" ContentType="image/png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1"/>
            <a:ext cx="12191999" cy="68564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hand holding a sign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2"/>
            <a:ext cx="12191999" cy="68564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2"/>
            <a:ext cx="12191999" cy="68564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2"/>
            <a:ext cx="12191999" cy="68564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2"/>
            <a:ext cx="12191999" cy="68564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2"/>
            <a:ext cx="12191999" cy="68564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2"/>
            <a:ext cx="12191999" cy="68564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1"/>
            <a:ext cx="12191999" cy="68564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1"/>
            <a:ext cx="12191999" cy="68564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2"/>
            <a:ext cx="12191999" cy="68564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Madan Reddy</dc:creator>
  <dc:title>PowerPoint Presentation</dc:title>
  <dcterms:created xsi:type="dcterms:W3CDTF">2026-07-28T09:15:02Z</dcterms:created>
  <dcterms:modified xsi:type="dcterms:W3CDTF">2026-07-28T09:15:02Z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2024-03-26T00:00:00Z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2026-07-28T00:00:00Z</vt:filetime>
  </property>
  <property fmtid="{D5CDD505-2E9C-101B-9397-08002B2CF9AE}" pid="5" name="Producer">
    <vt:lpwstr>Adobe PDF Services</vt:lpwstr>
  </property>
</Properties>
</file>