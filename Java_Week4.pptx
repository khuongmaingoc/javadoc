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796" r:id="rId2"/>
  </p:sldMasterIdLst>
  <p:notesMasterIdLst>
    <p:notesMasterId r:id="rId5"/>
  </p:notesMasterIdLst>
  <p:handoutMasterIdLst>
    <p:handoutMasterId r:id="rId6"/>
  </p:handoutMasterIdLst>
  <p:sldIdLst>
    <p:sldId id="689" r:id="rId3"/>
    <p:sldId id="690" r:id="rId4"/>
  </p:sldIdLst>
  <p:sldSz cx="9906000" cy="6858000" type="A4"/>
  <p:notesSz cx="7104063" cy="10234613"/>
  <p:defaultTextStyle>
    <a:defPPr>
      <a:defRPr lang="ja-JP"/>
    </a:defPPr>
    <a:lvl1pPr algn="l" rtl="0" eaLnBrk="0" fontAlgn="base" hangingPunct="0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HG丸ｺﾞｼｯｸM-PRO" panose="020F0600000000000000" pitchFamily="50" charset="-128"/>
        <a:ea typeface="HG丸ｺﾞｼｯｸM-PRO" panose="020F0600000000000000" pitchFamily="50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HG丸ｺﾞｼｯｸM-PRO" panose="020F0600000000000000" pitchFamily="50" charset="-128"/>
        <a:ea typeface="HG丸ｺﾞｼｯｸM-PRO" panose="020F0600000000000000" pitchFamily="50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HG丸ｺﾞｼｯｸM-PRO" panose="020F0600000000000000" pitchFamily="50" charset="-128"/>
        <a:ea typeface="HG丸ｺﾞｼｯｸM-PRO" panose="020F0600000000000000" pitchFamily="50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HG丸ｺﾞｼｯｸM-PRO" panose="020F0600000000000000" pitchFamily="50" charset="-128"/>
        <a:ea typeface="HG丸ｺﾞｼｯｸM-PRO" panose="020F0600000000000000" pitchFamily="50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HG丸ｺﾞｼｯｸM-PRO" panose="020F0600000000000000" pitchFamily="50" charset="-128"/>
        <a:ea typeface="HG丸ｺﾞｼｯｸM-PRO" panose="020F0600000000000000" pitchFamily="50" charset="-128"/>
        <a:cs typeface="+mn-cs"/>
      </a:defRPr>
    </a:lvl5pPr>
    <a:lvl6pPr marL="2286000" algn="l" defTabSz="914400" rtl="0" eaLnBrk="1" latinLnBrk="0" hangingPunct="1">
      <a:defRPr kumimoji="1" sz="1600" b="1" kern="1200">
        <a:solidFill>
          <a:schemeClr val="tx1"/>
        </a:solidFill>
        <a:latin typeface="HG丸ｺﾞｼｯｸM-PRO" panose="020F0600000000000000" pitchFamily="50" charset="-128"/>
        <a:ea typeface="HG丸ｺﾞｼｯｸM-PRO" panose="020F0600000000000000" pitchFamily="50" charset="-128"/>
        <a:cs typeface="+mn-cs"/>
      </a:defRPr>
    </a:lvl6pPr>
    <a:lvl7pPr marL="2743200" algn="l" defTabSz="914400" rtl="0" eaLnBrk="1" latinLnBrk="0" hangingPunct="1">
      <a:defRPr kumimoji="1" sz="1600" b="1" kern="1200">
        <a:solidFill>
          <a:schemeClr val="tx1"/>
        </a:solidFill>
        <a:latin typeface="HG丸ｺﾞｼｯｸM-PRO" panose="020F0600000000000000" pitchFamily="50" charset="-128"/>
        <a:ea typeface="HG丸ｺﾞｼｯｸM-PRO" panose="020F0600000000000000" pitchFamily="50" charset="-128"/>
        <a:cs typeface="+mn-cs"/>
      </a:defRPr>
    </a:lvl7pPr>
    <a:lvl8pPr marL="3200400" algn="l" defTabSz="914400" rtl="0" eaLnBrk="1" latinLnBrk="0" hangingPunct="1">
      <a:defRPr kumimoji="1" sz="1600" b="1" kern="1200">
        <a:solidFill>
          <a:schemeClr val="tx1"/>
        </a:solidFill>
        <a:latin typeface="HG丸ｺﾞｼｯｸM-PRO" panose="020F0600000000000000" pitchFamily="50" charset="-128"/>
        <a:ea typeface="HG丸ｺﾞｼｯｸM-PRO" panose="020F0600000000000000" pitchFamily="50" charset="-128"/>
        <a:cs typeface="+mn-cs"/>
      </a:defRPr>
    </a:lvl8pPr>
    <a:lvl9pPr marL="3657600" algn="l" defTabSz="914400" rtl="0" eaLnBrk="1" latinLnBrk="0" hangingPunct="1">
      <a:defRPr kumimoji="1" sz="1600" b="1" kern="1200">
        <a:solidFill>
          <a:schemeClr val="tx1"/>
        </a:solidFill>
        <a:latin typeface="HG丸ｺﾞｼｯｸM-PRO" panose="020F0600000000000000" pitchFamily="50" charset="-128"/>
        <a:ea typeface="HG丸ｺﾞｼｯｸM-PRO" panose="020F0600000000000000" pitchFamily="50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>
          <p15:clr>
            <a:srgbClr val="A4A3A4"/>
          </p15:clr>
        </p15:guide>
        <p15:guide id="2" pos="6239">
          <p15:clr>
            <a:srgbClr val="A4A3A4"/>
          </p15:clr>
        </p15:guide>
        <p15:guide id="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4ABA46"/>
    <a:srgbClr val="0000CC"/>
    <a:srgbClr val="5B9BD5"/>
    <a:srgbClr val="FF0000"/>
    <a:srgbClr val="FF00FF"/>
    <a:srgbClr val="70AD47"/>
    <a:srgbClr val="4BC174"/>
    <a:srgbClr val="50C8A7"/>
    <a:srgbClr val="55C3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0A1B5D5-9B99-4C35-A422-299274C87663}" styleName="中間スタイル 1 - アクセント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淡色スタイル 1 - アクセント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C89EF96-8CEA-46FF-86C4-4CE0E7609802}" styleName="淡色スタイル 3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淡色スタイル 3 - アクセント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8B1032C-EA38-4F05-BA0D-38AFFFC7BED3}" styleName="淡色スタイル 3 - アクセント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16DA210-FB5B-4158-B5E0-FEB733F419BA}" styleName="スタイル (淡色)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6247" autoAdjust="0"/>
  </p:normalViewPr>
  <p:slideViewPr>
    <p:cSldViewPr>
      <p:cViewPr varScale="1">
        <p:scale>
          <a:sx n="106" d="100"/>
          <a:sy n="106" d="100"/>
        </p:scale>
        <p:origin x="1548" y="120"/>
      </p:cViewPr>
      <p:guideLst>
        <p:guide orient="horz"/>
        <p:guide pos="6239"/>
        <p:guide/>
      </p:guideLst>
    </p:cSldViewPr>
  </p:slideViewPr>
  <p:outlineViewPr>
    <p:cViewPr>
      <p:scale>
        <a:sx n="25" d="100"/>
        <a:sy n="25" d="100"/>
      </p:scale>
      <p:origin x="0" y="0"/>
    </p:cViewPr>
  </p:outlineViewPr>
  <p:notesTextViewPr>
    <p:cViewPr>
      <p:scale>
        <a:sx n="50" d="100"/>
        <a:sy n="5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2DB899A6-A9CA-4711-9723-BA912D00FE9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4"/>
            <a:ext cx="3079448" cy="5107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771" tIns="49386" rIns="98771" bIns="49386" numCol="1" anchor="t" anchorCtr="0" compatLnSpc="1">
            <a:prstTxWarp prst="textNoShape">
              <a:avLst/>
            </a:prstTxWarp>
          </a:bodyPr>
          <a:lstStyle>
            <a:lvl1pPr algn="l" defTabSz="987824" eaLnBrk="1" hangingPunct="1">
              <a:spcBef>
                <a:spcPct val="0"/>
              </a:spcBef>
              <a:defRPr sz="1300" b="0">
                <a:effectLst/>
                <a:latin typeface="Times New Roman" pitchFamily="18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 dirty="0"/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1651D3A0-D571-4358-8785-1088F76D9B2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4618" y="4"/>
            <a:ext cx="3079448" cy="5107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771" tIns="49386" rIns="98771" bIns="49386" numCol="1" anchor="t" anchorCtr="0" compatLnSpc="1">
            <a:prstTxWarp prst="textNoShape">
              <a:avLst/>
            </a:prstTxWarp>
          </a:bodyPr>
          <a:lstStyle>
            <a:lvl1pPr algn="r" defTabSz="987824" eaLnBrk="1" hangingPunct="1">
              <a:spcBef>
                <a:spcPct val="0"/>
              </a:spcBef>
              <a:defRPr sz="1300" b="0">
                <a:effectLst/>
                <a:latin typeface="Times New Roman" pitchFamily="18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 dirty="0"/>
          </a:p>
        </p:txBody>
      </p:sp>
      <p:sp>
        <p:nvSpPr>
          <p:cNvPr id="18436" name="Rectangle 4">
            <a:extLst>
              <a:ext uri="{FF2B5EF4-FFF2-40B4-BE49-F238E27FC236}">
                <a16:creationId xmlns:a16="http://schemas.microsoft.com/office/drawing/2014/main" id="{19D7232F-6855-4919-8F75-B7A75D70C854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723842"/>
            <a:ext cx="3079448" cy="5107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771" tIns="49386" rIns="98771" bIns="49386" numCol="1" anchor="b" anchorCtr="0" compatLnSpc="1">
            <a:prstTxWarp prst="textNoShape">
              <a:avLst/>
            </a:prstTxWarp>
          </a:bodyPr>
          <a:lstStyle>
            <a:lvl1pPr algn="l" defTabSz="987824" eaLnBrk="1" hangingPunct="1">
              <a:spcBef>
                <a:spcPct val="0"/>
              </a:spcBef>
              <a:defRPr sz="1300" b="0">
                <a:effectLst/>
                <a:latin typeface="Times New Roman" pitchFamily="18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 dirty="0"/>
          </a:p>
        </p:txBody>
      </p:sp>
      <p:sp>
        <p:nvSpPr>
          <p:cNvPr id="18437" name="Rectangle 5">
            <a:extLst>
              <a:ext uri="{FF2B5EF4-FFF2-40B4-BE49-F238E27FC236}">
                <a16:creationId xmlns:a16="http://schemas.microsoft.com/office/drawing/2014/main" id="{4427D1B6-1508-4EFB-B526-79F7F58444C8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4618" y="9723842"/>
            <a:ext cx="3079448" cy="5107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771" tIns="49386" rIns="98771" bIns="49386" numCol="1" anchor="b" anchorCtr="0" compatLnSpc="1">
            <a:prstTxWarp prst="textNoShape">
              <a:avLst/>
            </a:prstTxWarp>
          </a:bodyPr>
          <a:lstStyle>
            <a:lvl1pPr algn="r" defTabSz="987824" eaLnBrk="1" hangingPunct="1">
              <a:defRPr sz="1300" b="0"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fld id="{ABF23BBB-24A2-4FB1-97AA-82B17F20F696}" type="slidenum">
              <a:rPr lang="en-US" altLang="ja-JP"/>
              <a:pPr>
                <a:defRPr/>
              </a:pPr>
              <a:t>‹#›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8166555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>
            <a:extLst>
              <a:ext uri="{FF2B5EF4-FFF2-40B4-BE49-F238E27FC236}">
                <a16:creationId xmlns:a16="http://schemas.microsoft.com/office/drawing/2014/main" id="{31E1D87D-A0A0-44F6-BD18-1DA14110C53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5"/>
            <a:ext cx="3072641" cy="463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771" tIns="49386" rIns="98771" bIns="49386" numCol="1" anchor="t" anchorCtr="0" compatLnSpc="1">
            <a:prstTxWarp prst="textNoShape">
              <a:avLst/>
            </a:prstTxWarp>
          </a:bodyPr>
          <a:lstStyle>
            <a:lvl1pPr algn="l" defTabSz="987824" eaLnBrk="1" hangingPunct="1">
              <a:spcBef>
                <a:spcPct val="0"/>
              </a:spcBef>
              <a:defRPr sz="1300" b="0">
                <a:effectLst/>
                <a:latin typeface="Times New Roman" panose="02020603050405020304" pitchFamily="18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 dirty="0"/>
          </a:p>
        </p:txBody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38D8AEA5-A4A6-41CD-B14C-F3CD4220D027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005324" y="5"/>
            <a:ext cx="3072641" cy="463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771" tIns="49386" rIns="98771" bIns="49386" numCol="1" anchor="t" anchorCtr="0" compatLnSpc="1">
            <a:prstTxWarp prst="textNoShape">
              <a:avLst/>
            </a:prstTxWarp>
          </a:bodyPr>
          <a:lstStyle>
            <a:lvl1pPr algn="r" defTabSz="987824" eaLnBrk="1" hangingPunct="1">
              <a:spcBef>
                <a:spcPct val="0"/>
              </a:spcBef>
              <a:defRPr sz="1300" b="0">
                <a:effectLst/>
                <a:latin typeface="Times New Roman" panose="02020603050405020304" pitchFamily="18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 dirty="0"/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747BF16E-6815-4F62-A34F-5B22F8448030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09625" y="811213"/>
            <a:ext cx="5516563" cy="38211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1925" name="Rectangle 5">
            <a:extLst>
              <a:ext uri="{FF2B5EF4-FFF2-40B4-BE49-F238E27FC236}">
                <a16:creationId xmlns:a16="http://schemas.microsoft.com/office/drawing/2014/main" id="{009AFE73-A821-4ADE-B9D2-225F3B6F615B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2689" y="4861922"/>
            <a:ext cx="5212595" cy="46327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771" tIns="49386" rIns="98771" bIns="4938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noProof="0" dirty="0"/>
              <a:t>マスタ テキストの書式設定</a:t>
            </a:r>
          </a:p>
          <a:p>
            <a:pPr lvl="1"/>
            <a:r>
              <a:rPr lang="ja-JP" altLang="en-US" noProof="0" dirty="0"/>
              <a:t>第 </a:t>
            </a:r>
            <a:r>
              <a:rPr lang="en-US" altLang="ja-JP" noProof="0" dirty="0"/>
              <a:t>2 </a:t>
            </a:r>
            <a:r>
              <a:rPr lang="ja-JP" altLang="en-US" noProof="0" dirty="0"/>
              <a:t>レベル</a:t>
            </a:r>
          </a:p>
          <a:p>
            <a:pPr lvl="2"/>
            <a:r>
              <a:rPr lang="ja-JP" altLang="en-US" noProof="0" dirty="0"/>
              <a:t>第 </a:t>
            </a:r>
            <a:r>
              <a:rPr lang="en-US" altLang="ja-JP" noProof="0" dirty="0"/>
              <a:t>3 </a:t>
            </a:r>
            <a:r>
              <a:rPr lang="ja-JP" altLang="en-US" noProof="0" dirty="0"/>
              <a:t>レベル</a:t>
            </a:r>
          </a:p>
          <a:p>
            <a:pPr lvl="3"/>
            <a:r>
              <a:rPr lang="ja-JP" altLang="en-US" noProof="0" dirty="0"/>
              <a:t>第 </a:t>
            </a:r>
            <a:r>
              <a:rPr lang="en-US" altLang="ja-JP" noProof="0" dirty="0"/>
              <a:t>4 </a:t>
            </a:r>
            <a:r>
              <a:rPr lang="ja-JP" altLang="en-US" noProof="0" dirty="0"/>
              <a:t>レベル</a:t>
            </a:r>
          </a:p>
          <a:p>
            <a:pPr lvl="4"/>
            <a:r>
              <a:rPr lang="ja-JP" altLang="en-US" noProof="0" dirty="0"/>
              <a:t>第 </a:t>
            </a:r>
            <a:r>
              <a:rPr lang="en-US" altLang="ja-JP" noProof="0" dirty="0"/>
              <a:t>5 </a:t>
            </a:r>
            <a:r>
              <a:rPr lang="ja-JP" altLang="en-US" noProof="0" dirty="0"/>
              <a:t>レベル</a:t>
            </a:r>
          </a:p>
        </p:txBody>
      </p:sp>
      <p:sp>
        <p:nvSpPr>
          <p:cNvPr id="81926" name="Rectangle 6">
            <a:extLst>
              <a:ext uri="{FF2B5EF4-FFF2-40B4-BE49-F238E27FC236}">
                <a16:creationId xmlns:a16="http://schemas.microsoft.com/office/drawing/2014/main" id="{62419E40-0084-4BCB-8A80-CBA337840ED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6227"/>
            <a:ext cx="3072641" cy="463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771" tIns="49386" rIns="98771" bIns="49386" numCol="1" anchor="b" anchorCtr="0" compatLnSpc="1">
            <a:prstTxWarp prst="textNoShape">
              <a:avLst/>
            </a:prstTxWarp>
          </a:bodyPr>
          <a:lstStyle>
            <a:lvl1pPr algn="l" defTabSz="987824" eaLnBrk="1" hangingPunct="1">
              <a:spcBef>
                <a:spcPct val="0"/>
              </a:spcBef>
              <a:defRPr sz="1300" b="0">
                <a:effectLst/>
                <a:latin typeface="Times New Roman" panose="02020603050405020304" pitchFamily="18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 dirty="0"/>
          </a:p>
        </p:txBody>
      </p:sp>
      <p:sp>
        <p:nvSpPr>
          <p:cNvPr id="81927" name="Rectangle 7">
            <a:extLst>
              <a:ext uri="{FF2B5EF4-FFF2-40B4-BE49-F238E27FC236}">
                <a16:creationId xmlns:a16="http://schemas.microsoft.com/office/drawing/2014/main" id="{95A1F3E7-6C28-42BC-9477-4EE05BC271D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05324" y="9726227"/>
            <a:ext cx="3072641" cy="463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771" tIns="49386" rIns="98771" bIns="49386" numCol="1" anchor="b" anchorCtr="0" compatLnSpc="1">
            <a:prstTxWarp prst="textNoShape">
              <a:avLst/>
            </a:prstTxWarp>
          </a:bodyPr>
          <a:lstStyle>
            <a:lvl1pPr algn="r" defTabSz="987824" eaLnBrk="1" hangingPunct="1">
              <a:defRPr sz="1300" b="0"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fld id="{1B717ACA-5F59-481E-BAA1-3D2FC3B91B1D}" type="slidenum">
              <a:rPr lang="en-US" altLang="ja-JP" smtClean="0"/>
              <a:pPr>
                <a:defRPr/>
              </a:pPr>
              <a:t>‹#›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94364830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ＭＳ Ｐ明朝" pitchFamily="18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ＭＳ Ｐ明朝" pitchFamily="18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ＭＳ Ｐ明朝" pitchFamily="18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ＭＳ Ｐ明朝" pitchFamily="18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ＭＳ Ｐ明朝" pitchFamily="18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  <a:prstGeom prst="rect">
            <a:avLst/>
          </a:prstGeom>
        </p:spPr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latin typeface="+mn-ea"/>
                <a:ea typeface="+mn-ea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altLang="ja-JP"/>
              <a:t>Click to edit Master subtitle style</a:t>
            </a:r>
            <a:endParaRPr 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D7BC4D0-5990-408E-A9D0-64C8BD64FB3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742950" y="6248400"/>
            <a:ext cx="2063750" cy="457200"/>
          </a:xfrm>
        </p:spPr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01B671C-012F-4812-90DC-336A45C19F1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pPr>
              <a:defRPr/>
            </a:pPr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606179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28464" y="404664"/>
            <a:ext cx="9649072" cy="504056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altLang="ja-JP" dirty="0"/>
              <a:t>Click to edit Master title style</a:t>
            </a:r>
            <a:endParaRPr 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128464" y="1124744"/>
            <a:ext cx="9649072" cy="5328592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altLang="ja-JP" dirty="0"/>
              <a:t>Click to edit Master text styles</a:t>
            </a:r>
          </a:p>
          <a:p>
            <a:pPr lvl="1"/>
            <a:r>
              <a:rPr lang="en-US" altLang="ja-JP" dirty="0"/>
              <a:t>Second level</a:t>
            </a:r>
          </a:p>
          <a:p>
            <a:pPr lvl="2"/>
            <a:r>
              <a:rPr lang="en-US" altLang="ja-JP" dirty="0"/>
              <a:t>Third level</a:t>
            </a:r>
          </a:p>
          <a:p>
            <a:pPr lvl="3"/>
            <a:r>
              <a:rPr lang="en-US" altLang="ja-JP" dirty="0"/>
              <a:t>Fourth level</a:t>
            </a:r>
          </a:p>
          <a:p>
            <a:pPr lvl="4"/>
            <a:r>
              <a:rPr lang="en-US" altLang="ja-JP" dirty="0"/>
              <a:t>Fifth level</a:t>
            </a:r>
            <a:endParaRPr 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541E8AE-EEDA-4D06-94E6-5202ED43BCB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z="1050"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9E0A51D-D496-408F-833D-161747C36C6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sz="1050"/>
            </a:lvl1pPr>
          </a:lstStyle>
          <a:p>
            <a:pPr>
              <a:defRPr/>
            </a:pPr>
            <a:r>
              <a:rPr lang="en-US" altLang="ja-JP"/>
              <a:t>Page:</a:t>
            </a:r>
            <a:r>
              <a:rPr lang="ja-JP" altLang="en-US"/>
              <a:t> </a:t>
            </a:r>
            <a:fld id="{DC07468E-517B-4E9D-8840-A4568A307980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6" name="Rectangle 17">
            <a:extLst>
              <a:ext uri="{FF2B5EF4-FFF2-40B4-BE49-F238E27FC236}">
                <a16:creationId xmlns:a16="http://schemas.microsoft.com/office/drawing/2014/main" id="{02924262-A928-46CF-B278-D04F8D0A906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200" y="990600"/>
            <a:ext cx="9753600" cy="36513"/>
          </a:xfrm>
          <a:prstGeom prst="rect">
            <a:avLst/>
          </a:prstGeom>
          <a:gradFill rotWithShape="0">
            <a:gsLst>
              <a:gs pos="0">
                <a:srgbClr val="FF9900"/>
              </a:gs>
              <a:gs pos="100000">
                <a:schemeClr val="tx1">
                  <a:gamma/>
                  <a:tint val="0"/>
                  <a:invGamma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wrap="none" anchor="ctr"/>
          <a:lstStyle/>
          <a:p>
            <a:pPr algn="ctr" eaLnBrk="1" hangingPunct="1">
              <a:spcBef>
                <a:spcPct val="50000"/>
              </a:spcBef>
              <a:defRPr/>
            </a:pPr>
            <a:endParaRPr lang="ja-JP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G丸ｺﾞｼｯｸM-PRO" charset="0"/>
              <a:ea typeface="HG丸ｺﾞｼｯｸM-PRO" charset="0"/>
              <a:cs typeface="HG丸ｺﾞｼｯｸM-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08646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28464" y="404664"/>
            <a:ext cx="9649072" cy="504056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altLang="ja-JP" dirty="0"/>
              <a:t>Click to edit Master title style</a:t>
            </a:r>
            <a:endParaRPr 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128464" y="1124744"/>
            <a:ext cx="9649072" cy="5328592"/>
          </a:xfrm>
          <a:prstGeom prst="rect">
            <a:avLst/>
          </a:prstGeom>
        </p:spPr>
        <p:txBody>
          <a:bodyPr/>
          <a:lstStyle>
            <a:lvl1pPr marL="360363" indent="-360363">
              <a:buFont typeface="+mj-lt"/>
              <a:buAutoNum type="arabicPeriod"/>
              <a:defRPr>
                <a:latin typeface="+mj-lt"/>
              </a:defRPr>
            </a:lvl1pPr>
            <a:lvl2pPr marL="803275" indent="-346075">
              <a:buFont typeface="+mj-lt"/>
              <a:buAutoNum type="alphaLcPeriod"/>
              <a:defRPr>
                <a:latin typeface="+mj-lt"/>
              </a:defRPr>
            </a:lvl2pPr>
            <a:lvl3pPr marL="1260475" indent="-346075">
              <a:buFont typeface="+mj-lt"/>
              <a:buAutoNum type="romanLcPeriod"/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altLang="ja-JP" dirty="0"/>
              <a:t>Click to edit Master text styles</a:t>
            </a:r>
          </a:p>
          <a:p>
            <a:pPr lvl="1"/>
            <a:r>
              <a:rPr lang="en-US" altLang="ja-JP" dirty="0"/>
              <a:t>Second level</a:t>
            </a:r>
          </a:p>
          <a:p>
            <a:pPr lvl="2"/>
            <a:r>
              <a:rPr lang="en-US" altLang="ja-JP" dirty="0"/>
              <a:t>Third level</a:t>
            </a:r>
          </a:p>
          <a:p>
            <a:pPr lvl="3"/>
            <a:r>
              <a:rPr lang="en-US" altLang="ja-JP" dirty="0"/>
              <a:t>Fourth level</a:t>
            </a:r>
          </a:p>
          <a:p>
            <a:pPr lvl="4"/>
            <a:r>
              <a:rPr lang="en-US" altLang="ja-JP" dirty="0"/>
              <a:t>Fifth level</a:t>
            </a:r>
            <a:endParaRPr 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541E8AE-EEDA-4D06-94E6-5202ED43BCB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z="1050"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9E0A51D-D496-408F-833D-161747C36C6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sz="1050"/>
            </a:lvl1pPr>
          </a:lstStyle>
          <a:p>
            <a:pPr>
              <a:defRPr/>
            </a:pPr>
            <a:r>
              <a:rPr lang="en-US" altLang="ja-JP"/>
              <a:t>Page:</a:t>
            </a:r>
            <a:r>
              <a:rPr lang="ja-JP" altLang="en-US"/>
              <a:t> </a:t>
            </a:r>
            <a:fld id="{DC07468E-517B-4E9D-8840-A4568A307980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6" name="Rectangle 17">
            <a:extLst>
              <a:ext uri="{FF2B5EF4-FFF2-40B4-BE49-F238E27FC236}">
                <a16:creationId xmlns:a16="http://schemas.microsoft.com/office/drawing/2014/main" id="{02924262-A928-46CF-B278-D04F8D0A906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200" y="990600"/>
            <a:ext cx="9753600" cy="36513"/>
          </a:xfrm>
          <a:prstGeom prst="rect">
            <a:avLst/>
          </a:prstGeom>
          <a:gradFill rotWithShape="0">
            <a:gsLst>
              <a:gs pos="0">
                <a:srgbClr val="FF9900"/>
              </a:gs>
              <a:gs pos="100000">
                <a:schemeClr val="tx1">
                  <a:gamma/>
                  <a:tint val="0"/>
                  <a:invGamma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wrap="none" anchor="ctr"/>
          <a:lstStyle/>
          <a:p>
            <a:pPr algn="ctr" eaLnBrk="1" hangingPunct="1">
              <a:spcBef>
                <a:spcPct val="50000"/>
              </a:spcBef>
              <a:defRPr/>
            </a:pPr>
            <a:endParaRPr lang="ja-JP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G丸ｺﾞｼｯｸM-PRO" charset="0"/>
              <a:ea typeface="HG丸ｺﾞｼｯｸM-PRO" charset="0"/>
              <a:cs typeface="HG丸ｺﾞｼｯｸM-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91267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latin typeface="+mj-lt"/>
              </a:defRPr>
            </a:lvl1pPr>
          </a:lstStyle>
          <a:p>
            <a:r>
              <a:rPr lang="en-US" altLang="ja-JP" dirty="0"/>
              <a:t>Click to edit Master title style</a:t>
            </a:r>
            <a:endParaRPr lang="en-US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latin typeface="+mj-lt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ja-JP" dirty="0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BFDD564-A74A-4C8F-9933-83C5535F438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742950" y="6248400"/>
            <a:ext cx="206375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3F1DDD9-12D1-479E-A469-4F7F1BA8EB4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78981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1">
            <a:extLst>
              <a:ext uri="{FF2B5EF4-FFF2-40B4-BE49-F238E27FC236}">
                <a16:creationId xmlns:a16="http://schemas.microsoft.com/office/drawing/2014/main" id="{E1BEBA6E-D791-46C4-A7EB-608AC024D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464" y="404664"/>
            <a:ext cx="9649072" cy="504056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altLang="ja-JP" dirty="0"/>
              <a:t>Click to edit Master title style</a:t>
            </a:r>
            <a:endParaRPr lang="en-US" dirty="0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4BCF5236-44D4-4877-AAFB-61FE62FD430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D636683-BFA6-4172-A561-0D16262C9F7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ja-JP"/>
              <a:t>Page</a:t>
            </a:r>
            <a:r>
              <a:rPr lang="ja-JP" altLang="en-US"/>
              <a:t>　</a:t>
            </a:r>
            <a:r>
              <a:rPr lang="en-US" altLang="ja-JP"/>
              <a:t>:</a:t>
            </a:r>
            <a:r>
              <a:rPr lang="ja-JP" altLang="en-US"/>
              <a:t> </a:t>
            </a:r>
            <a:fld id="{8668C798-1731-4E4F-8BB5-E036A16CEAA1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5" name="Rectangle 17">
            <a:extLst>
              <a:ext uri="{FF2B5EF4-FFF2-40B4-BE49-F238E27FC236}">
                <a16:creationId xmlns:a16="http://schemas.microsoft.com/office/drawing/2014/main" id="{02924262-A928-46CF-B278-D04F8D0A906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200" y="990600"/>
            <a:ext cx="9753600" cy="36513"/>
          </a:xfrm>
          <a:prstGeom prst="rect">
            <a:avLst/>
          </a:prstGeom>
          <a:gradFill rotWithShape="0">
            <a:gsLst>
              <a:gs pos="0">
                <a:srgbClr val="FF9900"/>
              </a:gs>
              <a:gs pos="100000">
                <a:schemeClr val="tx1">
                  <a:gamma/>
                  <a:tint val="0"/>
                  <a:invGamma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wrap="none" anchor="ctr"/>
          <a:lstStyle/>
          <a:p>
            <a:pPr algn="ctr" eaLnBrk="1" hangingPunct="1">
              <a:spcBef>
                <a:spcPct val="50000"/>
              </a:spcBef>
              <a:defRPr/>
            </a:pPr>
            <a:endParaRPr lang="ja-JP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G丸ｺﾞｼｯｸM-PRO" charset="0"/>
              <a:ea typeface="HG丸ｺﾞｼｯｸM-PRO" charset="0"/>
              <a:cs typeface="HG丸ｺﾞｼｯｸM-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07216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068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912CAC3-7059-17D9-9C06-FBC6A511B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D65A-0EC1-4CBC-8539-F9FD2B92F981}" type="datetimeFigureOut">
              <a:rPr kumimoji="1" lang="ja-JP" altLang="en-US" smtClean="0"/>
              <a:t>2026/8/6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00A99C7-B9EB-D161-7E0B-A97F487D0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8B3AAF7-DB78-2248-5BC3-75E013149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F6F0A-8A1E-43EE-8FCD-0197D0B3E27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12414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svg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">
            <a:extLst>
              <a:ext uri="{FF2B5EF4-FFF2-40B4-BE49-F238E27FC236}">
                <a16:creationId xmlns:a16="http://schemas.microsoft.com/office/drawing/2014/main" id="{09F48CFF-9599-4AEA-9D93-57B5675EEE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200" y="420688"/>
            <a:ext cx="97536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ja-JP" altLang="en-US" dirty="0"/>
              <a:t>マスタ</a:t>
            </a:r>
            <a:r>
              <a:rPr lang="en-US" altLang="ja-JP" dirty="0"/>
              <a:t> </a:t>
            </a:r>
            <a:r>
              <a:rPr lang="ja-JP" altLang="en-US" dirty="0"/>
              <a:t>タイトルの書式設定</a:t>
            </a:r>
          </a:p>
        </p:txBody>
      </p:sp>
      <p:sp>
        <p:nvSpPr>
          <p:cNvPr id="26" name="Rectangle 3">
            <a:extLst>
              <a:ext uri="{FF2B5EF4-FFF2-40B4-BE49-F238E27FC236}">
                <a16:creationId xmlns:a16="http://schemas.microsoft.com/office/drawing/2014/main" id="{2F9F239E-C6DA-4D9A-8B7B-9954357B6D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" y="1146175"/>
            <a:ext cx="9753600" cy="5343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ja-JP" altLang="en-US" dirty="0"/>
              <a:t>マスタ</a:t>
            </a:r>
            <a:r>
              <a:rPr lang="en-US" altLang="ja-JP" dirty="0"/>
              <a:t> </a:t>
            </a:r>
            <a:r>
              <a:rPr lang="ja-JP" altLang="en-US" dirty="0"/>
              <a:t>テキストの書式設定</a:t>
            </a:r>
            <a:endParaRPr lang="en-US" altLang="ja-JP" dirty="0"/>
          </a:p>
          <a:p>
            <a:pPr lvl="1"/>
            <a:r>
              <a:rPr lang="ja-JP" altLang="en-US" dirty="0"/>
              <a:t>第</a:t>
            </a:r>
            <a:r>
              <a:rPr lang="en-US" altLang="ja-JP" dirty="0"/>
              <a:t> 2 </a:t>
            </a:r>
            <a:r>
              <a:rPr lang="ja-JP" altLang="en-US" dirty="0"/>
              <a:t>レベル</a:t>
            </a:r>
            <a:endParaRPr lang="en-US" altLang="ja-JP" dirty="0"/>
          </a:p>
          <a:p>
            <a:pPr lvl="2"/>
            <a:r>
              <a:rPr lang="ja-JP" altLang="en-US" dirty="0"/>
              <a:t>第</a:t>
            </a:r>
            <a:r>
              <a:rPr lang="en-US" altLang="ja-JP" dirty="0"/>
              <a:t> 3 </a:t>
            </a:r>
            <a:r>
              <a:rPr lang="ja-JP" altLang="en-US" dirty="0"/>
              <a:t>レベル</a:t>
            </a:r>
            <a:endParaRPr lang="en-US" altLang="ja-JP" dirty="0"/>
          </a:p>
          <a:p>
            <a:pPr lvl="3"/>
            <a:r>
              <a:rPr lang="ja-JP" altLang="en-US" dirty="0"/>
              <a:t>第</a:t>
            </a:r>
            <a:r>
              <a:rPr lang="en-US" altLang="ja-JP" dirty="0"/>
              <a:t> 4 </a:t>
            </a:r>
            <a:r>
              <a:rPr lang="ja-JP" altLang="en-US" dirty="0"/>
              <a:t>レベル</a:t>
            </a:r>
            <a:endParaRPr lang="en-US" altLang="ja-JP" dirty="0"/>
          </a:p>
          <a:p>
            <a:pPr lvl="4"/>
            <a:r>
              <a:rPr lang="ja-JP" altLang="en-US" dirty="0"/>
              <a:t>第</a:t>
            </a:r>
            <a:r>
              <a:rPr lang="en-US" altLang="ja-JP" dirty="0"/>
              <a:t> 5 </a:t>
            </a:r>
            <a:r>
              <a:rPr lang="ja-JP" altLang="en-US" dirty="0"/>
              <a:t>レベル</a:t>
            </a:r>
          </a:p>
        </p:txBody>
      </p:sp>
      <p:sp>
        <p:nvSpPr>
          <p:cNvPr id="30" name="Line 19">
            <a:extLst>
              <a:ext uri="{FF2B5EF4-FFF2-40B4-BE49-F238E27FC236}">
                <a16:creationId xmlns:a16="http://schemas.microsoft.com/office/drawing/2014/main" id="{27389893-5139-4F35-B647-26C2DFA202EA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6572250"/>
            <a:ext cx="9906000" cy="0"/>
          </a:xfrm>
          <a:prstGeom prst="line">
            <a:avLst/>
          </a:prstGeom>
          <a:noFill/>
          <a:ln w="28575">
            <a:solidFill>
              <a:srgbClr val="CC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spcBef>
                <a:spcPct val="50000"/>
              </a:spcBef>
              <a:defRPr/>
            </a:pPr>
            <a:endParaRPr lang="ja-JP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G丸ｺﾞｼｯｸM-PRO" charset="0"/>
              <a:ea typeface="HG丸ｺﾞｼｯｸM-PRO" charset="0"/>
              <a:cs typeface="HG丸ｺﾞｼｯｸM-PRO" charset="0"/>
            </a:endParaRPr>
          </a:p>
        </p:txBody>
      </p:sp>
      <p:sp>
        <p:nvSpPr>
          <p:cNvPr id="31" name="Line 20">
            <a:extLst>
              <a:ext uri="{FF2B5EF4-FFF2-40B4-BE49-F238E27FC236}">
                <a16:creationId xmlns:a16="http://schemas.microsoft.com/office/drawing/2014/main" id="{4EFAA79C-D564-49D1-89C5-53185EA011B4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6613525"/>
            <a:ext cx="9906000" cy="0"/>
          </a:xfrm>
          <a:prstGeom prst="line">
            <a:avLst/>
          </a:prstGeom>
          <a:noFill/>
          <a:ln w="19050">
            <a:solidFill>
              <a:srgbClr val="CC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spcBef>
                <a:spcPct val="50000"/>
              </a:spcBef>
              <a:defRPr/>
            </a:pPr>
            <a:endParaRPr lang="ja-JP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G丸ｺﾞｼｯｸM-PRO" charset="0"/>
              <a:ea typeface="HG丸ｺﾞｼｯｸM-PRO" charset="0"/>
              <a:cs typeface="HG丸ｺﾞｼｯｸM-PRO" charset="0"/>
            </a:endParaRPr>
          </a:p>
        </p:txBody>
      </p:sp>
      <p:sp>
        <p:nvSpPr>
          <p:cNvPr id="32" name="Text Box 21">
            <a:extLst>
              <a:ext uri="{FF2B5EF4-FFF2-40B4-BE49-F238E27FC236}">
                <a16:creationId xmlns:a16="http://schemas.microsoft.com/office/drawing/2014/main" id="{5275CC5B-9DD2-42FB-A12C-D10D6B34D5E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964238" y="6583363"/>
            <a:ext cx="3813175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1pPr>
            <a:lvl2pPr marL="742950" indent="-285750"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2pPr>
            <a:lvl3pPr marL="1143000" indent="-228600"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3pPr>
            <a:lvl4pPr marL="1600200" indent="-228600"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4pPr>
            <a:lvl5pPr marL="2057400" indent="-228600"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9pPr>
          </a:lstStyle>
          <a:p>
            <a:pPr algn="r" eaLnBrk="1" hangingPunct="1">
              <a:spcBef>
                <a:spcPct val="50000"/>
              </a:spcBef>
              <a:defRPr/>
            </a:pPr>
            <a:r>
              <a:rPr lang="it-IT" altLang="ja-JP" sz="12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ＭＳ Ｐゴシック" pitchFamily="50" charset="-128"/>
                <a:ea typeface="ＭＳ Ｐゴシック" pitchFamily="50" charset="-128"/>
              </a:rPr>
              <a:t>USOL VIETNAM Co., Ltd</a:t>
            </a:r>
            <a:endParaRPr lang="en-US" altLang="ja-JP" sz="1200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ＭＳ Ｐゴシック" pitchFamily="50" charset="-128"/>
              <a:ea typeface="ＭＳ Ｐゴシック" pitchFamily="50" charset="-128"/>
            </a:endParaRPr>
          </a:p>
        </p:txBody>
      </p:sp>
      <p:pic>
        <p:nvPicPr>
          <p:cNvPr id="1033" name="Picture 1031" descr="LogoM">
            <a:extLst>
              <a:ext uri="{FF2B5EF4-FFF2-40B4-BE49-F238E27FC236}">
                <a16:creationId xmlns:a16="http://schemas.microsoft.com/office/drawing/2014/main" id="{7C426F0B-8E88-4132-B8AF-A9C57093698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638132"/>
            <a:ext cx="946054" cy="2047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34" name="Group 7">
            <a:extLst>
              <a:ext uri="{FF2B5EF4-FFF2-40B4-BE49-F238E27FC236}">
                <a16:creationId xmlns:a16="http://schemas.microsoft.com/office/drawing/2014/main" id="{E3F0A595-BBE1-4B7A-B594-6A1BDB4CCD3F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-3175"/>
            <a:ext cx="9906000" cy="457200"/>
            <a:chOff x="480" y="0"/>
            <a:chExt cx="5280" cy="384"/>
          </a:xfrm>
        </p:grpSpPr>
        <p:sp>
          <p:nvSpPr>
            <p:cNvPr id="37" name="Rectangle 8">
              <a:extLst>
                <a:ext uri="{FF2B5EF4-FFF2-40B4-BE49-F238E27FC236}">
                  <a16:creationId xmlns:a16="http://schemas.microsoft.com/office/drawing/2014/main" id="{6AD08B79-E74D-46AD-935B-7885C39D329A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480" y="288"/>
              <a:ext cx="5280" cy="96"/>
            </a:xfrm>
            <a:prstGeom prst="rect">
              <a:avLst/>
            </a:prstGeom>
            <a:gradFill flip="none" rotWithShape="1">
              <a:gsLst>
                <a:gs pos="0">
                  <a:srgbClr val="452D75">
                    <a:gamma/>
                    <a:tint val="0"/>
                    <a:invGamma/>
                  </a:srgbClr>
                </a:gs>
                <a:gs pos="100000">
                  <a:srgbClr val="FF9900"/>
                </a:gs>
              </a:gsLst>
              <a:lin ang="10800000" scaled="1"/>
              <a:tileRect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spcBef>
                  <a:spcPct val="50000"/>
                </a:spcBef>
                <a:defRPr/>
              </a:pPr>
              <a:endParaRPr lang="ja-JP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丸ｺﾞｼｯｸM-PRO" charset="0"/>
                <a:ea typeface="HG丸ｺﾞｼｯｸM-PRO" charset="0"/>
                <a:cs typeface="HG丸ｺﾞｼｯｸM-PRO" charset="0"/>
              </a:endParaRPr>
            </a:p>
          </p:txBody>
        </p:sp>
        <p:sp>
          <p:nvSpPr>
            <p:cNvPr id="38" name="Rectangle 9">
              <a:extLst>
                <a:ext uri="{FF2B5EF4-FFF2-40B4-BE49-F238E27FC236}">
                  <a16:creationId xmlns:a16="http://schemas.microsoft.com/office/drawing/2014/main" id="{B33C69BC-68BD-4C29-97F4-36AE620BF0BB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800" y="192"/>
              <a:ext cx="3960" cy="96"/>
            </a:xfrm>
            <a:prstGeom prst="rect">
              <a:avLst/>
            </a:prstGeom>
            <a:gradFill rotWithShape="0">
              <a:gsLst>
                <a:gs pos="0">
                  <a:srgbClr val="523991">
                    <a:gamma/>
                    <a:tint val="0"/>
                    <a:invGamma/>
                  </a:srgbClr>
                </a:gs>
                <a:gs pos="100000">
                  <a:srgbClr val="FFAA2D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spcBef>
                  <a:spcPct val="50000"/>
                </a:spcBef>
                <a:defRPr/>
              </a:pPr>
              <a:endParaRPr lang="ja-JP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丸ｺﾞｼｯｸM-PRO" charset="0"/>
                <a:ea typeface="HG丸ｺﾞｼｯｸM-PRO" charset="0"/>
                <a:cs typeface="HG丸ｺﾞｼｯｸM-PRO" charset="0"/>
              </a:endParaRPr>
            </a:p>
          </p:txBody>
        </p:sp>
        <p:sp>
          <p:nvSpPr>
            <p:cNvPr id="39" name="Rectangle 10">
              <a:extLst>
                <a:ext uri="{FF2B5EF4-FFF2-40B4-BE49-F238E27FC236}">
                  <a16:creationId xmlns:a16="http://schemas.microsoft.com/office/drawing/2014/main" id="{19C90753-9F71-4E42-A751-DE7652699830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3120" y="96"/>
              <a:ext cx="2640" cy="96"/>
            </a:xfrm>
            <a:prstGeom prst="rect">
              <a:avLst/>
            </a:prstGeom>
            <a:gradFill rotWithShape="0">
              <a:gsLst>
                <a:gs pos="0">
                  <a:srgbClr val="452D75">
                    <a:gamma/>
                    <a:tint val="0"/>
                    <a:invGamma/>
                  </a:srgbClr>
                </a:gs>
                <a:gs pos="100000">
                  <a:srgbClr val="FFB547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spcBef>
                  <a:spcPct val="50000"/>
                </a:spcBef>
                <a:defRPr/>
              </a:pPr>
              <a:endParaRPr lang="ja-JP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丸ｺﾞｼｯｸM-PRO" charset="0"/>
                <a:ea typeface="HG丸ｺﾞｼｯｸM-PRO" charset="0"/>
                <a:cs typeface="HG丸ｺﾞｼｯｸM-PRO" charset="0"/>
              </a:endParaRPr>
            </a:p>
          </p:txBody>
        </p:sp>
        <p:sp>
          <p:nvSpPr>
            <p:cNvPr id="40" name="Rectangle 11">
              <a:extLst>
                <a:ext uri="{FF2B5EF4-FFF2-40B4-BE49-F238E27FC236}">
                  <a16:creationId xmlns:a16="http://schemas.microsoft.com/office/drawing/2014/main" id="{2286BAA5-CD17-45D9-9AE7-385F7BC09B8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4440" y="0"/>
              <a:ext cx="1320" cy="96"/>
            </a:xfrm>
            <a:prstGeom prst="rect">
              <a:avLst/>
            </a:prstGeom>
            <a:gradFill rotWithShape="0">
              <a:gsLst>
                <a:gs pos="0">
                  <a:srgbClr val="523991">
                    <a:gamma/>
                    <a:tint val="0"/>
                    <a:invGamma/>
                  </a:srgbClr>
                </a:gs>
                <a:gs pos="100000">
                  <a:srgbClr val="FFC165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spcBef>
                  <a:spcPct val="50000"/>
                </a:spcBef>
                <a:defRPr/>
              </a:pPr>
              <a:endParaRPr lang="ja-JP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丸ｺﾞｼｯｸM-PRO" charset="0"/>
                <a:ea typeface="HG丸ｺﾞｼｯｸM-PRO" charset="0"/>
                <a:cs typeface="HG丸ｺﾞｼｯｸM-PRO" charset="0"/>
              </a:endParaRPr>
            </a:p>
          </p:txBody>
        </p:sp>
      </p:grpSp>
      <p:sp>
        <p:nvSpPr>
          <p:cNvPr id="42" name="Text Box 22">
            <a:extLst>
              <a:ext uri="{FF2B5EF4-FFF2-40B4-BE49-F238E27FC236}">
                <a16:creationId xmlns:a16="http://schemas.microsoft.com/office/drawing/2014/main" id="{9779E748-DE2F-4EBB-B8A7-4682B42515B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053263" y="50800"/>
            <a:ext cx="313055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FFFF"/>
                    </a:gs>
                    <a:gs pos="100000">
                      <a:srgbClr val="0066FF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1pPr>
            <a:lvl2pPr marL="742950" indent="-285750"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2pPr>
            <a:lvl3pPr marL="1143000" indent="-228600"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3pPr>
            <a:lvl4pPr marL="1600200" indent="-228600"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4pPr>
            <a:lvl5pPr marL="2057400" indent="-228600"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2800" dirty="0" err="1">
                <a:solidFill>
                  <a:schemeClr val="tx1"/>
                </a:solidFill>
                <a:latin typeface="Segoe Script" pitchFamily="34" charset="0"/>
              </a:rPr>
              <a:t>Usol</a:t>
            </a:r>
            <a:r>
              <a:rPr lang="ja-JP" altLang="en-US" sz="2800" i="0" dirty="0">
                <a:solidFill>
                  <a:schemeClr val="tx1"/>
                </a:solidFill>
                <a:latin typeface="Segoe Script" pitchFamily="34" charset="0"/>
              </a:rPr>
              <a:t>   </a:t>
            </a:r>
            <a:r>
              <a:rPr lang="en-US" altLang="ja-JP" sz="2800" dirty="0" err="1">
                <a:latin typeface="Segoe Script" pitchFamily="34" charset="0"/>
              </a:rPr>
              <a:t>ietnam</a:t>
            </a:r>
            <a:endParaRPr lang="ja-JP" altLang="en-US" sz="2800" dirty="0">
              <a:latin typeface="Segoe Script" pitchFamily="34" charset="0"/>
            </a:endParaRPr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3473BC66-2BE3-4BA7-9E94-658F932E5E73}"/>
              </a:ext>
            </a:extLst>
          </p:cNvPr>
          <p:cNvSpPr/>
          <p:nvPr userDrawn="1"/>
        </p:nvSpPr>
        <p:spPr>
          <a:xfrm>
            <a:off x="7953107" y="-179013"/>
            <a:ext cx="469156" cy="70788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ja-JP" sz="4000" i="1" dirty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chemeClr val="accent3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V</a:t>
            </a:r>
            <a:endParaRPr lang="ja-JP" altLang="en-US" sz="4000" i="1" dirty="0">
              <a:ln w="19050">
                <a:solidFill>
                  <a:schemeClr val="tx2">
                    <a:tint val="1000"/>
                  </a:schemeClr>
                </a:solidFill>
                <a:prstDash val="solid"/>
              </a:ln>
              <a:solidFill>
                <a:schemeClr val="accent3"/>
              </a:solidFill>
              <a:effectLst>
                <a:outerShdw blurRad="50000" dist="50800" dir="7500000" algn="tl">
                  <a:srgbClr val="000000">
                    <a:shade val="5000"/>
                    <a:alpha val="35000"/>
                  </a:srgbClr>
                </a:outerShdw>
              </a:effectLst>
            </a:endParaRPr>
          </a:p>
        </p:txBody>
      </p:sp>
      <p:sp>
        <p:nvSpPr>
          <p:cNvPr id="35" name="Text Box 11">
            <a:extLst>
              <a:ext uri="{FF2B5EF4-FFF2-40B4-BE49-F238E27FC236}">
                <a16:creationId xmlns:a16="http://schemas.microsoft.com/office/drawing/2014/main" id="{1DC4ECF5-E62B-44AA-90DF-10764551D43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0800" y="44450"/>
            <a:ext cx="1492250" cy="327025"/>
          </a:xfrm>
          <a:prstGeom prst="rect">
            <a:avLst/>
          </a:prstGeom>
          <a:noFill/>
          <a:ln w="57150" cmpd="thinThick" algn="ctr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 marL="179388" eaLnBrk="0" hangingPunct="0"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1pPr>
            <a:lvl2pPr marL="742950" indent="-285750" eaLnBrk="0" hangingPunct="0"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2pPr>
            <a:lvl3pPr marL="1143000" indent="-228600" eaLnBrk="0" hangingPunct="0"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3pPr>
            <a:lvl4pPr marL="1600200" indent="-228600" eaLnBrk="0" hangingPunct="0"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4pPr>
            <a:lvl5pPr marL="2057400" indent="-228600" eaLnBrk="0" hangingPunct="0"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1800" i="0" dirty="0">
                <a:solidFill>
                  <a:srgbClr val="FF0000"/>
                </a:solidFill>
                <a:latin typeface="ＭＳ Ｐゴシック" pitchFamily="50" charset="-128"/>
                <a:ea typeface="ＭＳ Ｐゴシック" pitchFamily="50" charset="-128"/>
              </a:rPr>
              <a:t>Confidential</a:t>
            </a:r>
            <a:endParaRPr lang="en-US" sz="1800" i="0" dirty="0">
              <a:solidFill>
                <a:srgbClr val="FF0000"/>
              </a:solidFill>
              <a:latin typeface="ＭＳ Ｐゴシック" pitchFamily="50" charset="-128"/>
              <a:ea typeface="ＭＳ Ｐゴシック" pitchFamily="50" charset="-128"/>
            </a:endParaRPr>
          </a:p>
        </p:txBody>
      </p:sp>
      <p:sp>
        <p:nvSpPr>
          <p:cNvPr id="18" name="Rectangle 4">
            <a:extLst>
              <a:ext uri="{FF2B5EF4-FFF2-40B4-BE49-F238E27FC236}">
                <a16:creationId xmlns:a16="http://schemas.microsoft.com/office/drawing/2014/main" id="{A04B0585-20B2-4596-93D7-54D1340E096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>
          <a:xfrm>
            <a:off x="3033266" y="6653213"/>
            <a:ext cx="2063750" cy="204787"/>
          </a:xfrm>
          <a:prstGeom prst="rect">
            <a:avLst/>
          </a:prstGeom>
        </p:spPr>
        <p:txBody>
          <a:bodyPr anchor="ctr"/>
          <a:lstStyle>
            <a:lvl1pPr>
              <a:defRPr sz="1050"/>
            </a:lvl1pPr>
          </a:lstStyle>
          <a:p>
            <a:pPr>
              <a:defRPr/>
            </a:pPr>
            <a:endParaRPr lang="en-US" altLang="ja-JP" dirty="0"/>
          </a:p>
        </p:txBody>
      </p:sp>
      <p:sp>
        <p:nvSpPr>
          <p:cNvPr id="19" name="Rectangle 6">
            <a:extLst>
              <a:ext uri="{FF2B5EF4-FFF2-40B4-BE49-F238E27FC236}">
                <a16:creationId xmlns:a16="http://schemas.microsoft.com/office/drawing/2014/main" id="{C5564842-B2E4-45CE-AB60-14A7558DAFA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5097463" y="6653213"/>
            <a:ext cx="2063750" cy="204787"/>
          </a:xfrm>
          <a:prstGeom prst="rect">
            <a:avLst/>
          </a:prstGeom>
        </p:spPr>
        <p:txBody>
          <a:bodyPr anchor="ctr"/>
          <a:lstStyle>
            <a:lvl1pPr>
              <a:defRPr sz="1050"/>
            </a:lvl1pPr>
          </a:lstStyle>
          <a:p>
            <a:pPr>
              <a:defRPr/>
            </a:pPr>
            <a:r>
              <a:rPr lang="en-US" altLang="ja-JP"/>
              <a:t>Page</a:t>
            </a:r>
            <a:r>
              <a:rPr lang="ja-JP" altLang="en-US"/>
              <a:t>　</a:t>
            </a:r>
            <a:r>
              <a:rPr lang="en-US" altLang="ja-JP"/>
              <a:t>:</a:t>
            </a:r>
            <a:r>
              <a:rPr lang="ja-JP" altLang="en-US"/>
              <a:t> </a:t>
            </a:r>
            <a:fld id="{79353177-B86D-4022-983D-1132BA6711EB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  <p:pic>
        <p:nvPicPr>
          <p:cNvPr id="21" name="BIPROGYロゴ">
            <a:extLst>
              <a:ext uri="{FF2B5EF4-FFF2-40B4-BE49-F238E27FC236}">
                <a16:creationId xmlns:a16="http://schemas.microsoft.com/office/drawing/2014/main" id="{3F93CD62-EE3C-4414-B5A1-AE038ED1351E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43308" y="6590834"/>
            <a:ext cx="1692703" cy="29836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0" r:id="rId1"/>
    <p:sldLayoutId id="2147483791" r:id="rId2"/>
    <p:sldLayoutId id="2147483794" r:id="rId3"/>
    <p:sldLayoutId id="2147483792" r:id="rId4"/>
    <p:sldLayoutId id="2147483789" r:id="rId5"/>
    <p:sldLayoutId id="2147483793" r:id="rId6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Times New Roman" pitchFamily="18" charset="0"/>
          <a:ea typeface="ＭＳ Ｐゴシック" pitchFamily="5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Times New Roman" pitchFamily="18" charset="0"/>
          <a:ea typeface="ＭＳ Ｐゴシック" pitchFamily="5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Times New Roman" pitchFamily="18" charset="0"/>
          <a:ea typeface="ＭＳ Ｐゴシック" pitchFamily="5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Times New Roman" pitchFamily="18" charset="0"/>
          <a:ea typeface="ＭＳ Ｐゴシック" pitchFamily="5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ＭＳ Ｐゴシック" pitchFamily="50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ＭＳ Ｐゴシック" pitchFamily="50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ＭＳ Ｐゴシック" pitchFamily="50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144D352-923E-E6B6-4D8A-AB66C88BC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5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BC59BC7-F850-7C36-754E-E6369E518C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06DDECD-4404-C7CD-5336-354F8B6492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0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E4D65A-0EC1-4CBC-8539-F9FD2B92F981}" type="datetimeFigureOut">
              <a:rPr kumimoji="1" lang="ja-JP" altLang="en-US" smtClean="0"/>
              <a:t>2026/8/6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390F2CC-709C-7ED4-7144-F5EFE9F786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0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0AF8815-82A4-7D2E-5978-31B8771F5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0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9F6F0A-8A1E-43EE-8FCD-0197D0B3E27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79028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ADLaM Display" panose="02010000000000000000" pitchFamily="2" charset="0"/>
          <a:ea typeface="+mj-ea"/>
          <a:cs typeface="ADLaM Display" panose="02010000000000000000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C61E3-7210-D801-C73E-18DF39FE6C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7486650" cy="1470025"/>
          </a:xfrm>
        </p:spPr>
        <p:txBody>
          <a:bodyPr>
            <a:noAutofit/>
          </a:bodyPr>
          <a:lstStyle/>
          <a:p>
            <a:pPr algn="ctr" eaLnBrk="0" hangingPunct="0"/>
            <a:r>
              <a:rPr lang="en-US" altLang="ja-JP" dirty="0">
                <a:latin typeface="+mj-lt"/>
              </a:rPr>
              <a:t>Java Programming</a:t>
            </a:r>
            <a:br>
              <a:rPr lang="en-US" altLang="ja-JP" dirty="0">
                <a:latin typeface="+mj-lt"/>
              </a:rPr>
            </a:br>
            <a:br>
              <a:rPr lang="vi-VN" altLang="ja-JP" kern="1200" dirty="0">
                <a:latin typeface="+mj-lt"/>
              </a:rPr>
            </a:br>
            <a:endParaRPr kumimoji="1" lang="ja-JP" altLang="en-US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8F8EF2-D090-2D87-3C30-91D44315D1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31027" y="4419600"/>
            <a:ext cx="6934200" cy="1752600"/>
          </a:xfrm>
        </p:spPr>
        <p:txBody>
          <a:bodyPr>
            <a:normAutofit/>
          </a:bodyPr>
          <a:lstStyle/>
          <a:p>
            <a:pPr algn="r"/>
            <a:endParaRPr kumimoji="1" lang="en-US" altLang="ja-JP" sz="2800" dirty="0">
              <a:latin typeface="+mj-lt"/>
            </a:endParaRPr>
          </a:p>
          <a:p>
            <a:pPr algn="r"/>
            <a:r>
              <a:rPr lang="en-US" altLang="ja-JP" sz="2800" dirty="0">
                <a:latin typeface="+mj-lt"/>
              </a:rPr>
              <a:t>Mai Ngọc </a:t>
            </a:r>
            <a:r>
              <a:rPr lang="en-US" altLang="ja-JP" sz="2800" dirty="0" err="1">
                <a:latin typeface="+mj-lt"/>
              </a:rPr>
              <a:t>Khương</a:t>
            </a:r>
            <a:endParaRPr lang="en-US" altLang="ja-JP" sz="2800" dirty="0">
              <a:latin typeface="+mj-lt"/>
            </a:endParaRPr>
          </a:p>
          <a:p>
            <a:pPr algn="r"/>
            <a:r>
              <a:rPr kumimoji="1" lang="en-US" altLang="ja-JP" sz="2800" dirty="0">
                <a:latin typeface="+mj-lt"/>
              </a:rPr>
              <a:t>H</a:t>
            </a:r>
            <a:r>
              <a:rPr lang="en-US" altLang="ja-JP" sz="2800" dirty="0">
                <a:latin typeface="+mj-lt"/>
              </a:rPr>
              <a:t>à </a:t>
            </a:r>
            <a:r>
              <a:rPr lang="en-US" altLang="ja-JP" sz="2800" dirty="0" err="1">
                <a:latin typeface="+mj-lt"/>
              </a:rPr>
              <a:t>nội</a:t>
            </a:r>
            <a:r>
              <a:rPr lang="en-US" altLang="ja-JP" sz="2800" dirty="0">
                <a:latin typeface="+mj-lt"/>
              </a:rPr>
              <a:t>, </a:t>
            </a:r>
            <a:r>
              <a:rPr lang="en-US" altLang="ja-JP" sz="2800" dirty="0" err="1">
                <a:latin typeface="+mj-lt"/>
              </a:rPr>
              <a:t>tháng</a:t>
            </a:r>
            <a:r>
              <a:rPr lang="en-US" altLang="ja-JP" sz="2800" dirty="0">
                <a:latin typeface="+mj-lt"/>
              </a:rPr>
              <a:t> 8 </a:t>
            </a:r>
            <a:r>
              <a:rPr lang="en-US" altLang="ja-JP" sz="2800" dirty="0" err="1">
                <a:latin typeface="+mj-lt"/>
              </a:rPr>
              <a:t>năm</a:t>
            </a:r>
            <a:r>
              <a:rPr lang="en-US" altLang="ja-JP" sz="2800" dirty="0">
                <a:latin typeface="+mj-lt"/>
              </a:rPr>
              <a:t> 2026</a:t>
            </a:r>
            <a:endParaRPr kumimoji="1" lang="ja-JP" altLang="en-US" sz="2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329306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50402-D722-33B4-64B0-730DAB452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DDD31-F803-A514-5D31-549BE582F4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607890-45C3-F9C2-435D-D89F3780392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Page:</a:t>
            </a:r>
            <a:r>
              <a:rPr lang="ja-JP" altLang="en-US"/>
              <a:t> </a:t>
            </a:r>
            <a:fld id="{DC07468E-517B-4E9D-8840-A4568A307980}" type="slidenum">
              <a:rPr lang="en-US" altLang="ja-JP" smtClean="0"/>
              <a:pPr>
                <a:defRPr/>
              </a:pPr>
              <a:t>2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132564350"/>
      </p:ext>
    </p:extLst>
  </p:cSld>
  <p:clrMapOvr>
    <a:masterClrMapping/>
  </p:clrMapOvr>
</p:sld>
</file>

<file path=ppt/theme/theme1.xml><?xml version="1.0" encoding="utf-8"?>
<a:theme xmlns:a="http://schemas.openxmlformats.org/drawingml/2006/main" name="標準デザイン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Arial"/>
        <a:ea typeface="Arial"/>
        <a:cs typeface=""/>
      </a:majorFont>
      <a:minorFont>
        <a:latin typeface="Aptos Slab Black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FFFF66">
            <a:alpha val="80000"/>
          </a:srgbClr>
        </a:solidFill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1" sz="1400" b="0" i="0" u="none" strike="noStrike" cap="none" normalizeH="0" baseline="0" dirty="0">
            <a:ln>
              <a:noFill/>
            </a:ln>
            <a:solidFill>
              <a:srgbClr val="FF0000"/>
            </a:solidFill>
            <a:latin typeface="Meiryo UI" panose="020B0604030504040204" pitchFamily="50" charset="-128"/>
            <a:ea typeface="Meiryo UI" panose="020B0604030504040204" pitchFamily="50" charset="-128"/>
          </a:defRPr>
        </a:defPPr>
      </a:lstStyle>
    </a:spDef>
    <a:lnDef>
      <a:spPr bwMode="auto">
        <a:pattFill prst="dashHorz">
          <a:fgClr>
            <a:srgbClr val="808080"/>
          </a:fgClr>
          <a:bgClr>
            <a:srgbClr val="FFFF00"/>
          </a:bgClr>
        </a:pattFill>
        <a:ln w="127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noFill/>
      </a:spPr>
      <a:bodyPr wrap="square" rtlCol="0">
        <a:spAutoFit/>
      </a:bodyPr>
      <a:lstStyle>
        <a:defPPr>
          <a:defRPr kumimoji="1" sz="1400" b="0" dirty="0" smtClean="0">
            <a:latin typeface="Meiryo UI" panose="020B0604030504040204" pitchFamily="50" charset="-128"/>
            <a:ea typeface="Meiryo UI" panose="020B0604030504040204" pitchFamily="50" charset="-128"/>
          </a:defRPr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AI_IoT_Assign_Plan_Optimization_GenAI_2025.pptx" id="{14E944DE-3199-4D98-A76C-EFBF91815B4E}" vid="{1A6114F4-44F2-4525-80F9-55402634BD3F}"/>
    </a:ext>
  </a:extLst>
</a:theme>
</file>

<file path=ppt/theme/theme2.xml><?xml version="1.0" encoding="utf-8"?>
<a:theme xmlns:a="http://schemas.openxmlformats.org/drawingml/2006/main" name="デザインの設定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I_IoT_Assign_Plan_Optimization_GenAI_2025.pptx" id="{14E944DE-3199-4D98-A76C-EFBF91815B4E}" vid="{8B1B50D9-B7E1-464E-B075-1B05D2128356}"/>
    </a:ext>
  </a:extLst>
</a:theme>
</file>

<file path=ppt/theme/theme3.xml><?xml version="1.0" encoding="utf-8"?>
<a:theme xmlns:a="http://schemas.openxmlformats.org/drawingml/2006/main" name="Office ​​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​​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UsolV-tmp</Template>
  <TotalTime>23985</TotalTime>
  <Words>17</Words>
  <Application>Microsoft Office PowerPoint</Application>
  <PresentationFormat>A4 Paper (210x297 mm)</PresentationFormat>
  <Paragraphs>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11" baseType="lpstr">
      <vt:lpstr>HG丸ｺﾞｼｯｸM-PRO</vt:lpstr>
      <vt:lpstr>Meiryo UI</vt:lpstr>
      <vt:lpstr>ＭＳ Ｐゴシック</vt:lpstr>
      <vt:lpstr>ADLaM Display</vt:lpstr>
      <vt:lpstr>Arial</vt:lpstr>
      <vt:lpstr>Segoe Script</vt:lpstr>
      <vt:lpstr>Times New Roman</vt:lpstr>
      <vt:lpstr>標準デザイン</vt:lpstr>
      <vt:lpstr>デザインの設定</vt:lpstr>
      <vt:lpstr>Java Programming 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Cơ bản về AI và Data</dc:title>
  <dc:creator>Dang Minh Duc</dc:creator>
  <cp:lastModifiedBy>Mai Ngoc Khuong</cp:lastModifiedBy>
  <cp:revision>581</cp:revision>
  <cp:lastPrinted>2018-04-10T08:59:30Z</cp:lastPrinted>
  <dcterms:created xsi:type="dcterms:W3CDTF">2025-05-21T02:38:07Z</dcterms:created>
  <dcterms:modified xsi:type="dcterms:W3CDTF">2026-08-06T06:51:33Z</dcterms:modified>
</cp:coreProperties>
</file>