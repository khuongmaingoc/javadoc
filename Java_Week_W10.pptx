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23"/>
  </p:notesMasterIdLst>
  <p:handoutMasterIdLst>
    <p:handoutMasterId r:id="rId24"/>
  </p:handoutMasterIdLst>
  <p:sldIdLst>
    <p:sldId id="689" r:id="rId3"/>
    <p:sldId id="690" r:id="rId4"/>
    <p:sldId id="691" r:id="rId5"/>
    <p:sldId id="692" r:id="rId6"/>
    <p:sldId id="693" r:id="rId7"/>
    <p:sldId id="694" r:id="rId8"/>
    <p:sldId id="695" r:id="rId9"/>
    <p:sldId id="696" r:id="rId10"/>
    <p:sldId id="697" r:id="rId11"/>
    <p:sldId id="698" r:id="rId12"/>
    <p:sldId id="699" r:id="rId13"/>
    <p:sldId id="700" r:id="rId14"/>
    <p:sldId id="701" r:id="rId15"/>
    <p:sldId id="702" r:id="rId16"/>
    <p:sldId id="703" r:id="rId17"/>
    <p:sldId id="704" r:id="rId18"/>
    <p:sldId id="705" r:id="rId19"/>
    <p:sldId id="706" r:id="rId20"/>
    <p:sldId id="707" r:id="rId21"/>
    <p:sldId id="708" r:id="rId22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>
      <p:cViewPr varScale="1">
        <p:scale>
          <a:sx n="109" d="100"/>
          <a:sy n="109" d="100"/>
        </p:scale>
        <p:origin x="1452" y="78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khuong" userId="feee27dad9e61925" providerId="LiveId" clId="{1B63C788-F15F-42FD-A359-CDF41AD683A9}"/>
    <pc:docChg chg="undo custSel addSld delSld modSld">
      <pc:chgData name="mai khuong" userId="feee27dad9e61925" providerId="LiveId" clId="{1B63C788-F15F-42FD-A359-CDF41AD683A9}" dt="2026-09-13T10:41:24.267" v="642" actId="47"/>
      <pc:docMkLst>
        <pc:docMk/>
      </pc:docMkLst>
      <pc:sldChg chg="modSp">
        <pc:chgData name="mai khuong" userId="feee27dad9e61925" providerId="LiveId" clId="{1B63C788-F15F-42FD-A359-CDF41AD683A9}" dt="2026-09-13T10:16:03.674" v="3"/>
        <pc:sldMkLst>
          <pc:docMk/>
          <pc:sldMk cId="4232930616" sldId="689"/>
        </pc:sldMkLst>
        <pc:spChg chg="mod">
          <ac:chgData name="mai khuong" userId="feee27dad9e61925" providerId="LiveId" clId="{1B63C788-F15F-42FD-A359-CDF41AD683A9}" dt="2026-09-13T10:16:03.674" v="3"/>
          <ac:spMkLst>
            <pc:docMk/>
            <pc:sldMk cId="4232930616" sldId="689"/>
            <ac:spMk id="2" creationId="{11BC61E3-7210-D801-C73E-18DF39FE6C40}"/>
          </ac:spMkLst>
        </pc:spChg>
      </pc:sldChg>
      <pc:sldChg chg="modSp new mod">
        <pc:chgData name="mai khuong" userId="feee27dad9e61925" providerId="LiveId" clId="{1B63C788-F15F-42FD-A359-CDF41AD683A9}" dt="2026-09-13T10:16:26.966" v="5"/>
        <pc:sldMkLst>
          <pc:docMk/>
          <pc:sldMk cId="4197565453" sldId="690"/>
        </pc:sldMkLst>
        <pc:spChg chg="mod">
          <ac:chgData name="mai khuong" userId="feee27dad9e61925" providerId="LiveId" clId="{1B63C788-F15F-42FD-A359-CDF41AD683A9}" dt="2026-09-13T10:16:18.332" v="4"/>
          <ac:spMkLst>
            <pc:docMk/>
            <pc:sldMk cId="4197565453" sldId="690"/>
            <ac:spMk id="2" creationId="{D407044A-DEB5-1839-3F4D-7227AE2ACAB0}"/>
          </ac:spMkLst>
        </pc:spChg>
        <pc:spChg chg="mod">
          <ac:chgData name="mai khuong" userId="feee27dad9e61925" providerId="LiveId" clId="{1B63C788-F15F-42FD-A359-CDF41AD683A9}" dt="2026-09-13T10:16:26.966" v="5"/>
          <ac:spMkLst>
            <pc:docMk/>
            <pc:sldMk cId="4197565453" sldId="690"/>
            <ac:spMk id="3" creationId="{6C2DA4E2-85E3-E190-956D-B1E50B4275AA}"/>
          </ac:spMkLst>
        </pc:spChg>
      </pc:sldChg>
      <pc:sldChg chg="addSp delSp modSp new mod chgLayout">
        <pc:chgData name="mai khuong" userId="feee27dad9e61925" providerId="LiveId" clId="{1B63C788-F15F-42FD-A359-CDF41AD683A9}" dt="2026-09-13T10:19:18.307" v="47" actId="20577"/>
        <pc:sldMkLst>
          <pc:docMk/>
          <pc:sldMk cId="1708061196" sldId="691"/>
        </pc:sldMkLst>
        <pc:spChg chg="mod ord">
          <ac:chgData name="mai khuong" userId="feee27dad9e61925" providerId="LiveId" clId="{1B63C788-F15F-42FD-A359-CDF41AD683A9}" dt="2026-09-13T10:18:58.991" v="39" actId="700"/>
          <ac:spMkLst>
            <pc:docMk/>
            <pc:sldMk cId="1708061196" sldId="691"/>
            <ac:spMk id="2" creationId="{6DACA32F-9687-B6F8-2600-DB1B3220E6AA}"/>
          </ac:spMkLst>
        </pc:spChg>
        <pc:spChg chg="del mod">
          <ac:chgData name="mai khuong" userId="feee27dad9e61925" providerId="LiveId" clId="{1B63C788-F15F-42FD-A359-CDF41AD683A9}" dt="2026-09-13T10:17:02.009" v="13"/>
          <ac:spMkLst>
            <pc:docMk/>
            <pc:sldMk cId="1708061196" sldId="691"/>
            <ac:spMk id="3" creationId="{A32CBE61-DEAF-255C-9AE0-F815881152F0}"/>
          </ac:spMkLst>
        </pc:spChg>
        <pc:spChg chg="mod ord">
          <ac:chgData name="mai khuong" userId="feee27dad9e61925" providerId="LiveId" clId="{1B63C788-F15F-42FD-A359-CDF41AD683A9}" dt="2026-09-13T10:18:58.991" v="39" actId="700"/>
          <ac:spMkLst>
            <pc:docMk/>
            <pc:sldMk cId="1708061196" sldId="691"/>
            <ac:spMk id="4" creationId="{EF656DAA-7E7B-B7CE-BBE5-986ED6113FC6}"/>
          </ac:spMkLst>
        </pc:spChg>
        <pc:spChg chg="add mod">
          <ac:chgData name="mai khuong" userId="feee27dad9e61925" providerId="LiveId" clId="{1B63C788-F15F-42FD-A359-CDF41AD683A9}" dt="2026-09-13T10:19:18.307" v="47" actId="20577"/>
          <ac:spMkLst>
            <pc:docMk/>
            <pc:sldMk cId="1708061196" sldId="691"/>
            <ac:spMk id="7" creationId="{7E3F06DE-EC4E-0CDB-A012-1F769DEE3899}"/>
          </ac:spMkLst>
        </pc:spChg>
        <pc:graphicFrameChg chg="add mod ord modGraphic">
          <ac:chgData name="mai khuong" userId="feee27dad9e61925" providerId="LiveId" clId="{1B63C788-F15F-42FD-A359-CDF41AD683A9}" dt="2026-09-13T10:18:58.991" v="39" actId="700"/>
          <ac:graphicFrameMkLst>
            <pc:docMk/>
            <pc:sldMk cId="1708061196" sldId="691"/>
            <ac:graphicFrameMk id="5" creationId="{6D7E5BF9-C84F-7960-A4E5-A3160D41FC72}"/>
          </ac:graphicFrameMkLst>
        </pc:graphicFrameChg>
      </pc:sldChg>
      <pc:sldChg chg="addSp delSp modSp new mod">
        <pc:chgData name="mai khuong" userId="feee27dad9e61925" providerId="LiveId" clId="{1B63C788-F15F-42FD-A359-CDF41AD683A9}" dt="2026-09-13T10:20:09.219" v="61" actId="403"/>
        <pc:sldMkLst>
          <pc:docMk/>
          <pc:sldMk cId="2231253134" sldId="692"/>
        </pc:sldMkLst>
        <pc:spChg chg="mod">
          <ac:chgData name="mai khuong" userId="feee27dad9e61925" providerId="LiveId" clId="{1B63C788-F15F-42FD-A359-CDF41AD683A9}" dt="2026-09-13T10:19:36.037" v="49" actId="27636"/>
          <ac:spMkLst>
            <pc:docMk/>
            <pc:sldMk cId="2231253134" sldId="692"/>
            <ac:spMk id="2" creationId="{922DF1FA-7298-E028-85D0-A2684ADDEDDB}"/>
          </ac:spMkLst>
        </pc:spChg>
        <pc:spChg chg="del">
          <ac:chgData name="mai khuong" userId="feee27dad9e61925" providerId="LiveId" clId="{1B63C788-F15F-42FD-A359-CDF41AD683A9}" dt="2026-09-13T10:19:40.669" v="50"/>
          <ac:spMkLst>
            <pc:docMk/>
            <pc:sldMk cId="2231253134" sldId="692"/>
            <ac:spMk id="3" creationId="{C62585A0-1949-A33E-45D9-934F45587D53}"/>
          </ac:spMkLst>
        </pc:spChg>
        <pc:graphicFrameChg chg="add mod modGraphic">
          <ac:chgData name="mai khuong" userId="feee27dad9e61925" providerId="LiveId" clId="{1B63C788-F15F-42FD-A359-CDF41AD683A9}" dt="2026-09-13T10:20:09.219" v="61" actId="403"/>
          <ac:graphicFrameMkLst>
            <pc:docMk/>
            <pc:sldMk cId="2231253134" sldId="692"/>
            <ac:graphicFrameMk id="5" creationId="{40B346D7-E3DD-88E0-A7A7-7CC9A7BB4F18}"/>
          </ac:graphicFrameMkLst>
        </pc:graphicFrameChg>
      </pc:sldChg>
      <pc:sldChg chg="modSp new mod">
        <pc:chgData name="mai khuong" userId="feee27dad9e61925" providerId="LiveId" clId="{1B63C788-F15F-42FD-A359-CDF41AD683A9}" dt="2026-09-13T10:22:50.337" v="134" actId="20577"/>
        <pc:sldMkLst>
          <pc:docMk/>
          <pc:sldMk cId="2807048435" sldId="693"/>
        </pc:sldMkLst>
        <pc:spChg chg="mod">
          <ac:chgData name="mai khuong" userId="feee27dad9e61925" providerId="LiveId" clId="{1B63C788-F15F-42FD-A359-CDF41AD683A9}" dt="2026-09-13T10:22:50.337" v="134" actId="20577"/>
          <ac:spMkLst>
            <pc:docMk/>
            <pc:sldMk cId="2807048435" sldId="693"/>
            <ac:spMk id="2" creationId="{85EF5C5C-ED46-800E-A2E1-98EB3D832FFD}"/>
          </ac:spMkLst>
        </pc:spChg>
        <pc:spChg chg="mod">
          <ac:chgData name="mai khuong" userId="feee27dad9e61925" providerId="LiveId" clId="{1B63C788-F15F-42FD-A359-CDF41AD683A9}" dt="2026-09-13T10:21:39.569" v="83" actId="114"/>
          <ac:spMkLst>
            <pc:docMk/>
            <pc:sldMk cId="2807048435" sldId="693"/>
            <ac:spMk id="3" creationId="{17C7A4A3-F25C-C8D8-47DD-51976F5DF730}"/>
          </ac:spMkLst>
        </pc:spChg>
      </pc:sldChg>
      <pc:sldChg chg="modSp new mod">
        <pc:chgData name="mai khuong" userId="feee27dad9e61925" providerId="LiveId" clId="{1B63C788-F15F-42FD-A359-CDF41AD683A9}" dt="2026-09-13T10:24:14.989" v="184" actId="6549"/>
        <pc:sldMkLst>
          <pc:docMk/>
          <pc:sldMk cId="180771254" sldId="694"/>
        </pc:sldMkLst>
        <pc:spChg chg="mod">
          <ac:chgData name="mai khuong" userId="feee27dad9e61925" providerId="LiveId" clId="{1B63C788-F15F-42FD-A359-CDF41AD683A9}" dt="2026-09-13T10:22:45.234" v="132" actId="20577"/>
          <ac:spMkLst>
            <pc:docMk/>
            <pc:sldMk cId="180771254" sldId="694"/>
            <ac:spMk id="2" creationId="{BE6F6461-9678-F3FE-F2BB-5E9365007630}"/>
          </ac:spMkLst>
        </pc:spChg>
        <pc:spChg chg="mod">
          <ac:chgData name="mai khuong" userId="feee27dad9e61925" providerId="LiveId" clId="{1B63C788-F15F-42FD-A359-CDF41AD683A9}" dt="2026-09-13T10:24:14.989" v="184" actId="6549"/>
          <ac:spMkLst>
            <pc:docMk/>
            <pc:sldMk cId="180771254" sldId="694"/>
            <ac:spMk id="3" creationId="{2C9447BF-D5E9-BB67-F7CE-F9EE87C61C6D}"/>
          </ac:spMkLst>
        </pc:spChg>
      </pc:sldChg>
      <pc:sldChg chg="modSp new mod">
        <pc:chgData name="mai khuong" userId="feee27dad9e61925" providerId="LiveId" clId="{1B63C788-F15F-42FD-A359-CDF41AD683A9}" dt="2026-09-13T10:24:54.554" v="220" actId="114"/>
        <pc:sldMkLst>
          <pc:docMk/>
          <pc:sldMk cId="3964262670" sldId="695"/>
        </pc:sldMkLst>
        <pc:spChg chg="mod">
          <ac:chgData name="mai khuong" userId="feee27dad9e61925" providerId="LiveId" clId="{1B63C788-F15F-42FD-A359-CDF41AD683A9}" dt="2026-09-13T10:24:25.269" v="187" actId="27636"/>
          <ac:spMkLst>
            <pc:docMk/>
            <pc:sldMk cId="3964262670" sldId="695"/>
            <ac:spMk id="2" creationId="{472421F4-20FA-B76C-55F5-1430C7FCCE87}"/>
          </ac:spMkLst>
        </pc:spChg>
        <pc:spChg chg="mod">
          <ac:chgData name="mai khuong" userId="feee27dad9e61925" providerId="LiveId" clId="{1B63C788-F15F-42FD-A359-CDF41AD683A9}" dt="2026-09-13T10:24:54.554" v="220" actId="114"/>
          <ac:spMkLst>
            <pc:docMk/>
            <pc:sldMk cId="3964262670" sldId="695"/>
            <ac:spMk id="3" creationId="{46331441-EA79-E52A-4D17-D425A29D83F4}"/>
          </ac:spMkLst>
        </pc:spChg>
      </pc:sldChg>
      <pc:sldChg chg="modSp new mod">
        <pc:chgData name="mai khuong" userId="feee27dad9e61925" providerId="LiveId" clId="{1B63C788-F15F-42FD-A359-CDF41AD683A9}" dt="2026-09-13T10:25:33.143" v="238" actId="20577"/>
        <pc:sldMkLst>
          <pc:docMk/>
          <pc:sldMk cId="1418774493" sldId="696"/>
        </pc:sldMkLst>
        <pc:spChg chg="mod">
          <ac:chgData name="mai khuong" userId="feee27dad9e61925" providerId="LiveId" clId="{1B63C788-F15F-42FD-A359-CDF41AD683A9}" dt="2026-09-13T10:25:06.469" v="223" actId="27636"/>
          <ac:spMkLst>
            <pc:docMk/>
            <pc:sldMk cId="1418774493" sldId="696"/>
            <ac:spMk id="2" creationId="{737C87BB-8068-C3D9-34BA-AF48EEC87D2D}"/>
          </ac:spMkLst>
        </pc:spChg>
        <pc:spChg chg="mod">
          <ac:chgData name="mai khuong" userId="feee27dad9e61925" providerId="LiveId" clId="{1B63C788-F15F-42FD-A359-CDF41AD683A9}" dt="2026-09-13T10:25:33.143" v="238" actId="20577"/>
          <ac:spMkLst>
            <pc:docMk/>
            <pc:sldMk cId="1418774493" sldId="696"/>
            <ac:spMk id="3" creationId="{A9968043-1D0E-22D8-EAE5-DDDE1E05C397}"/>
          </ac:spMkLst>
        </pc:spChg>
      </pc:sldChg>
      <pc:sldChg chg="modSp new mod">
        <pc:chgData name="mai khuong" userId="feee27dad9e61925" providerId="LiveId" clId="{1B63C788-F15F-42FD-A359-CDF41AD683A9}" dt="2026-09-13T10:26:53.191" v="303" actId="114"/>
        <pc:sldMkLst>
          <pc:docMk/>
          <pc:sldMk cId="2550954612" sldId="697"/>
        </pc:sldMkLst>
        <pc:spChg chg="mod">
          <ac:chgData name="mai khuong" userId="feee27dad9e61925" providerId="LiveId" clId="{1B63C788-F15F-42FD-A359-CDF41AD683A9}" dt="2026-09-13T10:25:47.283" v="242" actId="20577"/>
          <ac:spMkLst>
            <pc:docMk/>
            <pc:sldMk cId="2550954612" sldId="697"/>
            <ac:spMk id="2" creationId="{C9D19804-B691-4B30-00CE-C1EB5107D6CB}"/>
          </ac:spMkLst>
        </pc:spChg>
        <pc:spChg chg="mod">
          <ac:chgData name="mai khuong" userId="feee27dad9e61925" providerId="LiveId" clId="{1B63C788-F15F-42FD-A359-CDF41AD683A9}" dt="2026-09-13T10:26:53.191" v="303" actId="114"/>
          <ac:spMkLst>
            <pc:docMk/>
            <pc:sldMk cId="2550954612" sldId="697"/>
            <ac:spMk id="3" creationId="{F365BBB4-56EB-11A5-B9F0-875519AC12C8}"/>
          </ac:spMkLst>
        </pc:spChg>
      </pc:sldChg>
      <pc:sldChg chg="modSp new mod">
        <pc:chgData name="mai khuong" userId="feee27dad9e61925" providerId="LiveId" clId="{1B63C788-F15F-42FD-A359-CDF41AD683A9}" dt="2026-09-13T10:27:28.536" v="313" actId="114"/>
        <pc:sldMkLst>
          <pc:docMk/>
          <pc:sldMk cId="2892199899" sldId="698"/>
        </pc:sldMkLst>
        <pc:spChg chg="mod">
          <ac:chgData name="mai khuong" userId="feee27dad9e61925" providerId="LiveId" clId="{1B63C788-F15F-42FD-A359-CDF41AD683A9}" dt="2026-09-13T10:27:08.003" v="307" actId="20577"/>
          <ac:spMkLst>
            <pc:docMk/>
            <pc:sldMk cId="2892199899" sldId="698"/>
            <ac:spMk id="2" creationId="{8DB6B12F-D58D-9EB0-B5F5-751D3BDAE886}"/>
          </ac:spMkLst>
        </pc:spChg>
        <pc:spChg chg="mod">
          <ac:chgData name="mai khuong" userId="feee27dad9e61925" providerId="LiveId" clId="{1B63C788-F15F-42FD-A359-CDF41AD683A9}" dt="2026-09-13T10:27:28.536" v="313" actId="114"/>
          <ac:spMkLst>
            <pc:docMk/>
            <pc:sldMk cId="2892199899" sldId="698"/>
            <ac:spMk id="3" creationId="{06E6D234-0584-E44B-7BE8-FE92DBA4141C}"/>
          </ac:spMkLst>
        </pc:spChg>
      </pc:sldChg>
      <pc:sldChg chg="modSp new mod">
        <pc:chgData name="mai khuong" userId="feee27dad9e61925" providerId="LiveId" clId="{1B63C788-F15F-42FD-A359-CDF41AD683A9}" dt="2026-09-13T10:28:42.065" v="328" actId="20577"/>
        <pc:sldMkLst>
          <pc:docMk/>
          <pc:sldMk cId="2495059508" sldId="699"/>
        </pc:sldMkLst>
        <pc:spChg chg="mod">
          <ac:chgData name="mai khuong" userId="feee27dad9e61925" providerId="LiveId" clId="{1B63C788-F15F-42FD-A359-CDF41AD683A9}" dt="2026-09-13T10:28:16.321" v="316" actId="27636"/>
          <ac:spMkLst>
            <pc:docMk/>
            <pc:sldMk cId="2495059508" sldId="699"/>
            <ac:spMk id="2" creationId="{2D9FB501-CC01-4C9D-0D56-3FB80DD33B21}"/>
          </ac:spMkLst>
        </pc:spChg>
        <pc:spChg chg="mod">
          <ac:chgData name="mai khuong" userId="feee27dad9e61925" providerId="LiveId" clId="{1B63C788-F15F-42FD-A359-CDF41AD683A9}" dt="2026-09-13T10:28:42.065" v="328" actId="20577"/>
          <ac:spMkLst>
            <pc:docMk/>
            <pc:sldMk cId="2495059508" sldId="699"/>
            <ac:spMk id="3" creationId="{86FADE53-2283-98EB-31E2-AA8E830BE614}"/>
          </ac:spMkLst>
        </pc:spChg>
      </pc:sldChg>
      <pc:sldChg chg="modSp new mod">
        <pc:chgData name="mai khuong" userId="feee27dad9e61925" providerId="LiveId" clId="{1B63C788-F15F-42FD-A359-CDF41AD683A9}" dt="2026-09-13T10:30:00.853" v="368" actId="20577"/>
        <pc:sldMkLst>
          <pc:docMk/>
          <pc:sldMk cId="2030788371" sldId="700"/>
        </pc:sldMkLst>
        <pc:spChg chg="mod">
          <ac:chgData name="mai khuong" userId="feee27dad9e61925" providerId="LiveId" clId="{1B63C788-F15F-42FD-A359-CDF41AD683A9}" dt="2026-09-13T10:29:02.775" v="333"/>
          <ac:spMkLst>
            <pc:docMk/>
            <pc:sldMk cId="2030788371" sldId="700"/>
            <ac:spMk id="2" creationId="{6ABC0AC1-13F8-8AD7-8AB9-205C3AE96E36}"/>
          </ac:spMkLst>
        </pc:spChg>
        <pc:spChg chg="mod">
          <ac:chgData name="mai khuong" userId="feee27dad9e61925" providerId="LiveId" clId="{1B63C788-F15F-42FD-A359-CDF41AD683A9}" dt="2026-09-13T10:30:00.853" v="368" actId="20577"/>
          <ac:spMkLst>
            <pc:docMk/>
            <pc:sldMk cId="2030788371" sldId="700"/>
            <ac:spMk id="3" creationId="{8DD41FD9-6F7F-5C26-BEF0-8029EDEC7687}"/>
          </ac:spMkLst>
        </pc:spChg>
      </pc:sldChg>
      <pc:sldChg chg="modSp new mod">
        <pc:chgData name="mai khuong" userId="feee27dad9e61925" providerId="LiveId" clId="{1B63C788-F15F-42FD-A359-CDF41AD683A9}" dt="2026-09-13T10:30:49.688" v="402" actId="20577"/>
        <pc:sldMkLst>
          <pc:docMk/>
          <pc:sldMk cId="1438755071" sldId="701"/>
        </pc:sldMkLst>
        <pc:spChg chg="mod">
          <ac:chgData name="mai khuong" userId="feee27dad9e61925" providerId="LiveId" clId="{1B63C788-F15F-42FD-A359-CDF41AD683A9}" dt="2026-09-13T10:30:12.805" v="371" actId="27636"/>
          <ac:spMkLst>
            <pc:docMk/>
            <pc:sldMk cId="1438755071" sldId="701"/>
            <ac:spMk id="2" creationId="{8B19831D-A16F-6B0F-9772-DE3A9F269C27}"/>
          </ac:spMkLst>
        </pc:spChg>
        <pc:spChg chg="mod">
          <ac:chgData name="mai khuong" userId="feee27dad9e61925" providerId="LiveId" clId="{1B63C788-F15F-42FD-A359-CDF41AD683A9}" dt="2026-09-13T10:30:49.688" v="402" actId="20577"/>
          <ac:spMkLst>
            <pc:docMk/>
            <pc:sldMk cId="1438755071" sldId="701"/>
            <ac:spMk id="3" creationId="{DF4F8D1E-0316-6B0F-E736-AB32FEA63FB1}"/>
          </ac:spMkLst>
        </pc:spChg>
      </pc:sldChg>
      <pc:sldChg chg="modSp new mod">
        <pc:chgData name="mai khuong" userId="feee27dad9e61925" providerId="LiveId" clId="{1B63C788-F15F-42FD-A359-CDF41AD683A9}" dt="2026-09-13T10:32:41.356" v="495" actId="114"/>
        <pc:sldMkLst>
          <pc:docMk/>
          <pc:sldMk cId="1896344924" sldId="702"/>
        </pc:sldMkLst>
        <pc:spChg chg="mod">
          <ac:chgData name="mai khuong" userId="feee27dad9e61925" providerId="LiveId" clId="{1B63C788-F15F-42FD-A359-CDF41AD683A9}" dt="2026-09-13T10:31:09.035" v="407"/>
          <ac:spMkLst>
            <pc:docMk/>
            <pc:sldMk cId="1896344924" sldId="702"/>
            <ac:spMk id="2" creationId="{316DF9E4-28A1-5F1B-7467-95BCA836B782}"/>
          </ac:spMkLst>
        </pc:spChg>
        <pc:spChg chg="mod">
          <ac:chgData name="mai khuong" userId="feee27dad9e61925" providerId="LiveId" clId="{1B63C788-F15F-42FD-A359-CDF41AD683A9}" dt="2026-09-13T10:32:41.356" v="495" actId="114"/>
          <ac:spMkLst>
            <pc:docMk/>
            <pc:sldMk cId="1896344924" sldId="702"/>
            <ac:spMk id="3" creationId="{48417C57-D957-D2B1-AF03-62B97DED3991}"/>
          </ac:spMkLst>
        </pc:spChg>
      </pc:sldChg>
      <pc:sldChg chg="modSp new mod">
        <pc:chgData name="mai khuong" userId="feee27dad9e61925" providerId="LiveId" clId="{1B63C788-F15F-42FD-A359-CDF41AD683A9}" dt="2026-09-13T10:34:42.030" v="518" actId="20577"/>
        <pc:sldMkLst>
          <pc:docMk/>
          <pc:sldMk cId="576453228" sldId="703"/>
        </pc:sldMkLst>
        <pc:spChg chg="mod">
          <ac:chgData name="mai khuong" userId="feee27dad9e61925" providerId="LiveId" clId="{1B63C788-F15F-42FD-A359-CDF41AD683A9}" dt="2026-09-13T10:33:02.994" v="500" actId="6549"/>
          <ac:spMkLst>
            <pc:docMk/>
            <pc:sldMk cId="576453228" sldId="703"/>
            <ac:spMk id="2" creationId="{ED7C8B20-FF40-1FF2-75F8-770BE9E9888F}"/>
          </ac:spMkLst>
        </pc:spChg>
        <pc:spChg chg="mod">
          <ac:chgData name="mai khuong" userId="feee27dad9e61925" providerId="LiveId" clId="{1B63C788-F15F-42FD-A359-CDF41AD683A9}" dt="2026-09-13T10:34:42.030" v="518" actId="20577"/>
          <ac:spMkLst>
            <pc:docMk/>
            <pc:sldMk cId="576453228" sldId="703"/>
            <ac:spMk id="3" creationId="{43C848B8-0D43-D3F8-782F-B89D0AC384CF}"/>
          </ac:spMkLst>
        </pc:spChg>
      </pc:sldChg>
      <pc:sldChg chg="modSp new mod">
        <pc:chgData name="mai khuong" userId="feee27dad9e61925" providerId="LiveId" clId="{1B63C788-F15F-42FD-A359-CDF41AD683A9}" dt="2026-09-13T10:35:18.665" v="528" actId="114"/>
        <pc:sldMkLst>
          <pc:docMk/>
          <pc:sldMk cId="1577145295" sldId="704"/>
        </pc:sldMkLst>
        <pc:spChg chg="mod">
          <ac:chgData name="mai khuong" userId="feee27dad9e61925" providerId="LiveId" clId="{1B63C788-F15F-42FD-A359-CDF41AD683A9}" dt="2026-09-13T10:35:08.340" v="522"/>
          <ac:spMkLst>
            <pc:docMk/>
            <pc:sldMk cId="1577145295" sldId="704"/>
            <ac:spMk id="2" creationId="{BD9242EE-BCCF-2696-3872-A9CDF5288FCA}"/>
          </ac:spMkLst>
        </pc:spChg>
        <pc:spChg chg="mod">
          <ac:chgData name="mai khuong" userId="feee27dad9e61925" providerId="LiveId" clId="{1B63C788-F15F-42FD-A359-CDF41AD683A9}" dt="2026-09-13T10:35:18.665" v="528" actId="114"/>
          <ac:spMkLst>
            <pc:docMk/>
            <pc:sldMk cId="1577145295" sldId="704"/>
            <ac:spMk id="3" creationId="{FE6C7BF0-716C-36E4-2074-FAFE298CCA9D}"/>
          </ac:spMkLst>
        </pc:spChg>
      </pc:sldChg>
      <pc:sldChg chg="modSp new mod">
        <pc:chgData name="mai khuong" userId="feee27dad9e61925" providerId="LiveId" clId="{1B63C788-F15F-42FD-A359-CDF41AD683A9}" dt="2026-09-13T10:36:30.741" v="565" actId="6549"/>
        <pc:sldMkLst>
          <pc:docMk/>
          <pc:sldMk cId="2060149887" sldId="705"/>
        </pc:sldMkLst>
        <pc:spChg chg="mod">
          <ac:chgData name="mai khuong" userId="feee27dad9e61925" providerId="LiveId" clId="{1B63C788-F15F-42FD-A359-CDF41AD683A9}" dt="2026-09-13T10:35:40.900" v="531" actId="27636"/>
          <ac:spMkLst>
            <pc:docMk/>
            <pc:sldMk cId="2060149887" sldId="705"/>
            <ac:spMk id="2" creationId="{17A3E1B5-C60E-08F8-2270-32306EDD60E6}"/>
          </ac:spMkLst>
        </pc:spChg>
        <pc:spChg chg="mod">
          <ac:chgData name="mai khuong" userId="feee27dad9e61925" providerId="LiveId" clId="{1B63C788-F15F-42FD-A359-CDF41AD683A9}" dt="2026-09-13T10:36:30.741" v="565" actId="6549"/>
          <ac:spMkLst>
            <pc:docMk/>
            <pc:sldMk cId="2060149887" sldId="705"/>
            <ac:spMk id="3" creationId="{60752877-E07B-7367-B61A-BA51E725F991}"/>
          </ac:spMkLst>
        </pc:spChg>
      </pc:sldChg>
      <pc:sldChg chg="modSp new mod">
        <pc:chgData name="mai khuong" userId="feee27dad9e61925" providerId="LiveId" clId="{1B63C788-F15F-42FD-A359-CDF41AD683A9}" dt="2026-09-13T10:38:01.305" v="584" actId="403"/>
        <pc:sldMkLst>
          <pc:docMk/>
          <pc:sldMk cId="2473371066" sldId="706"/>
        </pc:sldMkLst>
        <pc:spChg chg="mod">
          <ac:chgData name="mai khuong" userId="feee27dad9e61925" providerId="LiveId" clId="{1B63C788-F15F-42FD-A359-CDF41AD683A9}" dt="2026-09-13T10:36:46.197" v="569" actId="20577"/>
          <ac:spMkLst>
            <pc:docMk/>
            <pc:sldMk cId="2473371066" sldId="706"/>
            <ac:spMk id="2" creationId="{AC041AD4-BF10-69FE-E191-57D294EC04CF}"/>
          </ac:spMkLst>
        </pc:spChg>
        <pc:spChg chg="mod">
          <ac:chgData name="mai khuong" userId="feee27dad9e61925" providerId="LiveId" clId="{1B63C788-F15F-42FD-A359-CDF41AD683A9}" dt="2026-09-13T10:38:01.305" v="584" actId="403"/>
          <ac:spMkLst>
            <pc:docMk/>
            <pc:sldMk cId="2473371066" sldId="706"/>
            <ac:spMk id="3" creationId="{8F0E6AAB-0AAF-D475-DB13-D91CB6E42809}"/>
          </ac:spMkLst>
        </pc:spChg>
      </pc:sldChg>
      <pc:sldChg chg="modSp new mod">
        <pc:chgData name="mai khuong" userId="feee27dad9e61925" providerId="LiveId" clId="{1B63C788-F15F-42FD-A359-CDF41AD683A9}" dt="2026-09-13T10:39:51.652" v="628" actId="15"/>
        <pc:sldMkLst>
          <pc:docMk/>
          <pc:sldMk cId="116050296" sldId="707"/>
        </pc:sldMkLst>
        <pc:spChg chg="mod">
          <ac:chgData name="mai khuong" userId="feee27dad9e61925" providerId="LiveId" clId="{1B63C788-F15F-42FD-A359-CDF41AD683A9}" dt="2026-09-13T10:38:40.054" v="587" actId="27636"/>
          <ac:spMkLst>
            <pc:docMk/>
            <pc:sldMk cId="116050296" sldId="707"/>
            <ac:spMk id="2" creationId="{FC3666AD-7C94-1086-2BB6-96834573FCBF}"/>
          </ac:spMkLst>
        </pc:spChg>
        <pc:spChg chg="mod">
          <ac:chgData name="mai khuong" userId="feee27dad9e61925" providerId="LiveId" clId="{1B63C788-F15F-42FD-A359-CDF41AD683A9}" dt="2026-09-13T10:39:51.652" v="628" actId="15"/>
          <ac:spMkLst>
            <pc:docMk/>
            <pc:sldMk cId="116050296" sldId="707"/>
            <ac:spMk id="3" creationId="{98F5252B-B6B2-D3E7-F620-8AFDF2DB8FB1}"/>
          </ac:spMkLst>
        </pc:spChg>
      </pc:sldChg>
      <pc:sldChg chg="modSp new mod">
        <pc:chgData name="mai khuong" userId="feee27dad9e61925" providerId="LiveId" clId="{1B63C788-F15F-42FD-A359-CDF41AD683A9}" dt="2026-09-13T10:40:47.993" v="640" actId="12"/>
        <pc:sldMkLst>
          <pc:docMk/>
          <pc:sldMk cId="3836614817" sldId="708"/>
        </pc:sldMkLst>
        <pc:spChg chg="mod">
          <ac:chgData name="mai khuong" userId="feee27dad9e61925" providerId="LiveId" clId="{1B63C788-F15F-42FD-A359-CDF41AD683A9}" dt="2026-09-13T10:40:06.248" v="632" actId="20577"/>
          <ac:spMkLst>
            <pc:docMk/>
            <pc:sldMk cId="3836614817" sldId="708"/>
            <ac:spMk id="2" creationId="{3E87589D-2ED8-76AC-B74C-6D49BCC37D5B}"/>
          </ac:spMkLst>
        </pc:spChg>
        <pc:spChg chg="mod">
          <ac:chgData name="mai khuong" userId="feee27dad9e61925" providerId="LiveId" clId="{1B63C788-F15F-42FD-A359-CDF41AD683A9}" dt="2026-09-13T10:40:47.993" v="640" actId="12"/>
          <ac:spMkLst>
            <pc:docMk/>
            <pc:sldMk cId="3836614817" sldId="708"/>
            <ac:spMk id="3" creationId="{B5021332-8661-6B95-DA3C-F74BB94DB470}"/>
          </ac:spMkLst>
        </pc:spChg>
      </pc:sldChg>
      <pc:sldChg chg="new del">
        <pc:chgData name="mai khuong" userId="feee27dad9e61925" providerId="LiveId" clId="{1B63C788-F15F-42FD-A359-CDF41AD683A9}" dt="2026-09-13T10:41:24.267" v="642" actId="47"/>
        <pc:sldMkLst>
          <pc:docMk/>
          <pc:sldMk cId="378593878" sldId="7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FwZiCQc1MjZGQ8NRjzrY8MO6SKWHMzp4/view?usp=sharin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nNl-dc41wOyn1FBH5v-ust5xwzztbFfu/view?usp=sharin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7486650" cy="14700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i="1" dirty="0" err="1"/>
              <a:t>Xử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Đọc</a:t>
            </a:r>
            <a:r>
              <a:rPr lang="en-US" i="1" dirty="0"/>
              <a:t>/</a:t>
            </a:r>
            <a:r>
              <a:rPr lang="en-US" i="1" dirty="0" err="1"/>
              <a:t>ghi</a:t>
            </a:r>
            <a:r>
              <a:rPr lang="en-US" i="1" dirty="0"/>
              <a:t> file </a:t>
            </a:r>
            <a:r>
              <a:rPr lang="en-US" i="1" dirty="0" err="1"/>
              <a:t>với</a:t>
            </a:r>
            <a:r>
              <a:rPr lang="en-US" i="1" dirty="0"/>
              <a:t> Java</a:t>
            </a: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044A-DEB5-1839-3F4D-7227AE2A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A4E2-85E3-E190-956D-B1E50B427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trong</a:t>
            </a:r>
            <a:r>
              <a:rPr lang="en-US" dirty="0"/>
              <a:t> Java,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Character </a:t>
            </a:r>
            <a:r>
              <a:rPr lang="en-US" dirty="0"/>
              <a:t>Streams (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):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Unicode,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file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/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.txt, .csv, .java, .html…</a:t>
            </a:r>
          </a:p>
          <a:p>
            <a:pPr lvl="0"/>
            <a:r>
              <a:rPr lang="en-US" b="1" dirty="0"/>
              <a:t>Byte </a:t>
            </a:r>
            <a:r>
              <a:rPr lang="en-US" dirty="0"/>
              <a:t>Streams (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):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byte </a:t>
            </a:r>
            <a:r>
              <a:rPr lang="en-US" dirty="0" err="1"/>
              <a:t>thô</a:t>
            </a:r>
            <a:r>
              <a:rPr lang="en-US" dirty="0"/>
              <a:t>,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file (image, audio, video, file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.bin, .</a:t>
            </a:r>
            <a:r>
              <a:rPr lang="en-US" dirty="0" err="1"/>
              <a:t>dat</a:t>
            </a:r>
            <a:r>
              <a:rPr lang="en-US" dirty="0"/>
              <a:t>…)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BA0A3-6B42-75E0-60E4-B8C771A48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97565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A32F-9687-B6F8-2600-DB1B3220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(Character Streams)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7E5BF9-C84F-7960-A4E5-A3160D41F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962944"/>
              </p:ext>
            </p:extLst>
          </p:nvPr>
        </p:nvGraphicFramePr>
        <p:xfrm>
          <a:off x="128588" y="1125538"/>
          <a:ext cx="9648824" cy="385427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92993">
                  <a:extLst>
                    <a:ext uri="{9D8B030D-6E8A-4147-A177-3AD203B41FA5}">
                      <a16:colId xmlns:a16="http://schemas.microsoft.com/office/drawing/2014/main" val="439051961"/>
                    </a:ext>
                  </a:extLst>
                </a:gridCol>
                <a:gridCol w="6255831">
                  <a:extLst>
                    <a:ext uri="{9D8B030D-6E8A-4147-A177-3AD203B41FA5}">
                      <a16:colId xmlns:a16="http://schemas.microsoft.com/office/drawing/2014/main" val="3589615029"/>
                    </a:ext>
                  </a:extLst>
                </a:gridCol>
              </a:tblGrid>
              <a:tr h="3671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Class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Mục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đích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sử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dụng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46137106"/>
                  </a:ext>
                </a:extLst>
              </a:tr>
              <a:tr h="762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FileReader &amp; FileWriter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Đọc</a:t>
                      </a:r>
                      <a:r>
                        <a:rPr lang="en-US" sz="2400" dirty="0">
                          <a:effectLst/>
                        </a:rPr>
                        <a:t>/</a:t>
                      </a:r>
                      <a:r>
                        <a:rPr lang="en-US" sz="2400" dirty="0" err="1">
                          <a:effectLst/>
                        </a:rPr>
                        <a:t>Ghi</a:t>
                      </a:r>
                      <a:r>
                        <a:rPr lang="en-US" sz="2400" dirty="0">
                          <a:effectLst/>
                        </a:rPr>
                        <a:t> file text </a:t>
                      </a:r>
                      <a:r>
                        <a:rPr lang="en-US" sz="2400" dirty="0" err="1">
                          <a:effectLst/>
                        </a:rPr>
                        <a:t>cơ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bản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theo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từng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ký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tự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33641869"/>
                  </a:ext>
                </a:extLst>
              </a:tr>
              <a:tr h="762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PrintWriter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Tương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tự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FileWriter</a:t>
                      </a:r>
                      <a:r>
                        <a:rPr lang="en-US" sz="2400" dirty="0">
                          <a:effectLst/>
                        </a:rPr>
                        <a:t>, </a:t>
                      </a:r>
                      <a:r>
                        <a:rPr lang="en-US" sz="2400" dirty="0" err="1">
                          <a:effectLst/>
                        </a:rPr>
                        <a:t>cung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cấp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theo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các</a:t>
                      </a:r>
                      <a:r>
                        <a:rPr lang="en-US" sz="2400" dirty="0">
                          <a:effectLst/>
                        </a:rPr>
                        <a:t> method </a:t>
                      </a:r>
                      <a:r>
                        <a:rPr lang="en-US" sz="2400" dirty="0" err="1">
                          <a:effectLst/>
                        </a:rPr>
                        <a:t>để</a:t>
                      </a:r>
                      <a:r>
                        <a:rPr lang="en-US" sz="2400" dirty="0">
                          <a:effectLst/>
                        </a:rPr>
                        <a:t> “format” data </a:t>
                      </a:r>
                      <a:r>
                        <a:rPr lang="en-US" sz="2400" dirty="0" err="1">
                          <a:effectLst/>
                        </a:rPr>
                        <a:t>trước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khi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lưu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96293467"/>
                  </a:ext>
                </a:extLst>
              </a:tr>
              <a:tr h="14425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BufferedReader</a:t>
                      </a:r>
                      <a:r>
                        <a:rPr lang="en-US" sz="2400" dirty="0">
                          <a:effectLst/>
                        </a:rPr>
                        <a:t> &amp; </a:t>
                      </a:r>
                      <a:r>
                        <a:rPr lang="en-US" sz="2400" dirty="0" err="1">
                          <a:effectLst/>
                        </a:rPr>
                        <a:t>BufferedWriter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Luôn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dùng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khi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đọc</a:t>
                      </a:r>
                      <a:r>
                        <a:rPr lang="en-US" sz="2400" dirty="0">
                          <a:effectLst/>
                        </a:rPr>
                        <a:t>/</a:t>
                      </a:r>
                      <a:r>
                        <a:rPr lang="en-US" sz="2400" dirty="0" err="1">
                          <a:effectLst/>
                        </a:rPr>
                        <a:t>ghi</a:t>
                      </a:r>
                      <a:r>
                        <a:rPr lang="en-US" sz="2400" dirty="0">
                          <a:effectLst/>
                        </a:rPr>
                        <a:t> file text </a:t>
                      </a:r>
                      <a:r>
                        <a:rPr lang="en-US" sz="2400" dirty="0" err="1">
                          <a:effectLst/>
                        </a:rPr>
                        <a:t>thực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tế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vì</a:t>
                      </a:r>
                      <a:r>
                        <a:rPr lang="en-US" sz="2400" dirty="0">
                          <a:effectLst/>
                        </a:rPr>
                        <a:t>:</a:t>
                      </a:r>
                      <a:endParaRPr lang="en-US" sz="2000" dirty="0">
                        <a:effectLst/>
                      </a:endParaRP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err="1">
                          <a:effectLst/>
                        </a:rPr>
                        <a:t>Đọc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theo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dòng</a:t>
                      </a:r>
                      <a:r>
                        <a:rPr lang="en-US" sz="2400" dirty="0">
                          <a:effectLst/>
                        </a:rPr>
                        <a:t> (</a:t>
                      </a:r>
                      <a:r>
                        <a:rPr lang="en-US" sz="2400" dirty="0" err="1">
                          <a:effectLst/>
                        </a:rPr>
                        <a:t>readLine</a:t>
                      </a:r>
                      <a:r>
                        <a:rPr lang="en-US" sz="2400" dirty="0">
                          <a:effectLst/>
                        </a:rPr>
                        <a:t>).</a:t>
                      </a: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effectLst/>
                        </a:rPr>
                        <a:t>Buffer </a:t>
                      </a:r>
                      <a:r>
                        <a:rPr lang="en-US" sz="2400" dirty="0" err="1">
                          <a:effectLst/>
                        </a:rPr>
                        <a:t>tăng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tốc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độ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303660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56DAA-7E7B-B7CE-BBE5-986ED6113F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F06DE-EC4E-0CDB-A012-1F769DEE3899}"/>
              </a:ext>
            </a:extLst>
          </p:cNvPr>
          <p:cNvSpPr txBox="1"/>
          <p:nvPr/>
        </p:nvSpPr>
        <p:spPr>
          <a:xfrm>
            <a:off x="128340" y="5070742"/>
            <a:ext cx="9649072" cy="15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 err="1">
                <a:effectLst/>
                <a:latin typeface="Andika"/>
                <a:ea typeface="Andika"/>
                <a:cs typeface="Andika"/>
              </a:rPr>
              <a:t>Ưu</a:t>
            </a:r>
            <a:r>
              <a:rPr lang="en-US" sz="1600" b="1" dirty="0">
                <a:effectLst/>
                <a:latin typeface="Andika"/>
                <a:ea typeface="Andika"/>
                <a:cs typeface="Andika"/>
              </a:rPr>
              <a:t> </a:t>
            </a:r>
            <a:r>
              <a:rPr lang="en-US" sz="1600" b="1" dirty="0" err="1">
                <a:effectLst/>
                <a:latin typeface="Andika"/>
                <a:ea typeface="Andika"/>
                <a:cs typeface="Andika"/>
              </a:rPr>
              <a:t>tiên</a:t>
            </a:r>
            <a:r>
              <a:rPr lang="en-US" sz="1600" b="1" dirty="0">
                <a:effectLst/>
                <a:latin typeface="Andika"/>
                <a:ea typeface="Andika"/>
                <a:cs typeface="Andika"/>
              </a:rPr>
              <a:t>:</a:t>
            </a:r>
            <a:r>
              <a:rPr lang="en-US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none" strike="noStrike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Đọc</a:t>
            </a:r>
            <a:r>
              <a:rPr lang="en-US" sz="160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 </a:t>
            </a:r>
            <a:r>
              <a:rPr lang="en-US" sz="1600" u="none" strike="noStrike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với</a:t>
            </a:r>
            <a:r>
              <a:rPr lang="en-US" sz="160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u="none" strike="noStrike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BufferedReader</a:t>
            </a:r>
            <a:r>
              <a:rPr lang="en-US" sz="1600" b="1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Ghi</a:t>
            </a:r>
            <a:r>
              <a:rPr lang="en-US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 </a:t>
            </a:r>
            <a:r>
              <a:rPr lang="en-US" sz="16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với</a:t>
            </a:r>
            <a:r>
              <a:rPr lang="en-US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BufferedWriter</a:t>
            </a:r>
            <a:r>
              <a:rPr lang="en-US" sz="16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en-US" sz="1600" b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PrintWriter</a:t>
            </a:r>
            <a:b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6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F1FA-7298-E028-85D0-A2684ADD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(Byte Streams)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B346D7-E3DD-88E0-A7A7-7CC9A7BB4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287337"/>
              </p:ext>
            </p:extLst>
          </p:nvPr>
        </p:nvGraphicFramePr>
        <p:xfrm>
          <a:off x="304800" y="1295400"/>
          <a:ext cx="9472736" cy="20032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651356">
                  <a:extLst>
                    <a:ext uri="{9D8B030D-6E8A-4147-A177-3AD203B41FA5}">
                      <a16:colId xmlns:a16="http://schemas.microsoft.com/office/drawing/2014/main" val="716498982"/>
                    </a:ext>
                  </a:extLst>
                </a:gridCol>
                <a:gridCol w="5821380">
                  <a:extLst>
                    <a:ext uri="{9D8B030D-6E8A-4147-A177-3AD203B41FA5}">
                      <a16:colId xmlns:a16="http://schemas.microsoft.com/office/drawing/2014/main" val="2296411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Class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Mục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đích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sử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dụng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11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FileInputStream &amp; FileOutputStream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Đọc/Ghi file nhị phân cơ bản theo từng byte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02007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BufferedInputStream &amp; BufferedOutputStream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Sử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dụng</a:t>
                      </a:r>
                      <a:r>
                        <a:rPr lang="en-US" sz="1800" dirty="0">
                          <a:effectLst/>
                        </a:rPr>
                        <a:t> buffer, </a:t>
                      </a:r>
                      <a:r>
                        <a:rPr lang="en-US" sz="1800" dirty="0" err="1">
                          <a:effectLst/>
                        </a:rPr>
                        <a:t>giúp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tăng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tốc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độ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đọc</a:t>
                      </a:r>
                      <a:r>
                        <a:rPr lang="en-US" sz="1800" dirty="0">
                          <a:effectLst/>
                        </a:rPr>
                        <a:t>/</a:t>
                      </a:r>
                      <a:r>
                        <a:rPr lang="en-US" sz="1800" dirty="0" err="1">
                          <a:effectLst/>
                        </a:rPr>
                        <a:t>ghi</a:t>
                      </a:r>
                      <a:r>
                        <a:rPr lang="en-US" sz="1800" dirty="0">
                          <a:effectLst/>
                        </a:rPr>
                        <a:t> file </a:t>
                      </a:r>
                      <a:r>
                        <a:rPr lang="en-US" sz="1800" dirty="0" err="1">
                          <a:effectLst/>
                        </a:rPr>
                        <a:t>nhị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phân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lớn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1576495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C4CCE-7259-85C4-E51B-00E92610EA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3125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5C5C-ED46-800E-A2E1-98EB3D83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FileReader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A4A3-F25C-C8D8-47DD-51976F5DF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file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(text file),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dirty="0"/>
              <a:t>(character).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file, 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 err="1"/>
              <a:t>fr</a:t>
            </a:r>
            <a:r>
              <a:rPr lang="en-US" dirty="0"/>
              <a:t> = new </a:t>
            </a:r>
            <a:r>
              <a:rPr lang="en-US" b="1" dirty="0" err="1"/>
              <a:t>FileReader</a:t>
            </a:r>
            <a:r>
              <a:rPr lang="en-US" dirty="0"/>
              <a:t>("input.txt"); // </a:t>
            </a:r>
            <a:r>
              <a:rPr lang="en-US" dirty="0" err="1"/>
              <a:t>Mở</a:t>
            </a:r>
            <a:r>
              <a:rPr lang="en-US" dirty="0"/>
              <a:t> file</a:t>
            </a:r>
          </a:p>
          <a:p>
            <a:pPr marL="457200" lvl="1" indent="0">
              <a:buNone/>
            </a:pPr>
            <a:r>
              <a:rPr lang="en-US" i="1" dirty="0"/>
              <a:t> int c;</a:t>
            </a:r>
          </a:p>
          <a:p>
            <a:pPr marL="457200" lvl="1" indent="0">
              <a:buNone/>
            </a:pPr>
            <a:r>
              <a:rPr lang="en-US" i="1" dirty="0"/>
              <a:t> while ((c = </a:t>
            </a:r>
            <a:r>
              <a:rPr lang="en-US" i="1" dirty="0" err="1"/>
              <a:t>fr.read</a:t>
            </a:r>
            <a:r>
              <a:rPr lang="en-US" i="1" dirty="0"/>
              <a:t>( )) != -1) { // </a:t>
            </a:r>
            <a:r>
              <a:rPr lang="en-US" i="1" dirty="0" err="1"/>
              <a:t>Đọc</a:t>
            </a:r>
            <a:r>
              <a:rPr lang="en-US" i="1" dirty="0"/>
              <a:t> </a:t>
            </a:r>
            <a:r>
              <a:rPr lang="en-US" i="1" dirty="0" err="1"/>
              <a:t>từng</a:t>
            </a:r>
            <a:r>
              <a:rPr lang="en-US" i="1" dirty="0"/>
              <a:t> </a:t>
            </a:r>
            <a:r>
              <a:rPr lang="en-US" i="1" dirty="0" err="1"/>
              <a:t>ký</a:t>
            </a:r>
            <a:r>
              <a:rPr lang="en-US" i="1" dirty="0"/>
              <a:t> </a:t>
            </a:r>
            <a:r>
              <a:rPr lang="en-US" i="1" dirty="0" err="1"/>
              <a:t>tự</a:t>
            </a:r>
            <a:r>
              <a:rPr lang="en-US" i="1" dirty="0"/>
              <a:t>, </a:t>
            </a:r>
            <a:r>
              <a:rPr lang="en-US" i="1" dirty="0" err="1"/>
              <a:t>trả</a:t>
            </a:r>
            <a:r>
              <a:rPr lang="en-US" i="1" dirty="0"/>
              <a:t> </a:t>
            </a:r>
            <a:r>
              <a:rPr lang="en-US" i="1" dirty="0" err="1"/>
              <a:t>về</a:t>
            </a:r>
            <a:r>
              <a:rPr lang="en-US" i="1" dirty="0"/>
              <a:t> int</a:t>
            </a:r>
          </a:p>
          <a:p>
            <a:pPr marL="457200" lvl="1" indent="0">
              <a:buNone/>
            </a:pPr>
            <a:r>
              <a:rPr lang="en-US" i="1" dirty="0"/>
              <a:t>        </a:t>
            </a:r>
            <a:r>
              <a:rPr lang="en-US" i="1" dirty="0" err="1"/>
              <a:t>System.out.print</a:t>
            </a:r>
            <a:r>
              <a:rPr lang="en-US" i="1" dirty="0"/>
              <a:t>((char) c); // </a:t>
            </a:r>
            <a:r>
              <a:rPr lang="en-US" i="1" dirty="0" err="1"/>
              <a:t>Ép</a:t>
            </a:r>
            <a:r>
              <a:rPr lang="en-US" i="1" dirty="0"/>
              <a:t> int </a:t>
            </a:r>
            <a:r>
              <a:rPr lang="en-US" i="1" dirty="0" err="1"/>
              <a:t>về</a:t>
            </a:r>
            <a:r>
              <a:rPr lang="en-US" i="1" dirty="0"/>
              <a:t> char </a:t>
            </a:r>
            <a:r>
              <a:rPr lang="en-US" i="1" dirty="0" err="1"/>
              <a:t>để</a:t>
            </a:r>
            <a:r>
              <a:rPr lang="en-US" i="1" dirty="0"/>
              <a:t> </a:t>
            </a:r>
            <a:r>
              <a:rPr lang="en-US" i="1" dirty="0" err="1"/>
              <a:t>hiển</a:t>
            </a:r>
            <a:r>
              <a:rPr lang="en-US" i="1" dirty="0"/>
              <a:t> </a:t>
            </a:r>
            <a:r>
              <a:rPr lang="en-US" i="1" dirty="0" err="1"/>
              <a:t>thị</a:t>
            </a:r>
            <a:endParaRPr lang="en-US" i="1" dirty="0"/>
          </a:p>
          <a:p>
            <a:pPr marL="457200" lvl="1" indent="0">
              <a:buNone/>
            </a:pPr>
            <a:r>
              <a:rPr lang="en-US" i="1" dirty="0"/>
              <a:t> }</a:t>
            </a:r>
          </a:p>
          <a:p>
            <a:pPr marL="457200" lvl="1" indent="0">
              <a:buNone/>
            </a:pPr>
            <a:r>
              <a:rPr lang="en-US" dirty="0"/>
              <a:t> 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fr.read</a:t>
            </a:r>
            <a:r>
              <a:rPr lang="en-US" b="1" dirty="0"/>
              <a:t>( ) </a:t>
            </a:r>
            <a:r>
              <a:rPr lang="en-US" b="1" dirty="0" err="1"/>
              <a:t>đọc</a:t>
            </a:r>
            <a:r>
              <a:rPr lang="en-US" b="1" dirty="0"/>
              <a:t> 1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dirty="0"/>
              <a:t>,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ASCII </a:t>
            </a:r>
            <a:r>
              <a:rPr lang="en-US" dirty="0" err="1"/>
              <a:t>hoặc</a:t>
            </a:r>
            <a:r>
              <a:rPr lang="en-US" dirty="0"/>
              <a:t> UTF-16 (Unicode) </a:t>
            </a:r>
            <a:r>
              <a:rPr lang="en-US" dirty="0" err="1"/>
              <a:t>dạng</a:t>
            </a:r>
            <a:r>
              <a:rPr lang="en-US" dirty="0"/>
              <a:t> int.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Trả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-1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file (EOF).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6A070-5E86-2AD0-76ED-A60AFA5EB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704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6461-9678-F3FE-F2BB-5E936500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47BF-D5E9-BB67-F7CE-F9EE87C61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FileWriter</a:t>
            </a: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text </a:t>
            </a:r>
            <a:r>
              <a:rPr lang="en-US" dirty="0" err="1"/>
              <a:t>vào</a:t>
            </a:r>
            <a:r>
              <a:rPr lang="en-US" dirty="0"/>
              <a:t> file,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.</a:t>
            </a:r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400050" lvl="1" indent="0">
              <a:buNone/>
            </a:pPr>
            <a:r>
              <a:rPr lang="en-US" b="1" i="1" dirty="0" err="1"/>
              <a:t>FileWriter</a:t>
            </a:r>
            <a:r>
              <a:rPr lang="en-US" b="1" i="1" dirty="0"/>
              <a:t> </a:t>
            </a:r>
            <a:r>
              <a:rPr lang="en-US" i="1" dirty="0" err="1"/>
              <a:t>fw</a:t>
            </a:r>
            <a:r>
              <a:rPr lang="en-US" i="1" dirty="0"/>
              <a:t> = </a:t>
            </a:r>
            <a:r>
              <a:rPr lang="en-US" b="1" i="1" dirty="0"/>
              <a:t>new </a:t>
            </a:r>
            <a:r>
              <a:rPr lang="en-US" i="1" dirty="0" err="1"/>
              <a:t>FileWriter</a:t>
            </a:r>
            <a:r>
              <a:rPr lang="en-US" i="1" dirty="0"/>
              <a:t>("output.txt");    </a:t>
            </a:r>
            <a:r>
              <a:rPr lang="en-US" i="1" dirty="0" err="1"/>
              <a:t>fw.write</a:t>
            </a:r>
            <a:r>
              <a:rPr lang="en-US" i="1" dirty="0"/>
              <a:t>("Hello, world!\n");</a:t>
            </a:r>
          </a:p>
          <a:p>
            <a:pPr marL="400050" lvl="1" indent="0">
              <a:buNone/>
            </a:pPr>
            <a:r>
              <a:rPr lang="en-US" i="1" dirty="0" err="1"/>
              <a:t>fw.write</a:t>
            </a:r>
            <a:r>
              <a:rPr lang="en-US" i="1" dirty="0"/>
              <a:t>("This is </a:t>
            </a:r>
            <a:r>
              <a:rPr lang="en-US" i="1" dirty="0" err="1"/>
              <a:t>FileWriter</a:t>
            </a:r>
            <a:r>
              <a:rPr lang="en-US" i="1" dirty="0"/>
              <a:t> example.\n");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lvl="0"/>
            <a:r>
              <a:rPr lang="en-US" b="1" dirty="0" err="1"/>
              <a:t>fw.write</a:t>
            </a:r>
            <a:r>
              <a:rPr lang="en-US" b="1" dirty="0"/>
              <a:t>( )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file.</a:t>
            </a:r>
          </a:p>
          <a:p>
            <a:r>
              <a:rPr lang="en-US" dirty="0"/>
              <a:t>File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,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đè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AD789-ED3C-574A-3D48-7A321187A8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077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21F4-20FA-B76C-55F5-1430C7FC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PrintWriter</a:t>
            </a:r>
            <a:r>
              <a:rPr lang="en-US" dirty="0"/>
              <a:t> – 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41-EA79-E52A-4D17-D425A29D8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print(), </a:t>
            </a:r>
            <a:r>
              <a:rPr lang="en-US" dirty="0" err="1"/>
              <a:t>println</a:t>
            </a:r>
            <a:r>
              <a:rPr lang="en-US" dirty="0"/>
              <a:t>(), </a:t>
            </a:r>
            <a:r>
              <a:rPr lang="en-US" dirty="0" err="1"/>
              <a:t>printf</a:t>
            </a:r>
            <a:r>
              <a:rPr lang="en-US" dirty="0"/>
              <a:t>()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System.out</a:t>
            </a:r>
            <a:r>
              <a:rPr lang="en-US" dirty="0"/>
              <a:t> </a:t>
            </a:r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400050" lvl="1" indent="0">
              <a:buNone/>
            </a:pPr>
            <a:r>
              <a:rPr lang="en-US" b="1" i="1" dirty="0" err="1"/>
              <a:t>PrintWriter</a:t>
            </a:r>
            <a:r>
              <a:rPr lang="en-US" b="1" i="1" dirty="0"/>
              <a:t> </a:t>
            </a:r>
            <a:r>
              <a:rPr lang="en-US" i="1" dirty="0"/>
              <a:t>pw = new </a:t>
            </a:r>
            <a:r>
              <a:rPr lang="en-US" b="1" i="1" dirty="0" err="1"/>
              <a:t>PrintWriter</a:t>
            </a:r>
            <a:r>
              <a:rPr lang="en-US" i="1" dirty="0"/>
              <a:t>("output2.txt");</a:t>
            </a:r>
          </a:p>
          <a:p>
            <a:pPr marL="400050" lvl="1" indent="0">
              <a:buNone/>
            </a:pPr>
            <a:r>
              <a:rPr lang="en-US" i="1" dirty="0" err="1"/>
              <a:t>pw.println</a:t>
            </a:r>
            <a:r>
              <a:rPr lang="en-US" i="1" dirty="0"/>
              <a:t>("Hello, </a:t>
            </a:r>
            <a:r>
              <a:rPr lang="en-US" i="1" dirty="0" err="1"/>
              <a:t>PrintWriter</a:t>
            </a:r>
            <a:r>
              <a:rPr lang="en-US" i="1" dirty="0"/>
              <a:t>!");</a:t>
            </a:r>
          </a:p>
          <a:p>
            <a:pPr marL="400050" lvl="1" indent="0">
              <a:buNone/>
            </a:pPr>
            <a:r>
              <a:rPr lang="en-US" i="1" dirty="0" err="1"/>
              <a:t>pw.printf</a:t>
            </a:r>
            <a:r>
              <a:rPr lang="en-US" i="1" dirty="0"/>
              <a:t>("Number: %d, String: %s\n", 10, "Java");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22415-ADF0-B71B-6A2D-E74B0E322E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6426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87BB-8068-C3D9-34BA-AF48EEC8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BufferedReader</a:t>
            </a:r>
            <a:r>
              <a:rPr lang="en-US" dirty="0"/>
              <a:t>/</a:t>
            </a:r>
            <a:r>
              <a:rPr lang="en-US" dirty="0" err="1"/>
              <a:t>BufferedWriter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8043-1D0E-22D8-EAE5-DDDE1E05C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1.Buffer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Buffer (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IO (ổ </a:t>
            </a:r>
            <a:r>
              <a:rPr lang="en-US" dirty="0" err="1"/>
              <a:t>cứng</a:t>
            </a:r>
            <a:r>
              <a:rPr lang="en-US" dirty="0"/>
              <a:t>, </a:t>
            </a:r>
            <a:r>
              <a:rPr lang="en-US" dirty="0" err="1"/>
              <a:t>mạng</a:t>
            </a:r>
            <a:r>
              <a:rPr lang="en-US" dirty="0"/>
              <a:t>).</a:t>
            </a:r>
          </a:p>
          <a:p>
            <a:r>
              <a:rPr lang="en-US" b="1" dirty="0"/>
              <a:t>Khi </a:t>
            </a:r>
            <a:r>
              <a:rPr lang="en-US" b="1" dirty="0" err="1"/>
              <a:t>đọc</a:t>
            </a:r>
            <a:r>
              <a:rPr lang="en-US" b="1" dirty="0"/>
              <a:t> file: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byte </a:t>
            </a:r>
            <a:r>
              <a:rPr lang="en-US" dirty="0" err="1"/>
              <a:t>từ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➔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(chunk) </a:t>
            </a:r>
            <a:r>
              <a:rPr lang="en-US" dirty="0" err="1"/>
              <a:t>vào</a:t>
            </a:r>
            <a:r>
              <a:rPr lang="en-US" dirty="0"/>
              <a:t> buffer,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 ➔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 </a:t>
            </a:r>
          </a:p>
          <a:p>
            <a:r>
              <a:rPr lang="en-US" b="1" dirty="0"/>
              <a:t>Khi </a:t>
            </a:r>
            <a:r>
              <a:rPr lang="en-US" b="1" dirty="0" err="1"/>
              <a:t>ghi</a:t>
            </a:r>
            <a:r>
              <a:rPr lang="en-US" b="1" dirty="0"/>
              <a:t> file: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(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IO)</a:t>
            </a:r>
          </a:p>
          <a:p>
            <a:pPr marL="0" indent="0">
              <a:buNone/>
            </a:pPr>
            <a:r>
              <a:rPr lang="en-US" dirty="0"/>
              <a:t>➔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buffer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buffer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stream </a:t>
            </a:r>
          </a:p>
          <a:p>
            <a:pPr marL="0" indent="0">
              <a:buNone/>
            </a:pPr>
            <a:r>
              <a:rPr lang="en-US" dirty="0"/>
              <a:t>➔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➔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1424-1C71-71DA-A07E-3AEDE8D8A6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18774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9804-B691-4B30-00CE-C1EB5107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r>
              <a:rPr lang="en-US" b="1" dirty="0"/>
              <a:t> file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BufferedReader</a:t>
            </a:r>
            <a:r>
              <a:rPr lang="en-US" b="1" dirty="0"/>
              <a:t>/</a:t>
            </a:r>
            <a:r>
              <a:rPr lang="en-US" b="1" dirty="0" err="1"/>
              <a:t>BufferedWriter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BBB4-56EB-11A5-B9F0-875519AC1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Đọc</a:t>
            </a:r>
            <a:r>
              <a:rPr lang="en-US" dirty="0"/>
              <a:t> file text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(</a:t>
            </a:r>
            <a:r>
              <a:rPr lang="en-US" dirty="0" err="1"/>
              <a:t>readLine</a:t>
            </a:r>
            <a:r>
              <a:rPr lang="en-US" dirty="0"/>
              <a:t>( )).</a:t>
            </a:r>
          </a:p>
          <a:p>
            <a:pPr lvl="1"/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buffer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	  </a:t>
            </a:r>
            <a:r>
              <a:rPr lang="en-US" b="1" i="1" dirty="0" err="1"/>
              <a:t>FileReader</a:t>
            </a:r>
            <a:r>
              <a:rPr lang="en-US" b="1" i="1" dirty="0"/>
              <a:t> </a:t>
            </a:r>
            <a:r>
              <a:rPr lang="en-US" i="1" dirty="0" err="1"/>
              <a:t>fr</a:t>
            </a:r>
            <a:r>
              <a:rPr lang="en-US" i="1" dirty="0"/>
              <a:t> = new </a:t>
            </a:r>
            <a:r>
              <a:rPr lang="en-US" b="1" i="1" dirty="0" err="1"/>
              <a:t>FileReader</a:t>
            </a:r>
            <a:r>
              <a:rPr lang="en-US" i="1" dirty="0"/>
              <a:t>("input.txt");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b="1" i="1" dirty="0" err="1"/>
              <a:t>BufferedReader</a:t>
            </a:r>
            <a:r>
              <a:rPr lang="en-US" b="1" i="1" dirty="0"/>
              <a:t> </a:t>
            </a:r>
            <a:r>
              <a:rPr lang="en-US" i="1" dirty="0" err="1"/>
              <a:t>br</a:t>
            </a:r>
            <a:r>
              <a:rPr lang="en-US" i="1" dirty="0"/>
              <a:t> = new </a:t>
            </a:r>
            <a:r>
              <a:rPr lang="en-US" b="1" i="1" dirty="0" err="1"/>
              <a:t>BufferedReader</a:t>
            </a:r>
            <a:r>
              <a:rPr lang="en-US" i="1" dirty="0"/>
              <a:t>(</a:t>
            </a:r>
            <a:r>
              <a:rPr lang="en-US" i="1" dirty="0" err="1"/>
              <a:t>fr</a:t>
            </a:r>
            <a:r>
              <a:rPr lang="en-US" i="1" dirty="0"/>
              <a:t>);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          String line;</a:t>
            </a:r>
          </a:p>
          <a:p>
            <a:pPr marL="0" indent="0">
              <a:buNone/>
            </a:pPr>
            <a:r>
              <a:rPr lang="en-US" i="1" dirty="0"/>
              <a:t>            while ((line = </a:t>
            </a:r>
            <a:r>
              <a:rPr lang="en-US" i="1" dirty="0" err="1"/>
              <a:t>br.readLine</a:t>
            </a:r>
            <a:r>
              <a:rPr lang="en-US" i="1" dirty="0"/>
              <a:t>()) != null) { // </a:t>
            </a:r>
            <a:r>
              <a:rPr lang="en-US" i="1" dirty="0" err="1"/>
              <a:t>đọc</a:t>
            </a:r>
            <a:r>
              <a:rPr lang="en-US" i="1" dirty="0"/>
              <a:t> </a:t>
            </a:r>
            <a:r>
              <a:rPr lang="en-US" i="1" dirty="0" err="1"/>
              <a:t>từng</a:t>
            </a:r>
            <a:r>
              <a:rPr lang="en-US" i="1" dirty="0"/>
              <a:t> </a:t>
            </a:r>
            <a:r>
              <a:rPr lang="en-US" i="1" dirty="0" err="1"/>
              <a:t>dòng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                </a:t>
            </a:r>
            <a:r>
              <a:rPr lang="en-US" i="1" dirty="0" err="1"/>
              <a:t>System.out.println</a:t>
            </a:r>
            <a:r>
              <a:rPr lang="en-US" i="1" dirty="0"/>
              <a:t>(line);</a:t>
            </a:r>
          </a:p>
          <a:p>
            <a:pPr marL="0" indent="0">
              <a:buNone/>
            </a:pPr>
            <a:r>
              <a:rPr lang="en-US" i="1" dirty="0"/>
              <a:t>            }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2546B-A959-5AF6-77C1-CAB70F49F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50954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B12F-D58D-9EB0-B5F5-751D3BDA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r>
              <a:rPr lang="en-US" b="1" dirty="0"/>
              <a:t> file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BufferedReader</a:t>
            </a:r>
            <a:r>
              <a:rPr lang="en-US" b="1" dirty="0"/>
              <a:t>/</a:t>
            </a:r>
            <a:r>
              <a:rPr lang="en-US" b="1" dirty="0" err="1"/>
              <a:t>BufferedWriter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D234-0584-E44B-7BE8-FE92DBA4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BufferedWriter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en-US" dirty="0" err="1"/>
              <a:t>Ghi</a:t>
            </a:r>
            <a:r>
              <a:rPr lang="en-US" dirty="0"/>
              <a:t> file text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FileWriter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buffer.</a:t>
            </a:r>
          </a:p>
          <a:p>
            <a:pPr marL="0" lvl="0" indent="0">
              <a:buNone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newLine</a:t>
            </a:r>
            <a:r>
              <a:rPr lang="en-US" dirty="0"/>
              <a:t>( 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i="1" dirty="0" err="1"/>
              <a:t>FileWriter</a:t>
            </a:r>
            <a:r>
              <a:rPr lang="en-US" b="1" i="1" dirty="0"/>
              <a:t> </a:t>
            </a:r>
            <a:r>
              <a:rPr lang="en-US" i="1" dirty="0" err="1"/>
              <a:t>fw</a:t>
            </a:r>
            <a:r>
              <a:rPr lang="en-US" i="1" dirty="0"/>
              <a:t> = new </a:t>
            </a:r>
            <a:r>
              <a:rPr lang="en-US" b="1" i="1" dirty="0" err="1"/>
              <a:t>FileWriter</a:t>
            </a:r>
            <a:r>
              <a:rPr lang="en-US" i="1" dirty="0"/>
              <a:t>("output.txt");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b="1" i="1" dirty="0" err="1"/>
              <a:t>BufferedWriter</a:t>
            </a:r>
            <a:r>
              <a:rPr lang="en-US" b="1" i="1" dirty="0"/>
              <a:t> </a:t>
            </a:r>
            <a:r>
              <a:rPr lang="en-US" i="1" dirty="0" err="1"/>
              <a:t>bw</a:t>
            </a:r>
            <a:r>
              <a:rPr lang="en-US" i="1" dirty="0"/>
              <a:t> = new </a:t>
            </a:r>
            <a:r>
              <a:rPr lang="en-US" b="1" i="1" dirty="0" err="1"/>
              <a:t>BufferedWriter</a:t>
            </a:r>
            <a:r>
              <a:rPr lang="en-US" i="1" dirty="0"/>
              <a:t>(</a:t>
            </a:r>
            <a:r>
              <a:rPr lang="en-US" i="1" dirty="0" err="1"/>
              <a:t>fw</a:t>
            </a:r>
            <a:r>
              <a:rPr lang="en-US" i="1" dirty="0"/>
              <a:t>);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bw.write</a:t>
            </a:r>
            <a:r>
              <a:rPr lang="en-US" i="1" dirty="0"/>
              <a:t>("Hello, </a:t>
            </a:r>
            <a:r>
              <a:rPr lang="en-US" i="1" dirty="0" err="1"/>
              <a:t>BufferedWriter</a:t>
            </a:r>
            <a:r>
              <a:rPr lang="en-US" i="1" dirty="0"/>
              <a:t>!");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bw.newLine</a:t>
            </a:r>
            <a:r>
              <a:rPr lang="en-US" i="1" dirty="0"/>
              <a:t>(); // </a:t>
            </a:r>
            <a:r>
              <a:rPr lang="en-US" i="1" dirty="0" err="1"/>
              <a:t>xuống</a:t>
            </a:r>
            <a:r>
              <a:rPr lang="en-US" i="1" dirty="0"/>
              <a:t> </a:t>
            </a:r>
            <a:r>
              <a:rPr lang="en-US" i="1" dirty="0" err="1"/>
              <a:t>dòng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bw.write</a:t>
            </a:r>
            <a:r>
              <a:rPr lang="en-US" i="1" dirty="0"/>
              <a:t>("This is fast writing example.");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C38C4-3E0E-CBF8-DECB-C0EBC25865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92199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B501-CC01-4C9D-0D56-3FB80DD3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java.nio.file.Files</a:t>
            </a:r>
            <a:r>
              <a:rPr lang="en-US" dirty="0"/>
              <a:t> (Character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ADE53-2283-98EB-31E2-AA8E830BE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Files </a:t>
            </a:r>
            <a:r>
              <a:rPr lang="en-US" dirty="0" err="1"/>
              <a:t>là</a:t>
            </a:r>
            <a:r>
              <a:rPr lang="en-US" dirty="0"/>
              <a:t> class utility </a:t>
            </a:r>
            <a:r>
              <a:rPr lang="en-US" dirty="0" err="1"/>
              <a:t>trong</a:t>
            </a:r>
            <a:r>
              <a:rPr lang="en-US" dirty="0"/>
              <a:t> package </a:t>
            </a:r>
            <a:r>
              <a:rPr lang="en-US" dirty="0" err="1"/>
              <a:t>java.nio.file</a:t>
            </a:r>
            <a:r>
              <a:rPr lang="en-US" dirty="0"/>
              <a:t>,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static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file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: </a:t>
            </a:r>
            <a:r>
              <a:rPr lang="en-US" dirty="0" err="1"/>
              <a:t>đọc</a:t>
            </a:r>
            <a:r>
              <a:rPr lang="en-US" dirty="0"/>
              <a:t> file, </a:t>
            </a:r>
            <a:r>
              <a:rPr lang="en-US" dirty="0" err="1"/>
              <a:t>ghi</a:t>
            </a:r>
            <a:r>
              <a:rPr lang="en-US" dirty="0"/>
              <a:t> file, copy, move, delete file.</a:t>
            </a:r>
          </a:p>
          <a:p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Code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object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FileReader</a:t>
            </a:r>
            <a:r>
              <a:rPr lang="en-US" dirty="0"/>
              <a:t>, </a:t>
            </a:r>
            <a:r>
              <a:rPr lang="en-US" dirty="0" err="1"/>
              <a:t>BufferedReader</a:t>
            </a:r>
            <a:r>
              <a:rPr lang="en-US" dirty="0"/>
              <a:t>.</a:t>
            </a:r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file text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chóng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b="1" dirty="0"/>
              <a:t>file </a:t>
            </a:r>
            <a:r>
              <a:rPr lang="en-US" b="1" dirty="0" err="1"/>
              <a:t>nhỏ</a:t>
            </a:r>
            <a:r>
              <a:rPr lang="en-US" b="1" dirty="0"/>
              <a:t> – </a:t>
            </a:r>
            <a:r>
              <a:rPr lang="en-US" b="1" dirty="0" err="1"/>
              <a:t>vừa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02D1F-9A0D-2628-B0A3-C2644B01E2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95059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0AC1-13F8-8AD7-8AB9-205C3AE9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java.nio.file.Files</a:t>
            </a:r>
            <a:r>
              <a:rPr lang="en-US" dirty="0"/>
              <a:t> (Character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1FD9-6F7F-5C26-BEF0-8029EDEC7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Đọc</a:t>
            </a:r>
            <a:r>
              <a:rPr lang="en-US" dirty="0"/>
              <a:t> file text </a:t>
            </a:r>
            <a:r>
              <a:rPr lang="en-US" dirty="0" err="1"/>
              <a:t>bằng</a:t>
            </a:r>
            <a:r>
              <a:rPr lang="en-US" dirty="0"/>
              <a:t> Files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400050" lvl="1" indent="0">
              <a:buNone/>
            </a:pPr>
            <a:r>
              <a:rPr lang="en-US" i="1" dirty="0"/>
              <a:t>         List&lt;String&gt; lines = </a:t>
            </a:r>
            <a:r>
              <a:rPr lang="en-US" i="1" dirty="0" err="1"/>
              <a:t>Files.</a:t>
            </a:r>
            <a:r>
              <a:rPr lang="en-US" b="1" i="1" dirty="0" err="1"/>
              <a:t>readAllLines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("input.txt"));</a:t>
            </a:r>
          </a:p>
          <a:p>
            <a:pPr marL="0" indent="0">
              <a:buNone/>
            </a:pPr>
            <a:r>
              <a:rPr lang="en-US" i="1" dirty="0"/>
              <a:t>            for (String line : lines) {</a:t>
            </a:r>
          </a:p>
          <a:p>
            <a:pPr marL="0" indent="0">
              <a:buNone/>
            </a:pPr>
            <a:r>
              <a:rPr lang="en-US" i="1" dirty="0"/>
              <a:t>                </a:t>
            </a:r>
            <a:r>
              <a:rPr lang="en-US" i="1" dirty="0" err="1"/>
              <a:t>System.out.println</a:t>
            </a:r>
            <a:r>
              <a:rPr lang="en-US" i="1" dirty="0"/>
              <a:t>(line);</a:t>
            </a:r>
          </a:p>
          <a:p>
            <a:pPr marL="0" indent="0">
              <a:buNone/>
            </a:pPr>
            <a:r>
              <a:rPr lang="en-US" i="1" dirty="0"/>
              <a:t>            }</a:t>
            </a:r>
          </a:p>
          <a:p>
            <a:pPr marL="400050" lvl="1" indent="0">
              <a:buNone/>
            </a:pPr>
            <a:r>
              <a:rPr lang="en-US" i="1" dirty="0"/>
              <a:t> </a:t>
            </a:r>
          </a:p>
          <a:p>
            <a:r>
              <a:rPr lang="en-US" dirty="0" err="1"/>
              <a:t>Ghi</a:t>
            </a:r>
            <a:r>
              <a:rPr lang="en-US" dirty="0"/>
              <a:t> file text </a:t>
            </a:r>
            <a:r>
              <a:rPr lang="en-US" dirty="0" err="1"/>
              <a:t>bằng</a:t>
            </a:r>
            <a:r>
              <a:rPr lang="en-US" dirty="0"/>
              <a:t> Files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i="1" dirty="0"/>
              <a:t>            List&lt;String&gt; lines = </a:t>
            </a:r>
            <a:r>
              <a:rPr lang="en-US" i="1" dirty="0" err="1"/>
              <a:t>Arrays.asList</a:t>
            </a:r>
            <a:r>
              <a:rPr lang="en-US" i="1" dirty="0"/>
              <a:t>(</a:t>
            </a:r>
          </a:p>
          <a:p>
            <a:pPr marL="400050" lvl="1" indent="0">
              <a:buNone/>
            </a:pPr>
            <a:r>
              <a:rPr lang="en-US" i="1" dirty="0"/>
              <a:t>                "Hello, </a:t>
            </a:r>
            <a:r>
              <a:rPr lang="en-US" i="1" dirty="0" err="1"/>
              <a:t>java.nio.file.Files</a:t>
            </a:r>
            <a:r>
              <a:rPr lang="en-US" i="1" dirty="0"/>
              <a:t>!",</a:t>
            </a:r>
          </a:p>
          <a:p>
            <a:pPr marL="400050" lvl="1" indent="0">
              <a:buNone/>
            </a:pPr>
            <a:r>
              <a:rPr lang="en-US" i="1" dirty="0"/>
              <a:t>                "This is write() example."</a:t>
            </a:r>
          </a:p>
          <a:p>
            <a:pPr marL="400050" lvl="1" indent="0">
              <a:buNone/>
            </a:pPr>
            <a:r>
              <a:rPr lang="en-US" i="1" dirty="0"/>
              <a:t>            );</a:t>
            </a:r>
          </a:p>
          <a:p>
            <a:pPr marL="400050" lvl="1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Files.</a:t>
            </a:r>
            <a:r>
              <a:rPr lang="en-US" b="1" i="1" dirty="0" err="1"/>
              <a:t>write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("output.txt"), lines);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4DD1-D2D8-2014-08E7-CDE0A66F97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078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831D-A16F-6B0F-9772-DE3A9F26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(Character Streams)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F8D1E-0316-6B0F-E736-AB32FEA63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r>
              <a:rPr lang="en-US" dirty="0"/>
              <a:t>Cho file “</a:t>
            </a:r>
            <a:r>
              <a:rPr lang="en-US" b="1" dirty="0"/>
              <a:t>students.txt</a:t>
            </a:r>
            <a:r>
              <a:rPr lang="en-US" dirty="0"/>
              <a:t>”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Name,Score</a:t>
            </a:r>
            <a:r>
              <a:rPr lang="en-US" dirty="0"/>
              <a:t> 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students.txt:</a:t>
            </a:r>
          </a:p>
          <a:p>
            <a:pPr lvl="1"/>
            <a:r>
              <a:rPr lang="en-US" dirty="0"/>
              <a:t>Bình,8.5</a:t>
            </a:r>
          </a:p>
          <a:p>
            <a:pPr lvl="1"/>
            <a:r>
              <a:rPr lang="en-US" dirty="0"/>
              <a:t>Nam,6.0</a:t>
            </a:r>
          </a:p>
          <a:p>
            <a:pPr lvl="1"/>
            <a:r>
              <a:rPr lang="en-US" dirty="0"/>
              <a:t>An,9.2</a:t>
            </a:r>
          </a:p>
          <a:p>
            <a:pPr lvl="1"/>
            <a:r>
              <a:rPr lang="en-US" dirty="0"/>
              <a:t>Tuấn,7.5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9416E-EFC3-5A57-8CE6-5F25353745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3875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F9E4-28A1-5F1B-7467-95BCA836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7C57-D957-D2B1-AF03-62B97DED3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Đọc</a:t>
            </a:r>
            <a:r>
              <a:rPr lang="en-US" dirty="0"/>
              <a:t> file “students.txt”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BufferedReader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b="1" dirty="0" err="1"/>
              <a:t>tên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dirty="0"/>
              <a:t>(double),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object </a:t>
            </a:r>
            <a:r>
              <a:rPr lang="en-US" b="1" dirty="0"/>
              <a:t>Student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“</a:t>
            </a:r>
            <a:r>
              <a:rPr lang="en-US" b="1" dirty="0"/>
              <a:t>report.txt</a:t>
            </a:r>
            <a:r>
              <a:rPr lang="en-US" dirty="0"/>
              <a:t>”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PrintWriter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format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====== STUDENT REPORT ======</a:t>
            </a:r>
          </a:p>
          <a:p>
            <a:pPr marL="0" indent="0">
              <a:buNone/>
            </a:pPr>
            <a:r>
              <a:rPr lang="en-US" dirty="0"/>
              <a:t>Name         Score   Pass/Fail</a:t>
            </a:r>
          </a:p>
          <a:p>
            <a:pPr marL="0" indent="0">
              <a:buNone/>
            </a:pPr>
            <a:r>
              <a:rPr lang="en-US" dirty="0"/>
              <a:t>-----------------------------</a:t>
            </a:r>
          </a:p>
          <a:p>
            <a:pPr marL="0" indent="0">
              <a:buNone/>
            </a:pPr>
            <a:r>
              <a:rPr lang="en-US" dirty="0"/>
              <a:t>Bình       8.50    PASS</a:t>
            </a:r>
          </a:p>
          <a:p>
            <a:pPr marL="0" indent="0">
              <a:buNone/>
            </a:pPr>
            <a:r>
              <a:rPr lang="en-US" dirty="0"/>
              <a:t>Nam         6.00    PASS</a:t>
            </a:r>
          </a:p>
          <a:p>
            <a:pPr marL="0" indent="0">
              <a:buNone/>
            </a:pPr>
            <a:r>
              <a:rPr lang="en-US" dirty="0"/>
              <a:t>An     9.20    PASS</a:t>
            </a:r>
          </a:p>
          <a:p>
            <a:pPr marL="0" indent="0">
              <a:buNone/>
            </a:pPr>
            <a:r>
              <a:rPr lang="en-US" dirty="0"/>
              <a:t>Tuấn       7.50    PASS</a:t>
            </a:r>
          </a:p>
          <a:p>
            <a:pPr marL="0" indent="0">
              <a:buNone/>
            </a:pPr>
            <a:r>
              <a:rPr lang="en-US" dirty="0"/>
              <a:t>-----------------------------</a:t>
            </a:r>
          </a:p>
          <a:p>
            <a:pPr marL="0" indent="0">
              <a:buNone/>
            </a:pPr>
            <a:r>
              <a:rPr lang="en-US" dirty="0"/>
              <a:t>Average Score: 7.80</a:t>
            </a:r>
          </a:p>
          <a:p>
            <a:pPr marL="0" indent="0">
              <a:buNone/>
            </a:pPr>
            <a:r>
              <a:rPr lang="en-US" dirty="0"/>
              <a:t>=============================</a:t>
            </a:r>
          </a:p>
          <a:p>
            <a:r>
              <a:rPr lang="en-US" i="1" dirty="0"/>
              <a:t>Quy </a:t>
            </a:r>
            <a:r>
              <a:rPr lang="en-US" i="1" dirty="0" err="1"/>
              <a:t>định</a:t>
            </a:r>
            <a:r>
              <a:rPr lang="en-US" i="1" dirty="0"/>
              <a:t> Pass/Fail:</a:t>
            </a:r>
          </a:p>
          <a:p>
            <a:pPr marL="400050" lvl="1" indent="0">
              <a:buNone/>
            </a:pPr>
            <a:r>
              <a:rPr lang="en-US" i="1" dirty="0" err="1"/>
              <a:t>Điểm</a:t>
            </a:r>
            <a:r>
              <a:rPr lang="en-US" i="1" dirty="0"/>
              <a:t> &gt;= 5.0 ➔ PASS</a:t>
            </a:r>
          </a:p>
          <a:p>
            <a:pPr marL="400050" lvl="1" indent="0">
              <a:buNone/>
            </a:pPr>
            <a:r>
              <a:rPr lang="en-US" i="1" dirty="0"/>
              <a:t> </a:t>
            </a:r>
          </a:p>
          <a:p>
            <a:pPr marL="400050" lvl="1" indent="0">
              <a:buNone/>
            </a:pPr>
            <a:r>
              <a:rPr lang="en-US" i="1" dirty="0" err="1"/>
              <a:t>Điểm</a:t>
            </a:r>
            <a:r>
              <a:rPr lang="en-US" i="1" dirty="0"/>
              <a:t> &lt; 5.0 ➔ FAIL</a:t>
            </a:r>
          </a:p>
          <a:p>
            <a:pPr marL="400050" lvl="1" indent="0">
              <a:buNone/>
            </a:pPr>
            <a:endParaRPr lang="en-US" dirty="0"/>
          </a:p>
          <a:p>
            <a:r>
              <a:rPr lang="en-US" dirty="0" err="1"/>
              <a:t>Bước</a:t>
            </a:r>
            <a:r>
              <a:rPr lang="en-US" dirty="0"/>
              <a:t> 5: In </a:t>
            </a:r>
            <a:r>
              <a:rPr lang="en-US" dirty="0" err="1"/>
              <a:t>ra</a:t>
            </a:r>
            <a:r>
              <a:rPr lang="en-US" dirty="0"/>
              <a:t> console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Report generated successfully to report.txt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3F0BC-0841-2C1A-7F41-67FF29D23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634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8B20-FF40-1FF2-75F8-770BE9E9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FileInputStream</a:t>
            </a:r>
            <a:r>
              <a:rPr lang="en-US" dirty="0"/>
              <a:t> &amp; </a:t>
            </a:r>
            <a:r>
              <a:rPr lang="en-US" dirty="0" err="1"/>
              <a:t>FileOutputStream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848B8-0D43-D3F8-782F-B89D0AC3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FileInputStream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Đọc</a:t>
            </a:r>
            <a:r>
              <a:rPr lang="en-US" dirty="0"/>
              <a:t> file </a:t>
            </a:r>
            <a:r>
              <a:rPr lang="en-US" dirty="0" err="1"/>
              <a:t>ảnh</a:t>
            </a:r>
            <a:r>
              <a:rPr lang="en-US" dirty="0"/>
              <a:t> (input.jpg) </a:t>
            </a:r>
            <a:r>
              <a:rPr lang="en-US" dirty="0" err="1"/>
              <a:t>và</a:t>
            </a:r>
            <a:r>
              <a:rPr lang="en-US" dirty="0"/>
              <a:t> in </a:t>
            </a:r>
            <a:r>
              <a:rPr lang="en-US" dirty="0" err="1"/>
              <a:t>số</a:t>
            </a:r>
            <a:r>
              <a:rPr lang="en-US" dirty="0"/>
              <a:t> byte</a:t>
            </a:r>
          </a:p>
          <a:p>
            <a:r>
              <a:rPr lang="en-US" dirty="0"/>
              <a:t>Download file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video </a:t>
            </a:r>
            <a:r>
              <a:rPr lang="en-US" u="sng" dirty="0" err="1">
                <a:hlinkClick r:id="rId2"/>
              </a:rPr>
              <a:t>tại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đây</a:t>
            </a:r>
            <a:endParaRPr lang="en-US" dirty="0"/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en-US" sz="2400" b="1" i="1" dirty="0" err="1"/>
              <a:t>FileInputStream</a:t>
            </a:r>
            <a:r>
              <a:rPr lang="en-US" sz="2400" b="1" i="1" dirty="0"/>
              <a:t> </a:t>
            </a:r>
            <a:r>
              <a:rPr lang="en-US" sz="2400" i="1" dirty="0" err="1"/>
              <a:t>fis</a:t>
            </a:r>
            <a:r>
              <a:rPr lang="en-US" sz="2400" i="1" dirty="0"/>
              <a:t> = new </a:t>
            </a:r>
            <a:r>
              <a:rPr lang="en-US" sz="2400" b="1" i="1" dirty="0" err="1"/>
              <a:t>FileInputStream</a:t>
            </a:r>
            <a:r>
              <a:rPr lang="en-US" sz="2400" i="1" dirty="0"/>
              <a:t>(</a:t>
            </a:r>
            <a:r>
              <a:rPr lang="en-US" sz="2400" i="1" dirty="0" err="1"/>
              <a:t>filePath</a:t>
            </a:r>
            <a:r>
              <a:rPr lang="en-US" sz="2400" i="1" dirty="0"/>
              <a:t>)</a:t>
            </a:r>
          </a:p>
          <a:p>
            <a:pPr marL="0" indent="0">
              <a:buNone/>
            </a:pPr>
            <a:r>
              <a:rPr lang="en-US" sz="2400" i="1" dirty="0"/>
              <a:t>int </a:t>
            </a:r>
            <a:r>
              <a:rPr lang="en-US" sz="2400" i="1" dirty="0" err="1"/>
              <a:t>sizeInBytes</a:t>
            </a:r>
            <a:r>
              <a:rPr lang="en-US" sz="2400" i="1" dirty="0"/>
              <a:t> = </a:t>
            </a:r>
            <a:r>
              <a:rPr lang="en-US" sz="2400" i="1" dirty="0" err="1"/>
              <a:t>fis.available</a:t>
            </a:r>
            <a:r>
              <a:rPr lang="en-US" sz="2400" i="1" dirty="0"/>
              <a:t>(); // available </a:t>
            </a:r>
            <a:r>
              <a:rPr lang="en-US" sz="2400" i="1" dirty="0" err="1"/>
              <a:t>trả</a:t>
            </a:r>
            <a:r>
              <a:rPr lang="en-US" sz="2400" i="1" dirty="0"/>
              <a:t> </a:t>
            </a:r>
            <a:r>
              <a:rPr lang="en-US" sz="2400" i="1" dirty="0" err="1"/>
              <a:t>về</a:t>
            </a:r>
            <a:r>
              <a:rPr lang="en-US" sz="2400" i="1" dirty="0"/>
              <a:t> </a:t>
            </a:r>
            <a:r>
              <a:rPr lang="en-US" sz="2400" i="1" dirty="0" err="1"/>
              <a:t>số</a:t>
            </a:r>
            <a:r>
              <a:rPr lang="en-US" sz="2400" i="1" dirty="0"/>
              <a:t> byte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thể</a:t>
            </a:r>
            <a:r>
              <a:rPr lang="en-US" sz="2400" i="1" dirty="0"/>
              <a:t> </a:t>
            </a:r>
            <a:r>
              <a:rPr lang="en-US" sz="2400" i="1" dirty="0" err="1"/>
              <a:t>đọc</a:t>
            </a:r>
            <a:endParaRPr lang="en-US" sz="2400" i="1" dirty="0"/>
          </a:p>
          <a:p>
            <a:pPr marL="0" indent="0">
              <a:buNone/>
            </a:pPr>
            <a:r>
              <a:rPr lang="en-US" sz="2400" i="1" dirty="0"/>
              <a:t>double </a:t>
            </a:r>
            <a:r>
              <a:rPr lang="en-US" sz="2400" i="1" dirty="0" err="1"/>
              <a:t>sizeInMB</a:t>
            </a:r>
            <a:r>
              <a:rPr lang="en-US" sz="2400" i="1" dirty="0"/>
              <a:t> = (double) </a:t>
            </a:r>
            <a:r>
              <a:rPr lang="en-US" sz="2400" i="1" dirty="0" err="1"/>
              <a:t>sizeInBytes</a:t>
            </a:r>
            <a:r>
              <a:rPr lang="en-US" sz="2400" i="1" dirty="0"/>
              <a:t> / (1024 * 1024);</a:t>
            </a:r>
          </a:p>
          <a:p>
            <a:pPr marL="0" indent="0">
              <a:buNone/>
            </a:pPr>
            <a:r>
              <a:rPr lang="en-US" sz="2400" i="1" dirty="0" err="1"/>
              <a:t>System.out.printf</a:t>
            </a:r>
            <a:r>
              <a:rPr lang="en-US" sz="2400" i="1" dirty="0"/>
              <a:t>("</a:t>
            </a:r>
            <a:r>
              <a:rPr lang="en-US" sz="2400" i="1" dirty="0" err="1"/>
              <a:t>Kích</a:t>
            </a:r>
            <a:r>
              <a:rPr lang="en-US" sz="2400" i="1" dirty="0"/>
              <a:t> </a:t>
            </a:r>
            <a:r>
              <a:rPr lang="en-US" sz="2400" i="1" dirty="0" err="1"/>
              <a:t>thước</a:t>
            </a:r>
            <a:r>
              <a:rPr lang="en-US" sz="2400" i="1" dirty="0"/>
              <a:t> file: %.2f MB\n", </a:t>
            </a:r>
            <a:r>
              <a:rPr lang="en-US" sz="2400" i="1" dirty="0" err="1"/>
              <a:t>sizeInMB</a:t>
            </a:r>
            <a:r>
              <a:rPr lang="en-US" sz="2400" i="1" dirty="0"/>
              <a:t>);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A70A-89B8-5DFE-0F4B-CDC800DF2D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76453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42EE-BCCF-2696-3872-A9CDF528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FileInputStream</a:t>
            </a:r>
            <a:r>
              <a:rPr lang="en-US" dirty="0"/>
              <a:t> &amp; </a:t>
            </a:r>
            <a:r>
              <a:rPr lang="en-US" dirty="0" err="1"/>
              <a:t>FileOutputStream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7BF0-716C-36E4-2074-FAFE298CC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FileOutputStream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copy file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i="1" dirty="0"/>
              <a:t> String </a:t>
            </a:r>
            <a:r>
              <a:rPr lang="en-US" i="1" dirty="0" err="1"/>
              <a:t>inputPath</a:t>
            </a:r>
            <a:r>
              <a:rPr lang="en-US" i="1" dirty="0"/>
              <a:t> = "input.jpg";</a:t>
            </a:r>
          </a:p>
          <a:p>
            <a:pPr marL="0" indent="0">
              <a:buNone/>
            </a:pPr>
            <a:r>
              <a:rPr lang="en-US" i="1" dirty="0"/>
              <a:t>  String </a:t>
            </a:r>
            <a:r>
              <a:rPr lang="en-US" i="1" dirty="0" err="1"/>
              <a:t>outputPath</a:t>
            </a:r>
            <a:r>
              <a:rPr lang="en-US" i="1" dirty="0"/>
              <a:t> = "copy.jpg";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</a:t>
            </a:r>
            <a:r>
              <a:rPr lang="en-US" i="1" dirty="0" err="1"/>
              <a:t>FileInputStream</a:t>
            </a:r>
            <a:r>
              <a:rPr lang="en-US" i="1" dirty="0"/>
              <a:t> </a:t>
            </a:r>
            <a:r>
              <a:rPr lang="en-US" i="1" dirty="0" err="1"/>
              <a:t>fis</a:t>
            </a:r>
            <a:r>
              <a:rPr lang="en-US" i="1" dirty="0"/>
              <a:t> = new </a:t>
            </a:r>
            <a:r>
              <a:rPr lang="en-US" i="1" dirty="0" err="1"/>
              <a:t>FileInputStream</a:t>
            </a:r>
            <a:r>
              <a:rPr lang="en-US" i="1" dirty="0"/>
              <a:t>(</a:t>
            </a:r>
            <a:r>
              <a:rPr lang="en-US" i="1" dirty="0" err="1"/>
              <a:t>inputPath</a:t>
            </a:r>
            <a:r>
              <a:rPr lang="en-US" i="1" dirty="0"/>
              <a:t>);</a:t>
            </a:r>
          </a:p>
          <a:p>
            <a:pPr marL="0" indent="0">
              <a:buNone/>
            </a:pPr>
            <a:r>
              <a:rPr lang="en-US" i="1" dirty="0"/>
              <a:t>  </a:t>
            </a:r>
            <a:r>
              <a:rPr lang="en-US" i="1" dirty="0" err="1"/>
              <a:t>FileOutputStream</a:t>
            </a:r>
            <a:r>
              <a:rPr lang="en-US" i="1" dirty="0"/>
              <a:t> </a:t>
            </a:r>
            <a:r>
              <a:rPr lang="en-US" i="1" dirty="0" err="1"/>
              <a:t>fos</a:t>
            </a:r>
            <a:r>
              <a:rPr lang="en-US" i="1" dirty="0"/>
              <a:t> = new </a:t>
            </a:r>
            <a:r>
              <a:rPr lang="en-US" i="1" dirty="0" err="1"/>
              <a:t>FileOutputStream</a:t>
            </a:r>
            <a:r>
              <a:rPr lang="en-US" i="1" dirty="0"/>
              <a:t>(</a:t>
            </a:r>
            <a:r>
              <a:rPr lang="en-US" i="1" dirty="0" err="1"/>
              <a:t>outputPath</a:t>
            </a:r>
            <a:r>
              <a:rPr lang="en-US" i="1" dirty="0"/>
              <a:t>)) 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int b;</a:t>
            </a:r>
          </a:p>
          <a:p>
            <a:pPr marL="0" indent="0">
              <a:buNone/>
            </a:pPr>
            <a:r>
              <a:rPr lang="en-US" i="1" dirty="0"/>
              <a:t>  while ((b = </a:t>
            </a:r>
            <a:r>
              <a:rPr lang="en-US" i="1" dirty="0" err="1"/>
              <a:t>fis.read</a:t>
            </a:r>
            <a:r>
              <a:rPr lang="en-US" i="1" dirty="0"/>
              <a:t>()) != -1) {</a:t>
            </a:r>
          </a:p>
          <a:p>
            <a:pPr marL="0" indent="0">
              <a:buNone/>
            </a:pPr>
            <a:r>
              <a:rPr lang="en-US" i="1" dirty="0"/>
              <a:t>                </a:t>
            </a:r>
            <a:r>
              <a:rPr lang="en-US" i="1" dirty="0" err="1"/>
              <a:t>fos.write</a:t>
            </a:r>
            <a:r>
              <a:rPr lang="en-US" i="1" dirty="0"/>
              <a:t>(b);</a:t>
            </a:r>
          </a:p>
          <a:p>
            <a:pPr marL="0" indent="0">
              <a:buNone/>
            </a:pPr>
            <a:r>
              <a:rPr lang="en-US" i="1" dirty="0"/>
              <a:t>    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36461-C82F-B4C9-A6B2-5C520F14CA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77145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E1B5-C60E-08F8-2270-32306EDD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java.nio.file.Files</a:t>
            </a:r>
            <a:r>
              <a:rPr lang="en-US" dirty="0"/>
              <a:t> (Byte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52877-E07B-7367-B61A-BA51E725F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Files.readAllBytes</a:t>
            </a:r>
            <a:r>
              <a:rPr lang="en-US" dirty="0"/>
              <a:t>()           </a:t>
            </a:r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i="1" dirty="0"/>
              <a:t>byte[ ] data = </a:t>
            </a:r>
            <a:r>
              <a:rPr lang="en-US" i="1" dirty="0" err="1"/>
              <a:t>Files.</a:t>
            </a:r>
            <a:r>
              <a:rPr lang="en-US" b="1" i="1" dirty="0" err="1"/>
              <a:t>readAllBytes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</a:t>
            </a:r>
            <a:r>
              <a:rPr lang="en-US" i="1" dirty="0" err="1"/>
              <a:t>filePath</a:t>
            </a:r>
            <a:r>
              <a:rPr lang="en-US" i="1" dirty="0"/>
              <a:t>));</a:t>
            </a:r>
          </a:p>
          <a:p>
            <a:pPr marL="400050" lvl="1" indent="0">
              <a:buNone/>
            </a:pPr>
            <a:r>
              <a:rPr lang="en-US" i="1" dirty="0"/>
              <a:t> 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Đã</a:t>
            </a:r>
            <a:r>
              <a:rPr lang="en-US" i="1" dirty="0"/>
              <a:t> </a:t>
            </a:r>
            <a:r>
              <a:rPr lang="en-US" i="1" dirty="0" err="1"/>
              <a:t>đọc</a:t>
            </a:r>
            <a:r>
              <a:rPr lang="en-US" i="1" dirty="0"/>
              <a:t> file: " + </a:t>
            </a:r>
            <a:r>
              <a:rPr lang="en-US" i="1" dirty="0" err="1"/>
              <a:t>filePath</a:t>
            </a:r>
            <a:r>
              <a:rPr lang="en-US" i="1" dirty="0"/>
              <a:t>);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Kích</a:t>
            </a:r>
            <a:r>
              <a:rPr lang="en-US" i="1" dirty="0"/>
              <a:t> </a:t>
            </a:r>
            <a:r>
              <a:rPr lang="en-US" i="1" dirty="0" err="1"/>
              <a:t>thước</a:t>
            </a:r>
            <a:r>
              <a:rPr lang="en-US" i="1" dirty="0"/>
              <a:t> file: " + </a:t>
            </a:r>
            <a:r>
              <a:rPr lang="en-US" i="1" dirty="0" err="1"/>
              <a:t>data.length</a:t>
            </a:r>
            <a:r>
              <a:rPr lang="en-US" i="1" dirty="0"/>
              <a:t> + " bytes");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Giá</a:t>
            </a:r>
            <a:r>
              <a:rPr lang="en-US" i="1" dirty="0"/>
              <a:t> </a:t>
            </a:r>
            <a:r>
              <a:rPr lang="en-US" i="1" dirty="0" err="1"/>
              <a:t>trị</a:t>
            </a:r>
            <a:r>
              <a:rPr lang="en-US" i="1" dirty="0"/>
              <a:t> byte </a:t>
            </a:r>
            <a:r>
              <a:rPr lang="en-US" i="1" dirty="0" err="1"/>
              <a:t>đầu</a:t>
            </a:r>
            <a:r>
              <a:rPr lang="en-US" i="1" dirty="0"/>
              <a:t> </a:t>
            </a:r>
            <a:r>
              <a:rPr lang="en-US" i="1" dirty="0" err="1"/>
              <a:t>tiên</a:t>
            </a:r>
            <a:r>
              <a:rPr lang="en-US" i="1" dirty="0"/>
              <a:t>: " + data[0]);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Files.write</a:t>
            </a:r>
            <a:r>
              <a:rPr lang="en-US" dirty="0"/>
              <a:t>( ) 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i="1" dirty="0"/>
              <a:t>byte[ ] data = {10, 20, 30, 40, 50}; // </a:t>
            </a:r>
            <a:r>
              <a:rPr lang="en-US" i="1" dirty="0" err="1"/>
              <a:t>mảng</a:t>
            </a:r>
            <a:r>
              <a:rPr lang="en-US" i="1" dirty="0"/>
              <a:t> byte </a:t>
            </a:r>
            <a:r>
              <a:rPr lang="en-US" i="1" dirty="0" err="1"/>
              <a:t>mẫu</a:t>
            </a:r>
            <a:r>
              <a:rPr lang="en-US" i="1" dirty="0"/>
              <a:t> </a:t>
            </a:r>
          </a:p>
          <a:p>
            <a:pPr marL="400050" lvl="1" indent="0">
              <a:buNone/>
            </a:pPr>
            <a:r>
              <a:rPr lang="en-US" b="1" i="1" dirty="0"/>
              <a:t> </a:t>
            </a:r>
            <a:r>
              <a:rPr lang="en-US" b="1" i="1" dirty="0" err="1"/>
              <a:t>Files.write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</a:t>
            </a:r>
            <a:r>
              <a:rPr lang="en-US" i="1" dirty="0" err="1"/>
              <a:t>filePath</a:t>
            </a:r>
            <a:r>
              <a:rPr lang="en-US" i="1" dirty="0"/>
              <a:t>), data); 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Đã</a:t>
            </a:r>
            <a:r>
              <a:rPr lang="en-US" i="1" dirty="0"/>
              <a:t> </a:t>
            </a:r>
            <a:r>
              <a:rPr lang="en-US" i="1" dirty="0" err="1"/>
              <a:t>ghi</a:t>
            </a:r>
            <a:r>
              <a:rPr lang="en-US" i="1" dirty="0"/>
              <a:t> file: " + </a:t>
            </a:r>
            <a:r>
              <a:rPr lang="en-US" i="1" dirty="0" err="1"/>
              <a:t>filePath</a:t>
            </a:r>
            <a:r>
              <a:rPr lang="en-US" i="1" dirty="0"/>
              <a:t>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E4DAA-D7DA-1276-61FC-EAA43DB93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60149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1AD4-BF10-69FE-E191-57D294EC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r>
              <a:rPr lang="en-US" b="1" dirty="0"/>
              <a:t> File (Byte Stream)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E6AAB-0AAF-D475-DB13-D91CB6E4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 err="1"/>
              <a:t>Yêu</a:t>
            </a:r>
            <a:r>
              <a:rPr lang="en-US" sz="1200" dirty="0"/>
              <a:t> </a:t>
            </a:r>
            <a:r>
              <a:rPr lang="en-US" sz="1200" dirty="0" err="1"/>
              <a:t>cầu</a:t>
            </a:r>
            <a:r>
              <a:rPr lang="en-US" sz="1200" dirty="0"/>
              <a:t>: </a:t>
            </a:r>
            <a:r>
              <a:rPr lang="en-US" sz="1200" dirty="0" err="1"/>
              <a:t>Viết</a:t>
            </a:r>
            <a:r>
              <a:rPr lang="en-US" sz="1200" dirty="0"/>
              <a:t> </a:t>
            </a:r>
            <a:r>
              <a:rPr lang="en-US" sz="1200" dirty="0" err="1"/>
              <a:t>chương</a:t>
            </a:r>
            <a:r>
              <a:rPr lang="en-US" sz="1200" dirty="0"/>
              <a:t> </a:t>
            </a:r>
            <a:r>
              <a:rPr lang="en-US" sz="1200" dirty="0" err="1"/>
              <a:t>trình</a:t>
            </a:r>
            <a:r>
              <a:rPr lang="en-US" sz="1200" dirty="0"/>
              <a:t> Java </a:t>
            </a:r>
            <a:r>
              <a:rPr lang="en-US" sz="1200" dirty="0" err="1"/>
              <a:t>thực</a:t>
            </a:r>
            <a:r>
              <a:rPr lang="en-US" sz="1200" dirty="0"/>
              <a:t> </a:t>
            </a:r>
            <a:r>
              <a:rPr lang="en-US" sz="1200" dirty="0" err="1"/>
              <a:t>hiện</a:t>
            </a:r>
            <a:r>
              <a:rPr lang="en-US" sz="1200" dirty="0"/>
              <a:t> copy file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1: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đường</a:t>
            </a:r>
            <a:r>
              <a:rPr lang="en-US" sz="1200" dirty="0"/>
              <a:t> </a:t>
            </a:r>
            <a:r>
              <a:rPr lang="en-US" sz="1200" dirty="0" err="1"/>
              <a:t>dẫn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file </a:t>
            </a:r>
            <a:r>
              <a:rPr lang="en-US" sz="1200" dirty="0" err="1"/>
              <a:t>đích</a:t>
            </a:r>
            <a:r>
              <a:rPr lang="en-US" sz="1200" dirty="0"/>
              <a:t>. Download file </a:t>
            </a:r>
            <a:r>
              <a:rPr lang="en-US" sz="1200" dirty="0" err="1"/>
              <a:t>mẫu</a:t>
            </a:r>
            <a:r>
              <a:rPr lang="en-US" sz="1200" dirty="0"/>
              <a:t> </a:t>
            </a:r>
            <a:r>
              <a:rPr lang="en-US" sz="1200" u="sng" dirty="0" err="1">
                <a:hlinkClick r:id="rId2"/>
              </a:rPr>
              <a:t>tại</a:t>
            </a:r>
            <a:r>
              <a:rPr lang="en-US" sz="1200" u="sng" dirty="0">
                <a:hlinkClick r:id="rId2"/>
              </a:rPr>
              <a:t> </a:t>
            </a:r>
            <a:r>
              <a:rPr lang="en-US" sz="1200" u="sng" dirty="0" err="1">
                <a:hlinkClick r:id="rId2"/>
              </a:rPr>
              <a:t>đây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String </a:t>
            </a:r>
            <a:r>
              <a:rPr lang="en-US" sz="1200" b="1" dirty="0" err="1"/>
              <a:t>sourcePath</a:t>
            </a:r>
            <a:r>
              <a:rPr lang="en-US" sz="1200" b="1" dirty="0"/>
              <a:t> </a:t>
            </a:r>
            <a:r>
              <a:rPr lang="en-US" sz="1200" dirty="0"/>
              <a:t>= "input.mp3";    // </a:t>
            </a:r>
            <a:r>
              <a:rPr lang="en-US" sz="1200" dirty="0" err="1"/>
              <a:t>đường</a:t>
            </a:r>
            <a:r>
              <a:rPr lang="en-US" sz="1200" dirty="0"/>
              <a:t> </a:t>
            </a:r>
            <a:r>
              <a:rPr lang="en-US" sz="1200" dirty="0" err="1"/>
              <a:t>dẫn</a:t>
            </a:r>
            <a:r>
              <a:rPr lang="en-US" sz="1200" dirty="0"/>
              <a:t> file </a:t>
            </a:r>
            <a:r>
              <a:rPr lang="en-US" sz="1200" dirty="0" err="1"/>
              <a:t>gốc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String </a:t>
            </a:r>
            <a:r>
              <a:rPr lang="en-US" sz="1200" b="1" dirty="0" err="1"/>
              <a:t>destPath</a:t>
            </a:r>
            <a:r>
              <a:rPr lang="en-US" sz="1200" b="1" dirty="0"/>
              <a:t> </a:t>
            </a:r>
            <a:r>
              <a:rPr lang="en-US" sz="1200" dirty="0"/>
              <a:t>= "copy.mp3";       // </a:t>
            </a:r>
            <a:r>
              <a:rPr lang="en-US" sz="1200" dirty="0" err="1"/>
              <a:t>đường</a:t>
            </a:r>
            <a:r>
              <a:rPr lang="en-US" sz="1200" dirty="0"/>
              <a:t> </a:t>
            </a:r>
            <a:r>
              <a:rPr lang="en-US" sz="1200" dirty="0" err="1"/>
              <a:t>dẫn</a:t>
            </a:r>
            <a:r>
              <a:rPr lang="en-US" sz="1200" dirty="0"/>
              <a:t> file copy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2: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đọc</a:t>
            </a: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b="1" dirty="0" err="1"/>
              <a:t>FileInputStream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dirty="0" err="1"/>
              <a:t>Bọc</a:t>
            </a:r>
            <a:r>
              <a:rPr lang="en-US" sz="1200" dirty="0"/>
              <a:t> </a:t>
            </a:r>
            <a:r>
              <a:rPr lang="en-US" sz="1200" b="1" dirty="0" err="1"/>
              <a:t>FileInputStream</a:t>
            </a:r>
            <a:r>
              <a:rPr lang="en-US" sz="1200" b="1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</a:t>
            </a:r>
            <a:r>
              <a:rPr lang="en-US" sz="1200" b="1" dirty="0" err="1"/>
              <a:t>BufferedInputStream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tăng</a:t>
            </a:r>
            <a:r>
              <a:rPr lang="en-US" sz="1200" dirty="0"/>
              <a:t> </a:t>
            </a:r>
            <a:r>
              <a:rPr lang="en-US" sz="1200" dirty="0" err="1"/>
              <a:t>tốc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đọc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3: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đích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ghi</a:t>
            </a: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b="1" dirty="0" err="1"/>
              <a:t>FileOutputStream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đích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dirty="0" err="1"/>
              <a:t>Bọc</a:t>
            </a:r>
            <a:r>
              <a:rPr lang="en-US" sz="1200" dirty="0"/>
              <a:t> </a:t>
            </a:r>
            <a:r>
              <a:rPr lang="en-US" sz="1200" b="1" dirty="0" err="1"/>
              <a:t>FileOutputStream</a:t>
            </a:r>
            <a:r>
              <a:rPr lang="en-US" sz="1200" b="1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</a:t>
            </a:r>
            <a:r>
              <a:rPr lang="en-US" sz="1200" b="1" dirty="0" err="1"/>
              <a:t>BufferedOutputStream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tăng</a:t>
            </a:r>
            <a:r>
              <a:rPr lang="en-US" sz="1200" dirty="0"/>
              <a:t> </a:t>
            </a:r>
            <a:r>
              <a:rPr lang="en-US" sz="1200" dirty="0" err="1"/>
              <a:t>tốc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ghi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4: </a:t>
            </a:r>
            <a:r>
              <a:rPr lang="en-US" sz="1200" dirty="0"/>
              <a:t>Copy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 sang file </a:t>
            </a:r>
            <a:r>
              <a:rPr lang="en-US" sz="1200" dirty="0" err="1"/>
              <a:t>đích</a:t>
            </a: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Đọc</a:t>
            </a:r>
            <a:r>
              <a:rPr lang="en-US" sz="1200" dirty="0"/>
              <a:t> </a:t>
            </a:r>
            <a:r>
              <a:rPr lang="en-US" sz="1200" dirty="0" err="1"/>
              <a:t>từng</a:t>
            </a:r>
            <a:r>
              <a:rPr lang="en-US" sz="1200" dirty="0"/>
              <a:t> byte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b="1" dirty="0" err="1"/>
              <a:t>BufferedInputStream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dirty="0" err="1"/>
              <a:t>Ghi</a:t>
            </a:r>
            <a:r>
              <a:rPr lang="en-US" sz="1200" dirty="0"/>
              <a:t> </a:t>
            </a:r>
            <a:r>
              <a:rPr lang="en-US" sz="1200" dirty="0" err="1"/>
              <a:t>từng</a:t>
            </a:r>
            <a:r>
              <a:rPr lang="en-US" sz="1200" dirty="0"/>
              <a:t> byte </a:t>
            </a:r>
            <a:r>
              <a:rPr lang="en-US" sz="1200" dirty="0" err="1"/>
              <a:t>đó</a:t>
            </a:r>
            <a:r>
              <a:rPr lang="en-US" sz="1200" dirty="0"/>
              <a:t> </a:t>
            </a:r>
            <a:r>
              <a:rPr lang="en-US" sz="1200" dirty="0" err="1"/>
              <a:t>vào</a:t>
            </a:r>
            <a:r>
              <a:rPr lang="en-US" sz="1200" dirty="0"/>
              <a:t> </a:t>
            </a:r>
            <a:r>
              <a:rPr lang="en-US" sz="1200" b="1" dirty="0" err="1"/>
              <a:t>BufferedOutputStream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vòng</a:t>
            </a:r>
            <a:r>
              <a:rPr lang="en-US" sz="1200" dirty="0"/>
              <a:t> </a:t>
            </a:r>
            <a:r>
              <a:rPr lang="en-US" sz="1200" dirty="0" err="1"/>
              <a:t>lặp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r>
              <a:rPr lang="en-US" sz="1200" dirty="0"/>
              <a:t>int b;</a:t>
            </a:r>
          </a:p>
          <a:p>
            <a:pPr marL="0" indent="0">
              <a:buNone/>
            </a:pPr>
            <a:r>
              <a:rPr lang="en-US" sz="1200" dirty="0"/>
              <a:t>while ((b = </a:t>
            </a:r>
            <a:r>
              <a:rPr lang="en-US" sz="1200" dirty="0" err="1"/>
              <a:t>bis.read</a:t>
            </a:r>
            <a:r>
              <a:rPr lang="en-US" sz="1200" dirty="0"/>
              <a:t>()) != -1) {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bos.write</a:t>
            </a:r>
            <a:r>
              <a:rPr lang="en-US" sz="1200" dirty="0"/>
              <a:t>(b);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5: </a:t>
            </a:r>
            <a:r>
              <a:rPr lang="en-US" sz="1200" dirty="0"/>
              <a:t> </a:t>
            </a:r>
            <a:r>
              <a:rPr lang="en-US" sz="1200" dirty="0" err="1"/>
              <a:t>Đo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gian</a:t>
            </a:r>
            <a:r>
              <a:rPr lang="en-US" sz="1200" dirty="0"/>
              <a:t> </a:t>
            </a:r>
            <a:r>
              <a:rPr lang="en-US" sz="1200" dirty="0" err="1"/>
              <a:t>chạy</a:t>
            </a:r>
            <a:r>
              <a:rPr lang="en-US" sz="1200" dirty="0"/>
              <a:t> </a:t>
            </a:r>
            <a:r>
              <a:rPr lang="en-US" sz="1200" dirty="0" err="1"/>
              <a:t>chương</a:t>
            </a:r>
            <a:r>
              <a:rPr lang="en-US" sz="1200" dirty="0"/>
              <a:t> </a:t>
            </a:r>
            <a:r>
              <a:rPr lang="en-US" sz="1200" dirty="0" err="1"/>
              <a:t>trình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Trước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bắt</a:t>
            </a:r>
            <a:r>
              <a:rPr lang="en-US" sz="1200" dirty="0"/>
              <a:t> </a:t>
            </a:r>
            <a:r>
              <a:rPr lang="en-US" sz="1200" dirty="0" err="1"/>
              <a:t>đầu</a:t>
            </a:r>
            <a:r>
              <a:rPr lang="en-US" sz="1200" dirty="0"/>
              <a:t> copy ➔ </a:t>
            </a:r>
            <a:r>
              <a:rPr lang="en-US" sz="1200" dirty="0" err="1"/>
              <a:t>lưu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gian</a:t>
            </a:r>
            <a:r>
              <a:rPr lang="en-US" sz="1200" dirty="0"/>
              <a:t> </a:t>
            </a:r>
            <a:r>
              <a:rPr lang="en-US" sz="1200" dirty="0" err="1"/>
              <a:t>bắt</a:t>
            </a:r>
            <a:r>
              <a:rPr lang="en-US" sz="1200" dirty="0"/>
              <a:t> </a:t>
            </a:r>
            <a:r>
              <a:rPr lang="en-US" sz="1200" dirty="0" err="1"/>
              <a:t>đầu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Sau </a:t>
            </a:r>
            <a:r>
              <a:rPr lang="en-US" sz="1200" dirty="0" err="1"/>
              <a:t>khi</a:t>
            </a:r>
            <a:r>
              <a:rPr lang="en-US" sz="1200" dirty="0"/>
              <a:t> copy </a:t>
            </a:r>
            <a:r>
              <a:rPr lang="en-US" sz="1200" dirty="0" err="1"/>
              <a:t>xong</a:t>
            </a:r>
            <a:r>
              <a:rPr lang="en-US" sz="1200" dirty="0"/>
              <a:t> ➔ </a:t>
            </a:r>
            <a:r>
              <a:rPr lang="en-US" sz="1200" dirty="0" err="1"/>
              <a:t>lưu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gian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thúc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sử</a:t>
            </a:r>
            <a:r>
              <a:rPr lang="en-US" sz="1200" dirty="0"/>
              <a:t> </a:t>
            </a:r>
            <a:r>
              <a:rPr lang="en-US" sz="1200" dirty="0" err="1"/>
              <a:t>dụng</a:t>
            </a:r>
            <a:r>
              <a:rPr lang="en-US" sz="1200" dirty="0"/>
              <a:t>: </a:t>
            </a:r>
            <a:r>
              <a:rPr lang="en-US" sz="1200" b="1" dirty="0" err="1"/>
              <a:t>System.currentTimeMillis</a:t>
            </a:r>
            <a:r>
              <a:rPr lang="en-US" sz="1200" b="1" dirty="0"/>
              <a:t>()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In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quả</a:t>
            </a:r>
            <a:r>
              <a:rPr lang="en-US" sz="1200" dirty="0"/>
              <a:t>: Copy completed in XXX </a:t>
            </a:r>
            <a:r>
              <a:rPr lang="en-US" sz="1200" dirty="0" err="1"/>
              <a:t>ms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BA16D-F8A1-24AD-38AA-02D3D5520F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73371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66AD-7C94-1086-2BB6-96834573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Serialization &amp; Serializable Interface (Extra)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252B-B6B2-D3E7-F620-8AFDF2DB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Serialization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b="1" dirty="0"/>
              <a:t>Serialization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b="1" dirty="0"/>
              <a:t>object </a:t>
            </a:r>
            <a:r>
              <a:rPr lang="en-US" b="1" dirty="0" err="1"/>
              <a:t>thành</a:t>
            </a:r>
            <a:r>
              <a:rPr lang="en-US" b="1" dirty="0"/>
              <a:t> byte stream</a:t>
            </a:r>
            <a:r>
              <a:rPr lang="en-US" dirty="0"/>
              <a:t> (</a:t>
            </a:r>
            <a:r>
              <a:rPr lang="en-US" dirty="0" err="1"/>
              <a:t>dãy</a:t>
            </a:r>
            <a:r>
              <a:rPr lang="en-US" dirty="0"/>
              <a:t> byte).</a:t>
            </a:r>
          </a:p>
          <a:p>
            <a:r>
              <a:rPr lang="en-US" b="1" dirty="0"/>
              <a:t>Deserialization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– </a:t>
            </a:r>
            <a:r>
              <a:rPr lang="en-US" dirty="0" err="1"/>
              <a:t>chuyển</a:t>
            </a:r>
            <a:r>
              <a:rPr lang="en-US" dirty="0"/>
              <a:t> byte stream </a:t>
            </a:r>
            <a:r>
              <a:rPr lang="en-US" dirty="0" err="1"/>
              <a:t>về</a:t>
            </a:r>
            <a:r>
              <a:rPr lang="en-US" dirty="0"/>
              <a:t> object </a:t>
            </a:r>
            <a:r>
              <a:rPr lang="en-US" dirty="0" err="1"/>
              <a:t>gốc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Serializable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bắt</a:t>
            </a:r>
            <a:r>
              <a:rPr lang="en-US" b="1" dirty="0"/>
              <a:t> </a:t>
            </a:r>
            <a:r>
              <a:rPr lang="en-US" b="1" dirty="0" err="1"/>
              <a:t>buộc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code Java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Viết</a:t>
            </a:r>
            <a:r>
              <a:rPr lang="en-US" dirty="0"/>
              <a:t> class, method,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logic ➔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Serializable.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 ➔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Khi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Serializable?</a:t>
            </a:r>
          </a:p>
          <a:p>
            <a:pPr lvl="2"/>
            <a:r>
              <a:rPr lang="en-US" dirty="0"/>
              <a:t>Khi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object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hoặc</a:t>
            </a:r>
            <a:r>
              <a:rPr lang="en-US" dirty="0"/>
              <a:t> database</a:t>
            </a:r>
          </a:p>
          <a:p>
            <a:pPr lvl="2"/>
            <a:r>
              <a:rPr lang="en-US" dirty="0"/>
              <a:t>Khi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object qua network</a:t>
            </a:r>
          </a:p>
          <a:p>
            <a:pPr lvl="2"/>
            <a:r>
              <a:rPr lang="en-US" dirty="0"/>
              <a:t> Khi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framework Java (Spring Session / Redis cache…)	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33DD9-4781-19E5-D94C-2BB23582D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6050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589D-2ED8-76AC-B74C-6D49BCC3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Serializable Interface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1332-8661-6B95-DA3C-F74BB94D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Serializable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marker interface </a:t>
            </a:r>
            <a:r>
              <a:rPr lang="en-US" dirty="0" err="1"/>
              <a:t>trong</a:t>
            </a:r>
            <a:r>
              <a:rPr lang="en-US" dirty="0"/>
              <a:t> Java:</a:t>
            </a:r>
          </a:p>
          <a:p>
            <a:pPr marL="457200" lvl="1" indent="0">
              <a:buNone/>
            </a:pPr>
            <a:r>
              <a:rPr lang="en-US" dirty="0"/>
              <a:t>public interface Serializable { }</a:t>
            </a:r>
          </a:p>
          <a:p>
            <a:pPr marL="457200" lvl="1" indent="0">
              <a:buNone/>
            </a:pPr>
            <a:r>
              <a:rPr lang="en-US" dirty="0"/>
              <a:t>(Marker interface: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method)</a:t>
            </a:r>
          </a:p>
          <a:p>
            <a:r>
              <a:rPr lang="en-US" b="1" dirty="0" err="1"/>
              <a:t>Tác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: </a:t>
            </a:r>
            <a:r>
              <a:rPr lang="en-US" dirty="0" err="1"/>
              <a:t>Nếu</a:t>
            </a:r>
            <a:r>
              <a:rPr lang="en-US" dirty="0"/>
              <a:t> class implements Serializable ➔ JVM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Biến</a:t>
            </a:r>
            <a:r>
              <a:rPr lang="en-US" dirty="0"/>
              <a:t> object </a:t>
            </a:r>
            <a:r>
              <a:rPr lang="en-US" dirty="0" err="1"/>
              <a:t>thành</a:t>
            </a:r>
            <a:r>
              <a:rPr lang="en-US" dirty="0"/>
              <a:t> byte stream (serialize).</a:t>
            </a:r>
          </a:p>
          <a:p>
            <a:pPr lvl="0"/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object </a:t>
            </a:r>
            <a:r>
              <a:rPr lang="en-US" dirty="0" err="1"/>
              <a:t>từ</a:t>
            </a:r>
            <a:r>
              <a:rPr lang="en-US" dirty="0"/>
              <a:t> byte stream (deserialize).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4D205-703C-FA4C-374C-F4760A1D8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36614817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22116</TotalTime>
  <Words>1991</Words>
  <Application>Microsoft Office PowerPoint</Application>
  <PresentationFormat>A4 Paper (210x297 mm)</PresentationFormat>
  <Paragraphs>241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Andika</vt:lpstr>
      <vt:lpstr>HGMaruGothicMPRO</vt:lpstr>
      <vt:lpstr>Meiryo UI</vt:lpstr>
      <vt:lpstr>ＭＳ Ｐゴシック</vt:lpstr>
      <vt:lpstr>ADLaM Display</vt:lpstr>
      <vt:lpstr>Arial</vt:lpstr>
      <vt:lpstr>Roboto</vt:lpstr>
      <vt:lpstr>Segoe Script</vt:lpstr>
      <vt:lpstr>Times New Roman</vt:lpstr>
      <vt:lpstr>Wingdings</vt:lpstr>
      <vt:lpstr>標準デザイン</vt:lpstr>
      <vt:lpstr>デザインの設定</vt:lpstr>
      <vt:lpstr>Xử lý Đọc/ghi file với Java</vt:lpstr>
      <vt:lpstr>Phân Loại Đọc/Ghi File </vt:lpstr>
      <vt:lpstr>Luồng Ký tự (Character Streams)</vt:lpstr>
      <vt:lpstr>Luồng nhị phân (Byte Streams)</vt:lpstr>
      <vt:lpstr>Đọc file với FileReader</vt:lpstr>
      <vt:lpstr>Ghi file với FileWriter</vt:lpstr>
      <vt:lpstr>PrintWriter – Ghi file văn bản dễ dàng hơn</vt:lpstr>
      <vt:lpstr>Đọc/Ghi file với BufferedReader/BufferedWriter</vt:lpstr>
      <vt:lpstr>Đọc/Ghi file với BufferedReader/BufferedWriter</vt:lpstr>
      <vt:lpstr>Đọc/Ghi file với BufferedReader/BufferedWriter</vt:lpstr>
      <vt:lpstr>Sử dụng java.nio.file.Files (Character Stream)</vt:lpstr>
      <vt:lpstr>Sử dụng java.nio.file.Files (Character Stream)</vt:lpstr>
      <vt:lpstr>Bài Tập Đọc/Ghi File (Character Streams)</vt:lpstr>
      <vt:lpstr>Viết chương trình</vt:lpstr>
      <vt:lpstr>Đọc/Ghi file với FileInputStream &amp; FileOutputStream</vt:lpstr>
      <vt:lpstr>Đọc/Ghi file với FileInputStream &amp; FileOutputStream</vt:lpstr>
      <vt:lpstr>Sử dụng java.nio.file.Files (Byte Stream)</vt:lpstr>
      <vt:lpstr>Bài Tập Đọc/Ghi File (Byte Stream)</vt:lpstr>
      <vt:lpstr>Serialization &amp; Serializable Interface (Extra)</vt:lpstr>
      <vt:lpstr>Serializable Interface là gì?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khuong</cp:lastModifiedBy>
  <cp:revision>412</cp:revision>
  <cp:lastPrinted>2018-04-10T08:59:30Z</cp:lastPrinted>
  <dcterms:created xsi:type="dcterms:W3CDTF">2025-05-21T02:38:07Z</dcterms:created>
  <dcterms:modified xsi:type="dcterms:W3CDTF">2026-09-13T10:41:25Z</dcterms:modified>
</cp:coreProperties>
</file>