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796" r:id="rId2"/>
  </p:sldMasterIdLst>
  <p:notesMasterIdLst>
    <p:notesMasterId r:id="rId62"/>
  </p:notesMasterIdLst>
  <p:handoutMasterIdLst>
    <p:handoutMasterId r:id="rId63"/>
  </p:handoutMasterIdLst>
  <p:sldIdLst>
    <p:sldId id="689" r:id="rId3"/>
    <p:sldId id="709" r:id="rId4"/>
    <p:sldId id="711" r:id="rId5"/>
    <p:sldId id="712" r:id="rId6"/>
    <p:sldId id="713" r:id="rId7"/>
    <p:sldId id="714" r:id="rId8"/>
    <p:sldId id="715" r:id="rId9"/>
    <p:sldId id="716" r:id="rId10"/>
    <p:sldId id="717" r:id="rId11"/>
    <p:sldId id="718" r:id="rId12"/>
    <p:sldId id="719" r:id="rId13"/>
    <p:sldId id="733" r:id="rId14"/>
    <p:sldId id="734" r:id="rId15"/>
    <p:sldId id="334" r:id="rId16"/>
    <p:sldId id="512" r:id="rId17"/>
    <p:sldId id="528" r:id="rId18"/>
    <p:sldId id="539" r:id="rId19"/>
    <p:sldId id="537" r:id="rId20"/>
    <p:sldId id="541" r:id="rId21"/>
    <p:sldId id="534" r:id="rId22"/>
    <p:sldId id="543" r:id="rId23"/>
    <p:sldId id="536" r:id="rId24"/>
    <p:sldId id="544" r:id="rId25"/>
    <p:sldId id="690" r:id="rId26"/>
    <p:sldId id="511" r:id="rId27"/>
    <p:sldId id="519" r:id="rId28"/>
    <p:sldId id="514" r:id="rId29"/>
    <p:sldId id="515" r:id="rId30"/>
    <p:sldId id="516" r:id="rId31"/>
    <p:sldId id="691" r:id="rId32"/>
    <p:sldId id="693" r:id="rId33"/>
    <p:sldId id="518" r:id="rId34"/>
    <p:sldId id="694" r:id="rId35"/>
    <p:sldId id="520" r:id="rId36"/>
    <p:sldId id="695" r:id="rId37"/>
    <p:sldId id="522" r:id="rId38"/>
    <p:sldId id="696" r:id="rId39"/>
    <p:sldId id="526" r:id="rId40"/>
    <p:sldId id="525" r:id="rId41"/>
    <p:sldId id="697" r:id="rId42"/>
    <p:sldId id="538" r:id="rId43"/>
    <p:sldId id="530" r:id="rId44"/>
    <p:sldId id="698" r:id="rId45"/>
    <p:sldId id="720" r:id="rId46"/>
    <p:sldId id="383" r:id="rId47"/>
    <p:sldId id="722" r:id="rId48"/>
    <p:sldId id="723" r:id="rId49"/>
    <p:sldId id="724" r:id="rId50"/>
    <p:sldId id="725" r:id="rId51"/>
    <p:sldId id="726" r:id="rId52"/>
    <p:sldId id="727" r:id="rId53"/>
    <p:sldId id="540" r:id="rId54"/>
    <p:sldId id="729" r:id="rId55"/>
    <p:sldId id="730" r:id="rId56"/>
    <p:sldId id="731" r:id="rId57"/>
    <p:sldId id="732" r:id="rId58"/>
    <p:sldId id="553" r:id="rId59"/>
    <p:sldId id="549" r:id="rId60"/>
    <p:sldId id="735" r:id="rId61"/>
  </p:sldIdLst>
  <p:sldSz cx="9906000" cy="6858000" type="A4"/>
  <p:notesSz cx="7104063" cy="10234613"/>
  <p:defaultTextStyle>
    <a:defPPr>
      <a:defRPr lang="ja-JP"/>
    </a:defPPr>
    <a:lvl1pPr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1pPr>
    <a:lvl2pPr marL="4572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2pPr>
    <a:lvl3pPr marL="9144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3pPr>
    <a:lvl4pPr marL="13716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4pPr>
    <a:lvl5pPr marL="18288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5pPr>
    <a:lvl6pPr marL="22860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6pPr>
    <a:lvl7pPr marL="27432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7pPr>
    <a:lvl8pPr marL="32004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8pPr>
    <a:lvl9pPr marL="36576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9pPr>
  </p:defaultTextStyle>
  <p:extLst>
    <p:ext uri="{EFAFB233-063F-42B5-8137-9DF3F51BA10A}">
      <p15:sldGuideLst xmlns:p15="http://schemas.microsoft.com/office/powerpoint/2012/main">
        <p15:guide id="1" orient="horz">
          <p15:clr>
            <a:srgbClr val="A4A3A4"/>
          </p15:clr>
        </p15:guide>
        <p15:guide id="2" pos="6239">
          <p15:clr>
            <a:srgbClr val="A4A3A4"/>
          </p15:clr>
        </p15:guide>
        <p15:guide id="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4ABA46"/>
    <a:srgbClr val="0000CC"/>
    <a:srgbClr val="5B9BD5"/>
    <a:srgbClr val="FF0000"/>
    <a:srgbClr val="FF00FF"/>
    <a:srgbClr val="70AD47"/>
    <a:srgbClr val="4BC174"/>
    <a:srgbClr val="50C8A7"/>
    <a:srgbClr val="55C3C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0A1B5D5-9B99-4C35-A422-299274C87663}" styleName="中間スタイル 1 - アクセント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淡色スタイル 1 - アクセント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淡色スタイル 3 - アクセント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8B1032C-EA38-4F05-BA0D-38AFFFC7BED3}" styleName="淡色スタイル 3 - アクセント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6247" autoAdjust="0"/>
  </p:normalViewPr>
  <p:slideViewPr>
    <p:cSldViewPr>
      <p:cViewPr varScale="1">
        <p:scale>
          <a:sx n="106" d="100"/>
          <a:sy n="106" d="100"/>
        </p:scale>
        <p:origin x="990" y="120"/>
      </p:cViewPr>
      <p:guideLst>
        <p:guide orient="horz"/>
        <p:guide pos="6239"/>
        <p:guide/>
      </p:guideLst>
    </p:cSldViewPr>
  </p:slideViewPr>
  <p:outlineViewPr>
    <p:cViewPr>
      <p:scale>
        <a:sx n="25" d="100"/>
        <a:sy n="25" d="100"/>
      </p:scale>
      <p:origin x="0" y="0"/>
    </p:cViewPr>
  </p:outlineViewPr>
  <p:notesTextViewPr>
    <p:cViewPr>
      <p:scale>
        <a:sx n="50" d="100"/>
        <a:sy n="5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handoutMaster" Target="handoutMasters/handout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2DB899A6-A9CA-4711-9723-BA912D00FE99}"/>
              </a:ext>
            </a:extLst>
          </p:cNvPr>
          <p:cNvSpPr>
            <a:spLocks noGrp="1" noChangeArrowheads="1"/>
          </p:cNvSpPr>
          <p:nvPr>
            <p:ph type="hdr" sz="quarter"/>
          </p:nvPr>
        </p:nvSpPr>
        <p:spPr bwMode="auto">
          <a:xfrm>
            <a:off x="1" y="4"/>
            <a:ext cx="3079448" cy="51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lvl1pPr algn="l" defTabSz="987824" eaLnBrk="1" hangingPunct="1">
              <a:spcBef>
                <a:spcPct val="0"/>
              </a:spcBef>
              <a:defRPr sz="1300" b="0">
                <a:effectLst/>
                <a:latin typeface="Times New Roman" pitchFamily="18" charset="0"/>
                <a:ea typeface="ＭＳ Ｐゴシック" pitchFamily="50" charset="-128"/>
              </a:defRPr>
            </a:lvl1pPr>
          </a:lstStyle>
          <a:p>
            <a:pPr>
              <a:defRPr/>
            </a:pPr>
            <a:endParaRPr lang="en-US" altLang="ja-JP" dirty="0"/>
          </a:p>
        </p:txBody>
      </p:sp>
      <p:sp>
        <p:nvSpPr>
          <p:cNvPr id="18435" name="Rectangle 3">
            <a:extLst>
              <a:ext uri="{FF2B5EF4-FFF2-40B4-BE49-F238E27FC236}">
                <a16:creationId xmlns:a16="http://schemas.microsoft.com/office/drawing/2014/main" id="{1651D3A0-D571-4358-8785-1088F76D9B27}"/>
              </a:ext>
            </a:extLst>
          </p:cNvPr>
          <p:cNvSpPr>
            <a:spLocks noGrp="1" noChangeArrowheads="1"/>
          </p:cNvSpPr>
          <p:nvPr>
            <p:ph type="dt" sz="quarter" idx="1"/>
          </p:nvPr>
        </p:nvSpPr>
        <p:spPr bwMode="auto">
          <a:xfrm>
            <a:off x="4024618" y="4"/>
            <a:ext cx="3079448" cy="51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lvl1pPr algn="r" defTabSz="987824" eaLnBrk="1" hangingPunct="1">
              <a:spcBef>
                <a:spcPct val="0"/>
              </a:spcBef>
              <a:defRPr sz="1300" b="0">
                <a:effectLst/>
                <a:latin typeface="Times New Roman" pitchFamily="18" charset="0"/>
                <a:ea typeface="ＭＳ Ｐゴシック" pitchFamily="50" charset="-128"/>
              </a:defRPr>
            </a:lvl1pPr>
          </a:lstStyle>
          <a:p>
            <a:pPr>
              <a:defRPr/>
            </a:pPr>
            <a:endParaRPr lang="en-US" altLang="ja-JP" dirty="0"/>
          </a:p>
        </p:txBody>
      </p:sp>
      <p:sp>
        <p:nvSpPr>
          <p:cNvPr id="18436" name="Rectangle 4">
            <a:extLst>
              <a:ext uri="{FF2B5EF4-FFF2-40B4-BE49-F238E27FC236}">
                <a16:creationId xmlns:a16="http://schemas.microsoft.com/office/drawing/2014/main" id="{19D7232F-6855-4919-8F75-B7A75D70C854}"/>
              </a:ext>
            </a:extLst>
          </p:cNvPr>
          <p:cNvSpPr>
            <a:spLocks noGrp="1" noChangeArrowheads="1"/>
          </p:cNvSpPr>
          <p:nvPr>
            <p:ph type="ftr" sz="quarter" idx="2"/>
          </p:nvPr>
        </p:nvSpPr>
        <p:spPr bwMode="auto">
          <a:xfrm>
            <a:off x="1" y="9723842"/>
            <a:ext cx="3079448" cy="51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b" anchorCtr="0" compatLnSpc="1">
            <a:prstTxWarp prst="textNoShape">
              <a:avLst/>
            </a:prstTxWarp>
          </a:bodyPr>
          <a:lstStyle>
            <a:lvl1pPr algn="l" defTabSz="987824" eaLnBrk="1" hangingPunct="1">
              <a:spcBef>
                <a:spcPct val="0"/>
              </a:spcBef>
              <a:defRPr sz="1300" b="0">
                <a:effectLst/>
                <a:latin typeface="Times New Roman" pitchFamily="18" charset="0"/>
                <a:ea typeface="ＭＳ Ｐゴシック" pitchFamily="50" charset="-128"/>
              </a:defRPr>
            </a:lvl1pPr>
          </a:lstStyle>
          <a:p>
            <a:pPr>
              <a:defRPr/>
            </a:pPr>
            <a:endParaRPr lang="en-US" altLang="ja-JP" dirty="0"/>
          </a:p>
        </p:txBody>
      </p:sp>
      <p:sp>
        <p:nvSpPr>
          <p:cNvPr id="18437" name="Rectangle 5">
            <a:extLst>
              <a:ext uri="{FF2B5EF4-FFF2-40B4-BE49-F238E27FC236}">
                <a16:creationId xmlns:a16="http://schemas.microsoft.com/office/drawing/2014/main" id="{4427D1B6-1508-4EFB-B526-79F7F58444C8}"/>
              </a:ext>
            </a:extLst>
          </p:cNvPr>
          <p:cNvSpPr>
            <a:spLocks noGrp="1" noChangeArrowheads="1"/>
          </p:cNvSpPr>
          <p:nvPr>
            <p:ph type="sldNum" sz="quarter" idx="3"/>
          </p:nvPr>
        </p:nvSpPr>
        <p:spPr bwMode="auto">
          <a:xfrm>
            <a:off x="4024618" y="9723842"/>
            <a:ext cx="3079448" cy="51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b" anchorCtr="0" compatLnSpc="1">
            <a:prstTxWarp prst="textNoShape">
              <a:avLst/>
            </a:prstTxWarp>
          </a:bodyPr>
          <a:lstStyle>
            <a:lvl1pPr algn="r" defTabSz="987824" eaLnBrk="1" hangingPunct="1">
              <a:defRPr sz="1300" b="0">
                <a:latin typeface="Times New Roman" panose="02020603050405020304" pitchFamily="18" charset="0"/>
                <a:ea typeface="ＭＳ Ｐゴシック" panose="020B0600070205080204" pitchFamily="50" charset="-128"/>
              </a:defRPr>
            </a:lvl1pPr>
          </a:lstStyle>
          <a:p>
            <a:pPr>
              <a:defRPr/>
            </a:pPr>
            <a:fld id="{ABF23BBB-24A2-4FB1-97AA-82B17F20F696}" type="slidenum">
              <a:rPr lang="en-US" altLang="ja-JP"/>
              <a:pPr>
                <a:defRPr/>
              </a:pPr>
              <a:t>‹#›</a:t>
            </a:fld>
            <a:endParaRPr lang="en-US" altLang="ja-JP" dirty="0"/>
          </a:p>
        </p:txBody>
      </p:sp>
    </p:spTree>
    <p:extLst>
      <p:ext uri="{BB962C8B-B14F-4D97-AF65-F5344CB8AC3E}">
        <p14:creationId xmlns:p14="http://schemas.microsoft.com/office/powerpoint/2010/main" val="28166555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31E1D87D-A0A0-44F6-BD18-1DA14110C531}"/>
              </a:ext>
            </a:extLst>
          </p:cNvPr>
          <p:cNvSpPr>
            <a:spLocks noGrp="1" noChangeArrowheads="1"/>
          </p:cNvSpPr>
          <p:nvPr>
            <p:ph type="hdr" sz="quarter"/>
          </p:nvPr>
        </p:nvSpPr>
        <p:spPr bwMode="auto">
          <a:xfrm>
            <a:off x="0" y="5"/>
            <a:ext cx="3072641" cy="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lvl1pPr algn="l" defTabSz="987824" eaLnBrk="1" hangingPunct="1">
              <a:spcBef>
                <a:spcPct val="0"/>
              </a:spcBef>
              <a:defRPr sz="1300" b="0">
                <a:effectLst/>
                <a:latin typeface="Times New Roman" panose="02020603050405020304" pitchFamily="18" charset="0"/>
                <a:ea typeface="ＭＳ Ｐゴシック" pitchFamily="50" charset="-128"/>
              </a:defRPr>
            </a:lvl1pPr>
          </a:lstStyle>
          <a:p>
            <a:pPr>
              <a:defRPr/>
            </a:pPr>
            <a:endParaRPr lang="en-US" altLang="ja-JP" dirty="0"/>
          </a:p>
        </p:txBody>
      </p:sp>
      <p:sp>
        <p:nvSpPr>
          <p:cNvPr id="81923" name="Rectangle 3">
            <a:extLst>
              <a:ext uri="{FF2B5EF4-FFF2-40B4-BE49-F238E27FC236}">
                <a16:creationId xmlns:a16="http://schemas.microsoft.com/office/drawing/2014/main" id="{38D8AEA5-A4A6-41CD-B14C-F3CD4220D027}"/>
              </a:ext>
            </a:extLst>
          </p:cNvPr>
          <p:cNvSpPr>
            <a:spLocks noGrp="1" noChangeArrowheads="1"/>
          </p:cNvSpPr>
          <p:nvPr>
            <p:ph type="dt" idx="1"/>
          </p:nvPr>
        </p:nvSpPr>
        <p:spPr bwMode="auto">
          <a:xfrm>
            <a:off x="4005324" y="5"/>
            <a:ext cx="3072641" cy="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lvl1pPr algn="r" defTabSz="987824" eaLnBrk="1" hangingPunct="1">
              <a:spcBef>
                <a:spcPct val="0"/>
              </a:spcBef>
              <a:defRPr sz="1300" b="0">
                <a:effectLst/>
                <a:latin typeface="Times New Roman" panose="02020603050405020304" pitchFamily="18" charset="0"/>
                <a:ea typeface="ＭＳ Ｐゴシック" pitchFamily="50" charset="-128"/>
              </a:defRPr>
            </a:lvl1pPr>
          </a:lstStyle>
          <a:p>
            <a:pPr>
              <a:defRPr/>
            </a:pPr>
            <a:endParaRPr lang="en-US" altLang="ja-JP" dirty="0"/>
          </a:p>
        </p:txBody>
      </p:sp>
      <p:sp>
        <p:nvSpPr>
          <p:cNvPr id="6148" name="Rectangle 4">
            <a:extLst>
              <a:ext uri="{FF2B5EF4-FFF2-40B4-BE49-F238E27FC236}">
                <a16:creationId xmlns:a16="http://schemas.microsoft.com/office/drawing/2014/main" id="{747BF16E-6815-4F62-A34F-5B22F8448030}"/>
              </a:ext>
            </a:extLst>
          </p:cNvPr>
          <p:cNvSpPr>
            <a:spLocks noGrp="1" noRot="1" noChangeAspect="1" noChangeArrowheads="1" noTextEdit="1"/>
          </p:cNvSpPr>
          <p:nvPr>
            <p:ph type="sldImg" idx="2"/>
          </p:nvPr>
        </p:nvSpPr>
        <p:spPr bwMode="auto">
          <a:xfrm>
            <a:off x="809625" y="811213"/>
            <a:ext cx="5516563" cy="3821112"/>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1925" name="Rectangle 5">
            <a:extLst>
              <a:ext uri="{FF2B5EF4-FFF2-40B4-BE49-F238E27FC236}">
                <a16:creationId xmlns:a16="http://schemas.microsoft.com/office/drawing/2014/main" id="{009AFE73-A821-4ADE-B9D2-225F3B6F615B}"/>
              </a:ext>
            </a:extLst>
          </p:cNvPr>
          <p:cNvSpPr>
            <a:spLocks noGrp="1" noChangeArrowheads="1"/>
          </p:cNvSpPr>
          <p:nvPr>
            <p:ph type="body" sz="quarter" idx="3"/>
          </p:nvPr>
        </p:nvSpPr>
        <p:spPr bwMode="auto">
          <a:xfrm>
            <a:off x="932689" y="4861922"/>
            <a:ext cx="5212595" cy="46327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p>
            <a:pPr lvl="0"/>
            <a:r>
              <a:rPr lang="ja-JP" altLang="en-US" noProof="0" dirty="0"/>
              <a:t>マスタ テキストの書式設定</a:t>
            </a:r>
          </a:p>
          <a:p>
            <a:pPr lvl="1"/>
            <a:r>
              <a:rPr lang="ja-JP" altLang="en-US" noProof="0" dirty="0"/>
              <a:t>第 </a:t>
            </a:r>
            <a:r>
              <a:rPr lang="en-US" altLang="ja-JP" noProof="0" dirty="0"/>
              <a:t>2 </a:t>
            </a:r>
            <a:r>
              <a:rPr lang="ja-JP" altLang="en-US" noProof="0" dirty="0"/>
              <a:t>レベル</a:t>
            </a:r>
          </a:p>
          <a:p>
            <a:pPr lvl="2"/>
            <a:r>
              <a:rPr lang="ja-JP" altLang="en-US" noProof="0" dirty="0"/>
              <a:t>第 </a:t>
            </a:r>
            <a:r>
              <a:rPr lang="en-US" altLang="ja-JP" noProof="0" dirty="0"/>
              <a:t>3 </a:t>
            </a:r>
            <a:r>
              <a:rPr lang="ja-JP" altLang="en-US" noProof="0" dirty="0"/>
              <a:t>レベル</a:t>
            </a:r>
          </a:p>
          <a:p>
            <a:pPr lvl="3"/>
            <a:r>
              <a:rPr lang="ja-JP" altLang="en-US" noProof="0" dirty="0"/>
              <a:t>第 </a:t>
            </a:r>
            <a:r>
              <a:rPr lang="en-US" altLang="ja-JP" noProof="0" dirty="0"/>
              <a:t>4 </a:t>
            </a:r>
            <a:r>
              <a:rPr lang="ja-JP" altLang="en-US" noProof="0" dirty="0"/>
              <a:t>レベル</a:t>
            </a:r>
          </a:p>
          <a:p>
            <a:pPr lvl="4"/>
            <a:r>
              <a:rPr lang="ja-JP" altLang="en-US" noProof="0" dirty="0"/>
              <a:t>第 </a:t>
            </a:r>
            <a:r>
              <a:rPr lang="en-US" altLang="ja-JP" noProof="0" dirty="0"/>
              <a:t>5 </a:t>
            </a:r>
            <a:r>
              <a:rPr lang="ja-JP" altLang="en-US" noProof="0" dirty="0"/>
              <a:t>レベル</a:t>
            </a:r>
          </a:p>
        </p:txBody>
      </p:sp>
      <p:sp>
        <p:nvSpPr>
          <p:cNvPr id="81926" name="Rectangle 6">
            <a:extLst>
              <a:ext uri="{FF2B5EF4-FFF2-40B4-BE49-F238E27FC236}">
                <a16:creationId xmlns:a16="http://schemas.microsoft.com/office/drawing/2014/main" id="{62419E40-0084-4BCB-8A80-CBA337840EDC}"/>
              </a:ext>
            </a:extLst>
          </p:cNvPr>
          <p:cNvSpPr>
            <a:spLocks noGrp="1" noChangeArrowheads="1"/>
          </p:cNvSpPr>
          <p:nvPr>
            <p:ph type="ftr" sz="quarter" idx="4"/>
          </p:nvPr>
        </p:nvSpPr>
        <p:spPr bwMode="auto">
          <a:xfrm>
            <a:off x="0" y="9726227"/>
            <a:ext cx="3072641" cy="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b" anchorCtr="0" compatLnSpc="1">
            <a:prstTxWarp prst="textNoShape">
              <a:avLst/>
            </a:prstTxWarp>
          </a:bodyPr>
          <a:lstStyle>
            <a:lvl1pPr algn="l" defTabSz="987824" eaLnBrk="1" hangingPunct="1">
              <a:spcBef>
                <a:spcPct val="0"/>
              </a:spcBef>
              <a:defRPr sz="1300" b="0">
                <a:effectLst/>
                <a:latin typeface="Times New Roman" panose="02020603050405020304" pitchFamily="18" charset="0"/>
                <a:ea typeface="ＭＳ Ｐゴシック" pitchFamily="50" charset="-128"/>
              </a:defRPr>
            </a:lvl1pPr>
          </a:lstStyle>
          <a:p>
            <a:pPr>
              <a:defRPr/>
            </a:pPr>
            <a:endParaRPr lang="en-US" altLang="ja-JP" dirty="0"/>
          </a:p>
        </p:txBody>
      </p:sp>
      <p:sp>
        <p:nvSpPr>
          <p:cNvPr id="81927" name="Rectangle 7">
            <a:extLst>
              <a:ext uri="{FF2B5EF4-FFF2-40B4-BE49-F238E27FC236}">
                <a16:creationId xmlns:a16="http://schemas.microsoft.com/office/drawing/2014/main" id="{95A1F3E7-6C28-42BC-9477-4EE05BC271D4}"/>
              </a:ext>
            </a:extLst>
          </p:cNvPr>
          <p:cNvSpPr>
            <a:spLocks noGrp="1" noChangeArrowheads="1"/>
          </p:cNvSpPr>
          <p:nvPr>
            <p:ph type="sldNum" sz="quarter" idx="5"/>
          </p:nvPr>
        </p:nvSpPr>
        <p:spPr bwMode="auto">
          <a:xfrm>
            <a:off x="4005324" y="9726227"/>
            <a:ext cx="3072641" cy="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b" anchorCtr="0" compatLnSpc="1">
            <a:prstTxWarp prst="textNoShape">
              <a:avLst/>
            </a:prstTxWarp>
          </a:bodyPr>
          <a:lstStyle>
            <a:lvl1pPr algn="r" defTabSz="987824" eaLnBrk="1" hangingPunct="1">
              <a:defRPr sz="1300" b="0">
                <a:latin typeface="Times New Roman" panose="02020603050405020304" pitchFamily="18" charset="0"/>
                <a:ea typeface="ＭＳ Ｐゴシック" panose="020B0600070205080204" pitchFamily="50" charset="-128"/>
              </a:defRPr>
            </a:lvl1pPr>
          </a:lstStyle>
          <a:p>
            <a:pPr>
              <a:defRPr/>
            </a:pPr>
            <a:fld id="{1B717ACA-5F59-481E-BAA1-3D2FC3B91B1D}" type="slidenum">
              <a:rPr lang="en-US" altLang="ja-JP" smtClean="0"/>
              <a:pPr>
                <a:defRPr/>
              </a:pPr>
              <a:t>‹#›</a:t>
            </a:fld>
            <a:endParaRPr lang="en-US" altLang="ja-JP" dirty="0"/>
          </a:p>
        </p:txBody>
      </p:sp>
    </p:spTree>
    <p:extLst>
      <p:ext uri="{BB962C8B-B14F-4D97-AF65-F5344CB8AC3E}">
        <p14:creationId xmlns:p14="http://schemas.microsoft.com/office/powerpoint/2010/main" val="194364830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2">
            <a:extLst>
              <a:ext uri="{FF2B5EF4-FFF2-40B4-BE49-F238E27FC236}">
                <a16:creationId xmlns:a16="http://schemas.microsoft.com/office/drawing/2014/main" id="{EDD1C869-B469-A365-FE10-D449F115B266}"/>
              </a:ext>
            </a:extLst>
          </p:cNvPr>
          <p:cNvSpPr>
            <a:spLocks noGrp="1" noRot="1" noChangeAspect="1" noChangeArrowheads="1" noTextEdit="1"/>
          </p:cNvSpPr>
          <p:nvPr>
            <p:ph type="sldImg"/>
          </p:nvPr>
        </p:nvSpPr>
        <p:spPr>
          <a:xfrm>
            <a:off x="785813" y="766763"/>
            <a:ext cx="5541962" cy="3836987"/>
          </a:xfrm>
          <a:ln/>
        </p:spPr>
      </p:sp>
      <p:sp>
        <p:nvSpPr>
          <p:cNvPr id="257029" name="Rectangle 5">
            <a:extLst>
              <a:ext uri="{FF2B5EF4-FFF2-40B4-BE49-F238E27FC236}">
                <a16:creationId xmlns:a16="http://schemas.microsoft.com/office/drawing/2014/main" id="{25BEA037-0C4E-9FB0-3E49-80FA28FEDB17}"/>
              </a:ext>
            </a:extLst>
          </p:cNvPr>
          <p:cNvSpPr>
            <a:spLocks noGrp="1" noChangeArrowheads="1"/>
          </p:cNvSpPr>
          <p:nvPr>
            <p:ph type="body" idx="1"/>
          </p:nvPr>
        </p:nvSpPr>
        <p:spPr/>
        <p:txBody>
          <a:bodyPr/>
          <a:lstStyle/>
          <a:p>
            <a:r>
              <a:rPr lang="en-US" altLang="ja-JP">
                <a:latin typeface="Arial" panose="020B0604020202020204" pitchFamily="34" charset="0"/>
              </a:rPr>
              <a:t>Ở chương 5 sẽ có các nội dung sau.</a:t>
            </a:r>
          </a:p>
          <a:p>
            <a:endParaRPr lang="en-US" altLang="ja-JP">
              <a:latin typeface="Arial" panose="020B0604020202020204" pitchFamily="34" charset="0"/>
            </a:endParaRPr>
          </a:p>
          <a:p>
            <a:r>
              <a:rPr lang="en-US" altLang="ja-JP">
                <a:latin typeface="Arial" panose="020B0604020202020204" pitchFamily="34" charset="0"/>
              </a:rPr>
              <a:t>5.1</a:t>
            </a:r>
            <a:r>
              <a:rPr lang="ja-JP" altLang="en-US">
                <a:latin typeface="Arial" panose="020B0604020202020204" pitchFamily="34" charset="0"/>
              </a:rPr>
              <a:t>　</a:t>
            </a:r>
            <a:r>
              <a:rPr lang="en-US" altLang="ja-JP">
                <a:latin typeface="Arial" panose="020B0604020202020204" pitchFamily="34" charset="0"/>
              </a:rPr>
              <a:t>Convert kiểu là gì</a:t>
            </a:r>
          </a:p>
          <a:p>
            <a:r>
              <a:rPr lang="en-US" altLang="ja-JP">
                <a:latin typeface="Arial" panose="020B0604020202020204" pitchFamily="34" charset="0"/>
              </a:rPr>
              <a:t>5.2</a:t>
            </a:r>
            <a:r>
              <a:rPr lang="ja-JP" altLang="en-US">
                <a:latin typeface="Arial" panose="020B0604020202020204" pitchFamily="34" charset="0"/>
              </a:rPr>
              <a:t>　</a:t>
            </a:r>
            <a:r>
              <a:rPr lang="en-US" altLang="ja-JP">
                <a:latin typeface="Arial" panose="020B0604020202020204" pitchFamily="34" charset="0"/>
              </a:rPr>
              <a:t>Convert kiểu không tường minh (chuyển kiểu tự động)</a:t>
            </a:r>
          </a:p>
          <a:p>
            <a:r>
              <a:rPr lang="en-US" altLang="ja-JP">
                <a:latin typeface="Arial" panose="020B0604020202020204" pitchFamily="34" charset="0"/>
              </a:rPr>
              <a:t>5.3</a:t>
            </a:r>
            <a:r>
              <a:rPr lang="ja-JP" altLang="en-US">
                <a:latin typeface="Arial" panose="020B0604020202020204" pitchFamily="34" charset="0"/>
              </a:rPr>
              <a:t>　</a:t>
            </a:r>
            <a:r>
              <a:rPr lang="en-US" altLang="ja-JP">
                <a:latin typeface="Arial" panose="020B0604020202020204" pitchFamily="34" charset="0"/>
              </a:rPr>
              <a:t>Convert kiểu tường minh</a:t>
            </a:r>
            <a:r>
              <a:rPr lang="ja-JP" altLang="en-US">
                <a:latin typeface="Arial" panose="020B0604020202020204" pitchFamily="34" charset="0"/>
              </a:rPr>
              <a:t>（</a:t>
            </a:r>
            <a:r>
              <a:rPr lang="en-US" altLang="ja-JP">
                <a:latin typeface="Arial" panose="020B0604020202020204" pitchFamily="34" charset="0"/>
              </a:rPr>
              <a:t>cast</a:t>
            </a:r>
            <a:r>
              <a:rPr lang="ja-JP" altLang="en-US">
                <a:latin typeface="Arial" panose="020B0604020202020204" pitchFamily="34" charset="0"/>
              </a:rPr>
              <a:t>）</a:t>
            </a:r>
          </a:p>
          <a:p>
            <a:r>
              <a:rPr lang="en-US" altLang="ja-JP">
                <a:latin typeface="Arial" panose="020B0604020202020204" pitchFamily="34" charset="0"/>
              </a:rPr>
              <a:t>5.4</a:t>
            </a:r>
            <a:r>
              <a:rPr lang="ja-JP" altLang="en-US">
                <a:latin typeface="Arial" panose="020B0604020202020204" pitchFamily="34" charset="0"/>
              </a:rPr>
              <a:t>　</a:t>
            </a:r>
            <a:r>
              <a:rPr lang="en-US" altLang="ja-JP">
                <a:latin typeface="Arial" panose="020B0604020202020204" pitchFamily="34" charset="0"/>
              </a:rPr>
              <a:t>Convert từ chuỗi ký tự thành giá trị số</a:t>
            </a:r>
          </a:p>
          <a:p>
            <a:r>
              <a:rPr lang="en-US" altLang="ja-JP">
                <a:latin typeface="Arial" panose="020B0604020202020204" pitchFamily="34" charset="0"/>
              </a:rPr>
              <a:t>5.5</a:t>
            </a:r>
            <a:r>
              <a:rPr lang="ja-JP" altLang="en-US">
                <a:latin typeface="Arial" panose="020B0604020202020204" pitchFamily="34" charset="0"/>
              </a:rPr>
              <a:t>　</a:t>
            </a:r>
            <a:r>
              <a:rPr lang="en-US" altLang="ja-JP">
                <a:latin typeface="Arial" panose="020B0604020202020204" pitchFamily="34" charset="0"/>
              </a:rPr>
              <a:t>Convert từ giá trị số thành chuỗi ký tự</a:t>
            </a:r>
          </a:p>
          <a:p>
            <a:endParaRPr lang="en-US" altLang="ja-JP">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3250" name="Rectangle 2">
            <a:extLst>
              <a:ext uri="{FF2B5EF4-FFF2-40B4-BE49-F238E27FC236}">
                <a16:creationId xmlns:a16="http://schemas.microsoft.com/office/drawing/2014/main" id="{C6B08F24-9860-1E7F-E13C-AADA1B3282B5}"/>
              </a:ext>
            </a:extLst>
          </p:cNvPr>
          <p:cNvSpPr>
            <a:spLocks noGrp="1" noRot="1" noChangeAspect="1" noChangeArrowheads="1" noTextEdit="1"/>
          </p:cNvSpPr>
          <p:nvPr>
            <p:ph type="sldImg"/>
          </p:nvPr>
        </p:nvSpPr>
        <p:spPr>
          <a:ln/>
        </p:spPr>
      </p:sp>
      <p:sp>
        <p:nvSpPr>
          <p:cNvPr id="693251" name="Rectangle 3">
            <a:extLst>
              <a:ext uri="{FF2B5EF4-FFF2-40B4-BE49-F238E27FC236}">
                <a16:creationId xmlns:a16="http://schemas.microsoft.com/office/drawing/2014/main" id="{80FF2F5E-134F-70B6-0EE4-F8E6379223C0}"/>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Convert kiểu là gì</a:t>
            </a:r>
          </a:p>
          <a:p>
            <a:pPr marL="0" indent="0"/>
            <a:r>
              <a:rPr lang="ja-JP" altLang="en-US">
                <a:latin typeface="Arial" panose="020B0604020202020204" pitchFamily="34" charset="0"/>
              </a:rPr>
              <a:t>　</a:t>
            </a:r>
            <a:r>
              <a:rPr lang="en-US" altLang="ja-JP">
                <a:latin typeface="Arial" panose="020B0604020202020204" pitchFamily="34" charset="0"/>
              </a:rPr>
              <a:t>Convert kiểu là việc convert một kiểu data thành một kiểu data khác.</a:t>
            </a:r>
          </a:p>
          <a:p>
            <a:pPr marL="0" indent="0"/>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Ở Java, các biến số và literal được sử dụng ở program thì đã được chỉ định kiểu data.</a:t>
            </a:r>
          </a:p>
          <a:p>
            <a:pPr marL="0" indent="0"/>
            <a:r>
              <a:rPr lang="ja-JP" altLang="en-US">
                <a:latin typeface="Arial" panose="020B0604020202020204" pitchFamily="34" charset="0"/>
              </a:rPr>
              <a:t>　</a:t>
            </a:r>
            <a:r>
              <a:rPr lang="en-US" altLang="ja-JP">
                <a:latin typeface="Arial" panose="020B0604020202020204" pitchFamily="34" charset="0"/>
              </a:rPr>
              <a:t>Và cũng có khi cần tính toán sử dụng giá trị có kiểu data khác nhau và gán thành kiểu data khác.</a:t>
            </a:r>
            <a:r>
              <a:rPr lang="ja-JP" altLang="en-US">
                <a:latin typeface="Arial" panose="020B0604020202020204" pitchFamily="34" charset="0"/>
              </a:rPr>
              <a:t>　</a:t>
            </a:r>
            <a:r>
              <a:rPr lang="en-US" altLang="ja-JP">
                <a:latin typeface="Arial" panose="020B0604020202020204" pitchFamily="34" charset="0"/>
              </a:rPr>
              <a:t>Ở những trường hợp như thế thì việc convert kiểu data là cần thiết.</a:t>
            </a:r>
          </a:p>
          <a:p>
            <a:pPr marL="0" indent="0"/>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Ví dụ)</a:t>
            </a:r>
          </a:p>
          <a:p>
            <a:pPr marL="0" indent="0"/>
            <a:r>
              <a:rPr lang="ja-JP" altLang="en-US">
                <a:latin typeface="Arial" panose="020B0604020202020204" pitchFamily="34" charset="0"/>
              </a:rPr>
              <a:t>　・　</a:t>
            </a:r>
            <a:r>
              <a:rPr lang="en-US" altLang="ja-JP">
                <a:latin typeface="Arial" panose="020B0604020202020204" pitchFamily="34" charset="0"/>
              </a:rPr>
              <a:t>Xử lý để tính ra số tiền đề nghị thanh toán khi số lượng nhận đặt hàng là kiểu </a:t>
            </a:r>
            <a:r>
              <a:rPr lang="en-US" altLang="ja-JP">
                <a:latin typeface="Arial" panose="020B0604020202020204" pitchFamily="34" charset="0"/>
                <a:ea typeface="ＭＳ ゴシック" panose="020B0609070205080204" pitchFamily="49" charset="-128"/>
              </a:rPr>
              <a:t>int, tỉ lệ thuế có kiểu là double.</a:t>
            </a:r>
            <a:endParaRPr lang="en-US" altLang="ja-JP">
              <a:latin typeface="Arial" panose="020B0604020202020204" pitchFamily="34" charset="0"/>
            </a:endParaRPr>
          </a:p>
          <a:p>
            <a:pPr marL="0" indent="0"/>
            <a:r>
              <a:rPr lang="ja-JP" altLang="en-US">
                <a:latin typeface="Arial" panose="020B0604020202020204" pitchFamily="34" charset="0"/>
              </a:rPr>
              <a:t>　・　</a:t>
            </a:r>
            <a:r>
              <a:rPr lang="en-US" altLang="ja-JP">
                <a:latin typeface="Arial" panose="020B0604020202020204" pitchFamily="34" charset="0"/>
              </a:rPr>
              <a:t>Convert chuỗi ký tự mà user đã input thành kiểu int để sử dụng ở việc tính toán thuật toán.v.v…</a:t>
            </a:r>
          </a:p>
          <a:p>
            <a:pPr marL="0" indent="0"/>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Việc convert kiểu data có trường hợp được tiến hành tự động, có trường hợp thì không được tiến hành tự động.</a:t>
            </a:r>
          </a:p>
          <a:p>
            <a:pPr marL="0" indent="0"/>
            <a:r>
              <a:rPr lang="ja-JP" altLang="en-US">
                <a:latin typeface="Arial" panose="020B0604020202020204" pitchFamily="34" charset="0"/>
              </a:rPr>
              <a:t>　</a:t>
            </a:r>
            <a:r>
              <a:rPr lang="en-US" altLang="ja-JP">
                <a:latin typeface="Arial" panose="020B0604020202020204" pitchFamily="34" charset="0"/>
              </a:rPr>
              <a:t>Đối với những trường hợp không được tiến hành tự động thì progammer cần phải mô tả xử lý convert tường minh.</a:t>
            </a:r>
          </a:p>
          <a:p>
            <a:pPr marL="0" indent="0"/>
            <a:r>
              <a:rPr lang="ja-JP" altLang="en-US">
                <a:latin typeface="Arial" panose="020B0604020202020204" pitchFamily="34" charset="0"/>
              </a:rPr>
              <a:t>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1138" name="Rectangle 2">
            <a:extLst>
              <a:ext uri="{FF2B5EF4-FFF2-40B4-BE49-F238E27FC236}">
                <a16:creationId xmlns:a16="http://schemas.microsoft.com/office/drawing/2014/main" id="{3EBC4770-1BAB-2632-24CA-2FC8DA82AB8D}"/>
              </a:ext>
            </a:extLst>
          </p:cNvPr>
          <p:cNvSpPr>
            <a:spLocks noGrp="1" noRot="1" noChangeAspect="1" noChangeArrowheads="1" noTextEdit="1"/>
          </p:cNvSpPr>
          <p:nvPr>
            <p:ph type="sldImg"/>
          </p:nvPr>
        </p:nvSpPr>
        <p:spPr>
          <a:ln/>
        </p:spPr>
      </p:sp>
      <p:sp>
        <p:nvSpPr>
          <p:cNvPr id="731139" name="Rectangle 3">
            <a:extLst>
              <a:ext uri="{FF2B5EF4-FFF2-40B4-BE49-F238E27FC236}">
                <a16:creationId xmlns:a16="http://schemas.microsoft.com/office/drawing/2014/main" id="{85FC77F7-11B5-B3D5-9114-1E0F6A54B0CC}"/>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Convert kiểu không tường minh là gì</a:t>
            </a:r>
          </a:p>
          <a:p>
            <a:pPr marL="0" indent="0"/>
            <a:r>
              <a:rPr lang="ja-JP" altLang="en-US">
                <a:latin typeface="Arial" panose="020B0604020202020204" pitchFamily="34" charset="0"/>
              </a:rPr>
              <a:t>　</a:t>
            </a:r>
            <a:r>
              <a:rPr lang="en-US" altLang="ja-JP">
                <a:latin typeface="Arial" panose="020B0604020202020204" pitchFamily="34" charset="0"/>
              </a:rPr>
              <a:t>Ở Java khi tính toán và gán giá trị, việc convert kiểu được tiến hành tự động.</a:t>
            </a:r>
          </a:p>
          <a:p>
            <a:pPr marL="0" indent="0"/>
            <a:r>
              <a:rPr lang="ja-JP" altLang="en-US">
                <a:latin typeface="Arial" panose="020B0604020202020204" pitchFamily="34" charset="0"/>
              </a:rPr>
              <a:t>　</a:t>
            </a:r>
            <a:r>
              <a:rPr lang="en-US" altLang="ja-JP">
                <a:latin typeface="Arial" panose="020B0604020202020204" pitchFamily="34" charset="0"/>
              </a:rPr>
              <a:t>Đây gọi là convert kiểu không tường minh.</a:t>
            </a:r>
          </a:p>
          <a:p>
            <a:pPr marL="0" indent="0"/>
            <a:r>
              <a:rPr lang="ja-JP" altLang="en-US">
                <a:latin typeface="Arial" panose="020B0604020202020204" pitchFamily="34" charset="0"/>
              </a:rPr>
              <a:t>　</a:t>
            </a:r>
            <a:r>
              <a:rPr lang="en-US" altLang="ja-JP">
                <a:latin typeface="Arial" panose="020B0604020202020204" pitchFamily="34" charset="0"/>
              </a:rPr>
              <a:t>Convert kiểu không tường minh được tiến hành trong các trường hợp như phạm vi có thể sử dụng được của kiểu data sẽ ép kiểu lớn hơn phạm vi của kiểu data gốc.</a:t>
            </a:r>
          </a:p>
          <a:p>
            <a:pPr marL="0" indent="0"/>
            <a:r>
              <a:rPr lang="ja-JP" altLang="en-US">
                <a:latin typeface="Arial" panose="020B0604020202020204" pitchFamily="34" charset="0"/>
              </a:rPr>
              <a:t>　</a:t>
            </a:r>
            <a:r>
              <a:rPr lang="en-US" altLang="ja-JP">
                <a:latin typeface="Arial" panose="020B0604020202020204" pitchFamily="34" charset="0"/>
              </a:rPr>
              <a:t>Có thể convert giữa các kiểu data cơ bản nhưng không thể convert kiểu của data kiểu </a:t>
            </a:r>
            <a:r>
              <a:rPr lang="en-US" altLang="ja-JP">
                <a:latin typeface="Arial" panose="020B0604020202020204" pitchFamily="34" charset="0"/>
                <a:ea typeface="ＭＳ ゴシック" panose="020B0609070205080204" pitchFamily="49" charset="-128"/>
              </a:rPr>
              <a:t>boolean.</a:t>
            </a:r>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Convert kiểu không tường minh khi gán.</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 Việc convert từ kiểu </a:t>
            </a:r>
            <a:r>
              <a:rPr lang="en-US" altLang="ja-JP">
                <a:latin typeface="Arial" panose="020B0604020202020204" pitchFamily="34" charset="0"/>
                <a:ea typeface="ＭＳ ゴシック" panose="020B0609070205080204" pitchFamily="49" charset="-128"/>
              </a:rPr>
              <a:t>int</a:t>
            </a:r>
            <a:r>
              <a:rPr lang="en-US" altLang="ja-JP">
                <a:latin typeface="Arial" panose="020B0604020202020204" pitchFamily="34" charset="0"/>
              </a:rPr>
              <a:t>, </a:t>
            </a:r>
            <a:r>
              <a:rPr lang="en-US" altLang="ja-JP">
                <a:latin typeface="Arial" panose="020B0604020202020204" pitchFamily="34" charset="0"/>
                <a:ea typeface="ＭＳ ゴシック" panose="020B0609070205080204" pitchFamily="49" charset="-128"/>
              </a:rPr>
              <a:t>long sang kiểu float có thể sẽ làm giảm độ chính xác.</a:t>
            </a:r>
            <a:endParaRPr lang="en-US" altLang="ja-JP">
              <a:latin typeface="Arial" panose="020B0604020202020204" pitchFamily="34" charset="0"/>
            </a:endParaRPr>
          </a:p>
          <a:p>
            <a:pPr marL="0" indent="0"/>
            <a:r>
              <a:rPr lang="en-US" altLang="ja-JP">
                <a:latin typeface="Arial" panose="020B0604020202020204" pitchFamily="34" charset="0"/>
              </a:rPr>
              <a:t>※ Việc convert từ kiểu </a:t>
            </a:r>
            <a:r>
              <a:rPr lang="en-US" altLang="ja-JP">
                <a:latin typeface="Arial" panose="020B0604020202020204" pitchFamily="34" charset="0"/>
                <a:ea typeface="ＭＳ ゴシック" panose="020B0609070205080204" pitchFamily="49" charset="-128"/>
              </a:rPr>
              <a:t>long sang kiểu double có thể làm giảm độ chính xác.</a:t>
            </a:r>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p:txBody>
      </p:sp>
      <p:graphicFrame>
        <p:nvGraphicFramePr>
          <p:cNvPr id="731175" name="Group 39">
            <a:extLst>
              <a:ext uri="{FF2B5EF4-FFF2-40B4-BE49-F238E27FC236}">
                <a16:creationId xmlns:a16="http://schemas.microsoft.com/office/drawing/2014/main" id="{87CE4442-FB8D-7501-EC2B-22057CD421C1}"/>
              </a:ext>
            </a:extLst>
          </p:cNvPr>
          <p:cNvGraphicFramePr>
            <a:graphicFrameLocks noGrp="1"/>
          </p:cNvGraphicFramePr>
          <p:nvPr/>
        </p:nvGraphicFramePr>
        <p:xfrm>
          <a:off x="701675" y="6513513"/>
          <a:ext cx="5719763" cy="2271712"/>
        </p:xfrm>
        <a:graphic>
          <a:graphicData uri="http://schemas.openxmlformats.org/drawingml/2006/table">
            <a:tbl>
              <a:tblPr/>
              <a:tblGrid>
                <a:gridCol w="1831975">
                  <a:extLst>
                    <a:ext uri="{9D8B030D-6E8A-4147-A177-3AD203B41FA5}">
                      <a16:colId xmlns:a16="http://schemas.microsoft.com/office/drawing/2014/main" val="1306917046"/>
                    </a:ext>
                  </a:extLst>
                </a:gridCol>
                <a:gridCol w="3887788">
                  <a:extLst>
                    <a:ext uri="{9D8B030D-6E8A-4147-A177-3AD203B41FA5}">
                      <a16:colId xmlns:a16="http://schemas.microsoft.com/office/drawing/2014/main" val="63909268"/>
                    </a:ext>
                  </a:extLst>
                </a:gridCol>
              </a:tblGrid>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Kiểu data gốc</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Kiểu data có thể convert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3504891884"/>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byte</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short, int, long, float, double</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20601236"/>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short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int, long, float, double</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85332590"/>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int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long, float, double</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16042265"/>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long</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float, double</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609021823"/>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float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double</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604467730"/>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double</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Không có</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28269581"/>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char</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int, long, float, double</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440858660"/>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boolean</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Không có</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934138112"/>
                  </a:ext>
                </a:extLst>
              </a:tr>
            </a:tbl>
          </a:graphicData>
        </a:graphic>
      </p:graphicFrame>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5714" name="Rectangle 2">
            <a:extLst>
              <a:ext uri="{FF2B5EF4-FFF2-40B4-BE49-F238E27FC236}">
                <a16:creationId xmlns:a16="http://schemas.microsoft.com/office/drawing/2014/main" id="{36547FB3-C09E-62F4-90D7-B143A6128F21}"/>
              </a:ext>
            </a:extLst>
          </p:cNvPr>
          <p:cNvSpPr>
            <a:spLocks noGrp="1" noRot="1" noChangeAspect="1" noChangeArrowheads="1" noTextEdit="1"/>
          </p:cNvSpPr>
          <p:nvPr>
            <p:ph type="sldImg"/>
          </p:nvPr>
        </p:nvSpPr>
        <p:spPr>
          <a:ln/>
        </p:spPr>
      </p:sp>
      <p:sp>
        <p:nvSpPr>
          <p:cNvPr id="755715" name="Rectangle 3">
            <a:extLst>
              <a:ext uri="{FF2B5EF4-FFF2-40B4-BE49-F238E27FC236}">
                <a16:creationId xmlns:a16="http://schemas.microsoft.com/office/drawing/2014/main" id="{7EBCF8E6-DCE4-7B79-82F2-10CA12420B21}"/>
              </a:ext>
            </a:extLst>
          </p:cNvPr>
          <p:cNvSpPr>
            <a:spLocks noGrp="1" noChangeArrowheads="1"/>
          </p:cNvSpPr>
          <p:nvPr>
            <p:ph type="body" idx="1"/>
          </p:nvPr>
        </p:nvSpPr>
        <p:spPr/>
        <p:txBody>
          <a:bodyPr/>
          <a:lstStyle/>
          <a:p>
            <a:pPr marL="0" indent="0"/>
            <a:r>
              <a:rPr lang="en-US" altLang="ja-JP">
                <a:latin typeface="Arial" panose="020B0604020202020204" pitchFamily="34" charset="0"/>
              </a:rPr>
              <a:t>●Ví dụ</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●Ví dụ thực hiện</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p:txBody>
      </p:sp>
      <p:sp>
        <p:nvSpPr>
          <p:cNvPr id="755719" name="Text Box 7">
            <a:extLst>
              <a:ext uri="{FF2B5EF4-FFF2-40B4-BE49-F238E27FC236}">
                <a16:creationId xmlns:a16="http://schemas.microsoft.com/office/drawing/2014/main" id="{BF4B36C2-8E04-D8E2-FCF2-0C073B48F6FA}"/>
              </a:ext>
            </a:extLst>
          </p:cNvPr>
          <p:cNvSpPr txBox="1">
            <a:spLocks noChangeArrowheads="1"/>
          </p:cNvSpPr>
          <p:nvPr/>
        </p:nvSpPr>
        <p:spPr bwMode="auto">
          <a:xfrm>
            <a:off x="719138" y="5527675"/>
            <a:ext cx="5770562" cy="3138488"/>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1" tIns="19884" rIns="9941" bIns="9941"/>
          <a:lstStyle>
            <a:lvl1pPr marL="358775" indent="-358775" defTabSz="447675">
              <a:defRPr kumimoji="1">
                <a:solidFill>
                  <a:schemeClr val="tx1"/>
                </a:solidFill>
                <a:latin typeface="Arial" panose="020B0604020202020204" pitchFamily="34" charset="0"/>
                <a:ea typeface="ＭＳ Ｐゴシック" panose="020B0600070205080204" pitchFamily="50" charset="-128"/>
              </a:defRPr>
            </a:lvl1pPr>
            <a:lvl2pPr marL="536575" indent="-357188" defTabSz="447675">
              <a:defRPr kumimoji="1">
                <a:solidFill>
                  <a:schemeClr val="tx1"/>
                </a:solidFill>
                <a:latin typeface="Arial" panose="020B0604020202020204" pitchFamily="34" charset="0"/>
                <a:ea typeface="ＭＳ Ｐゴシック" panose="020B0600070205080204" pitchFamily="50" charset="-128"/>
              </a:defRPr>
            </a:lvl2pPr>
            <a:lvl3pPr marL="1312863" indent="-358775" defTabSz="447675">
              <a:defRPr kumimoji="1">
                <a:solidFill>
                  <a:schemeClr val="tx1"/>
                </a:solidFill>
                <a:latin typeface="Arial" panose="020B0604020202020204" pitchFamily="34" charset="0"/>
                <a:ea typeface="ＭＳ Ｐゴシック" panose="020B0600070205080204" pitchFamily="50" charset="-128"/>
              </a:defRPr>
            </a:lvl3pPr>
            <a:lvl4pPr marL="1790700" indent="-358775" defTabSz="447675">
              <a:defRPr kumimoji="1">
                <a:solidFill>
                  <a:schemeClr val="tx1"/>
                </a:solidFill>
                <a:latin typeface="Arial" panose="020B0604020202020204" pitchFamily="34" charset="0"/>
                <a:ea typeface="ＭＳ Ｐゴシック" panose="020B0600070205080204" pitchFamily="50" charset="-128"/>
              </a:defRPr>
            </a:lvl4pPr>
            <a:lvl5pPr marL="2266950" indent="-357188" defTabSz="447675">
              <a:defRPr kumimoji="1">
                <a:solidFill>
                  <a:schemeClr val="tx1"/>
                </a:solidFill>
                <a:latin typeface="Arial" panose="020B0604020202020204" pitchFamily="34" charset="0"/>
                <a:ea typeface="ＭＳ Ｐゴシック" panose="020B0600070205080204" pitchFamily="50" charset="-128"/>
              </a:defRPr>
            </a:lvl5pPr>
            <a:lvl6pPr marL="2724150" indent="-357188" defTabSz="4476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3181350" indent="-357188" defTabSz="4476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638550" indent="-357188" defTabSz="4476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4095750" indent="-357188" defTabSz="4476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spcBef>
                <a:spcPct val="10000"/>
              </a:spcBef>
              <a:buFontTx/>
              <a:buAutoNum type="arabicPeriod"/>
            </a:pPr>
            <a:r>
              <a:rPr lang="en-US" altLang="ja-JP" b="0">
                <a:latin typeface="ＭＳ ゴシック" panose="020B0609070205080204" pitchFamily="49" charset="-128"/>
                <a:ea typeface="ＭＳ ゴシック" panose="020B0609070205080204" pitchFamily="49" charset="-128"/>
              </a:rPr>
              <a:t>// Cast1.java</a:t>
            </a:r>
          </a:p>
          <a:p>
            <a:pPr lvl="1" algn="just">
              <a:spcBef>
                <a:spcPct val="10000"/>
              </a:spcBef>
              <a:buFontTx/>
              <a:buAutoNum type="arabicPeriod"/>
            </a:pPr>
            <a:r>
              <a:rPr lang="ja-JP" altLang="en-US" b="0">
                <a:latin typeface="ＭＳ ゴシック" panose="020B0609070205080204" pitchFamily="49" charset="-128"/>
                <a:ea typeface="ＭＳ ゴシック" panose="020B0609070205080204" pitchFamily="49" charset="-128"/>
              </a:rPr>
              <a:t>　</a:t>
            </a:r>
          </a:p>
          <a:p>
            <a:pPr lvl="1" algn="just">
              <a:spcBef>
                <a:spcPct val="10000"/>
              </a:spcBef>
              <a:buFontTx/>
              <a:buAutoNum type="arabicPeriod"/>
            </a:pPr>
            <a:r>
              <a:rPr lang="en-US" altLang="ja-JP" b="0">
                <a:latin typeface="ＭＳ ゴシック" panose="020B0609070205080204" pitchFamily="49" charset="-128"/>
                <a:ea typeface="ＭＳ ゴシック" panose="020B0609070205080204" pitchFamily="49" charset="-128"/>
              </a:rPr>
              <a:t>public class Cast1 {</a:t>
            </a:r>
          </a:p>
          <a:p>
            <a:pPr lvl="1" algn="just">
              <a:spcBef>
                <a:spcPct val="10000"/>
              </a:spcBef>
              <a:buFontTx/>
              <a:buAutoNum type="arabicPeriod"/>
            </a:pPr>
            <a:r>
              <a:rPr lang="en-US" altLang="ja-JP" b="0">
                <a:latin typeface="ＭＳ ゴシック" panose="020B0609070205080204" pitchFamily="49" charset="-128"/>
                <a:ea typeface="ＭＳ ゴシック" panose="020B0609070205080204" pitchFamily="49" charset="-128"/>
              </a:rPr>
              <a:t>    public static void main(String[] args) {</a:t>
            </a:r>
          </a:p>
          <a:p>
            <a:pPr lvl="1" algn="just">
              <a:spcBef>
                <a:spcPct val="10000"/>
              </a:spcBef>
              <a:buFontTx/>
              <a:buAutoNum type="arabicPeriod"/>
            </a:pPr>
            <a:r>
              <a:rPr lang="en-US" altLang="ja-JP" b="0">
                <a:latin typeface="ＭＳ ゴシック" panose="020B0609070205080204" pitchFamily="49" charset="-128"/>
                <a:ea typeface="ＭＳ ゴシック" panose="020B0609070205080204" pitchFamily="49" charset="-128"/>
              </a:rPr>
              <a:t>        int valInt = 4;</a:t>
            </a:r>
          </a:p>
          <a:p>
            <a:pPr lvl="1" algn="just">
              <a:spcBef>
                <a:spcPct val="10000"/>
              </a:spcBef>
              <a:buFontTx/>
              <a:buAutoNum type="arabicPeriod"/>
            </a:pPr>
            <a:r>
              <a:rPr lang="ja-JP" altLang="en-US" b="0">
                <a:latin typeface="ＭＳ ゴシック" panose="020B0609070205080204" pitchFamily="49" charset="-128"/>
                <a:ea typeface="ＭＳ ゴシック" panose="020B0609070205080204" pitchFamily="49" charset="-128"/>
              </a:rPr>
              <a:t>　</a:t>
            </a:r>
          </a:p>
          <a:p>
            <a:pPr lvl="1" algn="just">
              <a:spcBef>
                <a:spcPct val="10000"/>
              </a:spcBef>
              <a:buFontTx/>
              <a:buAutoNum type="arabicPeriod"/>
            </a:pPr>
            <a:r>
              <a:rPr lang="ja-JP" altLang="en-US" b="0">
                <a:latin typeface="ＭＳ ゴシック" panose="020B0609070205080204" pitchFamily="49" charset="-128"/>
                <a:ea typeface="ＭＳ ゴシック" panose="020B0609070205080204" pitchFamily="49" charset="-128"/>
              </a:rPr>
              <a:t>        </a:t>
            </a:r>
            <a:r>
              <a:rPr lang="en-US" altLang="ja-JP" b="0">
                <a:latin typeface="ＭＳ ゴシック" panose="020B0609070205080204" pitchFamily="49" charset="-128"/>
                <a:ea typeface="ＭＳ ゴシック" panose="020B0609070205080204" pitchFamily="49" charset="-128"/>
              </a:rPr>
              <a:t>// byte valByte = valInt;   // Compile error</a:t>
            </a:r>
          </a:p>
          <a:p>
            <a:pPr lvl="1" algn="just">
              <a:spcBef>
                <a:spcPct val="10000"/>
              </a:spcBef>
              <a:buFontTx/>
              <a:buAutoNum type="arabicPeriod"/>
            </a:pPr>
            <a:r>
              <a:rPr lang="en-US" altLang="ja-JP" b="0">
                <a:latin typeface="ＭＳ ゴシック" panose="020B0609070205080204" pitchFamily="49" charset="-128"/>
                <a:ea typeface="ＭＳ ゴシック" panose="020B0609070205080204" pitchFamily="49" charset="-128"/>
              </a:rPr>
              <a:t>        // short valShort = valInt; // Compile error</a:t>
            </a:r>
          </a:p>
          <a:p>
            <a:pPr lvl="1" algn="just">
              <a:spcBef>
                <a:spcPct val="10000"/>
              </a:spcBef>
              <a:buFontTx/>
              <a:buAutoNum type="arabicPeriod"/>
            </a:pPr>
            <a:r>
              <a:rPr lang="en-US" altLang="ja-JP" b="0">
                <a:latin typeface="ＭＳ ゴシック" panose="020B0609070205080204" pitchFamily="49" charset="-128"/>
                <a:ea typeface="ＭＳ ゴシック" panose="020B0609070205080204" pitchFamily="49" charset="-128"/>
              </a:rPr>
              <a:t>        long  valLong = valInt;</a:t>
            </a:r>
          </a:p>
          <a:p>
            <a:pPr lvl="1" algn="just">
              <a:spcBef>
                <a:spcPct val="10000"/>
              </a:spcBef>
              <a:buFontTx/>
              <a:buAutoNum type="arabicPeriod"/>
            </a:pPr>
            <a:r>
              <a:rPr lang="en-US" altLang="ja-JP" b="0">
                <a:latin typeface="ＭＳ ゴシック" panose="020B0609070205080204" pitchFamily="49" charset="-128"/>
                <a:ea typeface="ＭＳ ゴシック" panose="020B0609070205080204" pitchFamily="49" charset="-128"/>
              </a:rPr>
              <a:t>        float valFloat = valInt;</a:t>
            </a:r>
          </a:p>
          <a:p>
            <a:pPr lvl="1" algn="just">
              <a:spcBef>
                <a:spcPct val="10000"/>
              </a:spcBef>
              <a:buFontTx/>
              <a:buAutoNum type="arabicPeriod"/>
            </a:pPr>
            <a:r>
              <a:rPr lang="en-US" altLang="ja-JP" b="0">
                <a:latin typeface="ＭＳ ゴシック" panose="020B0609070205080204" pitchFamily="49" charset="-128"/>
                <a:ea typeface="ＭＳ ゴシック" panose="020B0609070205080204" pitchFamily="49" charset="-128"/>
              </a:rPr>
              <a:t>        double valDouble = valInt;</a:t>
            </a:r>
          </a:p>
          <a:p>
            <a:pPr lvl="1" algn="just">
              <a:spcBef>
                <a:spcPct val="10000"/>
              </a:spcBef>
              <a:buFontTx/>
              <a:buAutoNum type="arabicPeriod"/>
            </a:pPr>
            <a:r>
              <a:rPr lang="ja-JP" altLang="en-US" b="0">
                <a:latin typeface="ＭＳ ゴシック" panose="020B0609070205080204" pitchFamily="49" charset="-128"/>
                <a:ea typeface="ＭＳ ゴシック" panose="020B0609070205080204" pitchFamily="49" charset="-128"/>
              </a:rPr>
              <a:t>　</a:t>
            </a:r>
          </a:p>
          <a:p>
            <a:pPr lvl="1" algn="just">
              <a:spcBef>
                <a:spcPct val="10000"/>
              </a:spcBef>
              <a:buFontTx/>
              <a:buAutoNum type="arabicPeriod"/>
            </a:pPr>
            <a:r>
              <a:rPr lang="ja-JP" altLang="en-US" b="0">
                <a:latin typeface="ＭＳ ゴシック" panose="020B0609070205080204" pitchFamily="49" charset="-128"/>
                <a:ea typeface="ＭＳ ゴシック" panose="020B0609070205080204" pitchFamily="49" charset="-128"/>
              </a:rPr>
              <a:t>        </a:t>
            </a:r>
            <a:r>
              <a:rPr lang="en-US" altLang="ja-JP" b="0">
                <a:latin typeface="ＭＳ ゴシック" panose="020B0609070205080204" pitchFamily="49" charset="-128"/>
                <a:ea typeface="ＭＳ ゴシック" panose="020B0609070205080204" pitchFamily="49" charset="-128"/>
              </a:rPr>
              <a:t>System.out.println("valInt : " + valInt);</a:t>
            </a:r>
          </a:p>
          <a:p>
            <a:pPr lvl="1" algn="just">
              <a:spcBef>
                <a:spcPct val="10000"/>
              </a:spcBef>
              <a:buFontTx/>
              <a:buAutoNum type="arabicPeriod"/>
            </a:pPr>
            <a:r>
              <a:rPr lang="en-US" altLang="ja-JP" b="0">
                <a:latin typeface="ＭＳ ゴシック" panose="020B0609070205080204" pitchFamily="49" charset="-128"/>
                <a:ea typeface="ＭＳ ゴシック" panose="020B0609070205080204" pitchFamily="49" charset="-128"/>
              </a:rPr>
              <a:t>        System.out.println("valLong : " + valLong);</a:t>
            </a:r>
          </a:p>
          <a:p>
            <a:pPr lvl="1" algn="just">
              <a:spcBef>
                <a:spcPct val="10000"/>
              </a:spcBef>
              <a:buFontTx/>
              <a:buAutoNum type="arabicPeriod"/>
            </a:pPr>
            <a:r>
              <a:rPr lang="en-US" altLang="ja-JP" b="0">
                <a:latin typeface="ＭＳ ゴシック" panose="020B0609070205080204" pitchFamily="49" charset="-128"/>
                <a:ea typeface="ＭＳ ゴシック" panose="020B0609070205080204" pitchFamily="49" charset="-128"/>
              </a:rPr>
              <a:t>        System.out.println("valFloat : " + valFloat);</a:t>
            </a:r>
          </a:p>
          <a:p>
            <a:pPr lvl="1" algn="just">
              <a:spcBef>
                <a:spcPct val="10000"/>
              </a:spcBef>
              <a:buFontTx/>
              <a:buAutoNum type="arabicPeriod"/>
            </a:pPr>
            <a:r>
              <a:rPr lang="en-US" altLang="ja-JP" b="0">
                <a:latin typeface="ＭＳ ゴシック" panose="020B0609070205080204" pitchFamily="49" charset="-128"/>
                <a:ea typeface="ＭＳ ゴシック" panose="020B0609070205080204" pitchFamily="49" charset="-128"/>
              </a:rPr>
              <a:t>        System.out.println("valDouble : " + valDouble);</a:t>
            </a:r>
          </a:p>
          <a:p>
            <a:pPr lvl="1" algn="just">
              <a:spcBef>
                <a:spcPct val="10000"/>
              </a:spcBef>
              <a:buFontTx/>
              <a:buAutoNum type="arabicPeriod"/>
            </a:pPr>
            <a:r>
              <a:rPr lang="en-US" altLang="ja-JP" b="0">
                <a:latin typeface="ＭＳ ゴシック" panose="020B0609070205080204" pitchFamily="49" charset="-128"/>
                <a:ea typeface="ＭＳ ゴシック" panose="020B0609070205080204" pitchFamily="49" charset="-128"/>
              </a:rPr>
              <a:t>    }</a:t>
            </a:r>
          </a:p>
          <a:p>
            <a:pPr lvl="1" algn="just">
              <a:spcBef>
                <a:spcPct val="10000"/>
              </a:spcBef>
              <a:buFontTx/>
              <a:buAutoNum type="arabicPeriod"/>
            </a:pPr>
            <a:r>
              <a:rPr lang="en-US" altLang="ja-JP" b="0">
                <a:latin typeface="ＭＳ ゴシック" panose="020B0609070205080204" pitchFamily="49" charset="-128"/>
                <a:ea typeface="ＭＳ ゴシック" panose="020B0609070205080204" pitchFamily="49" charset="-128"/>
              </a:rPr>
              <a:t>}</a:t>
            </a:r>
            <a:endParaRPr lang="ja-JP" altLang="ja-JP" b="0">
              <a:latin typeface="ＭＳ ゴシック" panose="020B0609070205080204" pitchFamily="49" charset="-128"/>
              <a:ea typeface="ＭＳ ゴシック" panose="020B0609070205080204" pitchFamily="49" charset="-128"/>
            </a:endParaRPr>
          </a:p>
        </p:txBody>
      </p:sp>
      <p:sp>
        <p:nvSpPr>
          <p:cNvPr id="755720" name="Text Box 8">
            <a:extLst>
              <a:ext uri="{FF2B5EF4-FFF2-40B4-BE49-F238E27FC236}">
                <a16:creationId xmlns:a16="http://schemas.microsoft.com/office/drawing/2014/main" id="{6D89079E-AF10-64C0-B020-A4C18940C81A}"/>
              </a:ext>
            </a:extLst>
          </p:cNvPr>
          <p:cNvSpPr txBox="1">
            <a:spLocks noChangeArrowheads="1"/>
          </p:cNvSpPr>
          <p:nvPr/>
        </p:nvSpPr>
        <p:spPr bwMode="auto">
          <a:xfrm>
            <a:off x="719138" y="9074150"/>
            <a:ext cx="5772150" cy="828675"/>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1" tIns="19884" rIns="9941" bIns="9941"/>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187325"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1925"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nSpc>
                <a:spcPct val="70000"/>
              </a:lnSpc>
              <a:spcAft>
                <a:spcPct val="50000"/>
              </a:spcAft>
            </a:pPr>
            <a:r>
              <a:rPr lang="ja-JP" altLang="ja-JP" b="0">
                <a:latin typeface="ＭＳ ゴシック" panose="020B0609070205080204" pitchFamily="49" charset="-128"/>
                <a:ea typeface="ＭＳ ゴシック" panose="020B0609070205080204" pitchFamily="49" charset="-128"/>
              </a:rPr>
              <a:t>valInt : 4</a:t>
            </a:r>
          </a:p>
          <a:p>
            <a:pPr lvl="1">
              <a:lnSpc>
                <a:spcPct val="70000"/>
              </a:lnSpc>
              <a:spcAft>
                <a:spcPct val="50000"/>
              </a:spcAft>
            </a:pPr>
            <a:r>
              <a:rPr lang="ja-JP" altLang="ja-JP" b="0">
                <a:latin typeface="ＭＳ ゴシック" panose="020B0609070205080204" pitchFamily="49" charset="-128"/>
                <a:ea typeface="ＭＳ ゴシック" panose="020B0609070205080204" pitchFamily="49" charset="-128"/>
              </a:rPr>
              <a:t>valLong : 4</a:t>
            </a:r>
          </a:p>
          <a:p>
            <a:pPr lvl="1">
              <a:lnSpc>
                <a:spcPct val="70000"/>
              </a:lnSpc>
              <a:spcAft>
                <a:spcPct val="50000"/>
              </a:spcAft>
            </a:pPr>
            <a:r>
              <a:rPr lang="ja-JP" altLang="ja-JP" b="0">
                <a:latin typeface="ＭＳ ゴシック" panose="020B0609070205080204" pitchFamily="49" charset="-128"/>
                <a:ea typeface="ＭＳ ゴシック" panose="020B0609070205080204" pitchFamily="49" charset="-128"/>
              </a:rPr>
              <a:t>valFloat : 4.0</a:t>
            </a:r>
          </a:p>
          <a:p>
            <a:pPr lvl="1">
              <a:lnSpc>
                <a:spcPct val="70000"/>
              </a:lnSpc>
              <a:spcAft>
                <a:spcPct val="50000"/>
              </a:spcAft>
            </a:pPr>
            <a:r>
              <a:rPr lang="ja-JP" altLang="ja-JP" b="0">
                <a:latin typeface="ＭＳ ゴシック" panose="020B0609070205080204" pitchFamily="49" charset="-128"/>
                <a:ea typeface="ＭＳ ゴシック" panose="020B0609070205080204" pitchFamily="49" charset="-128"/>
              </a:rPr>
              <a:t>valDouble : 4.0</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1618" name="Rectangle 2">
            <a:extLst>
              <a:ext uri="{FF2B5EF4-FFF2-40B4-BE49-F238E27FC236}">
                <a16:creationId xmlns:a16="http://schemas.microsoft.com/office/drawing/2014/main" id="{84EADD06-961B-6DDF-F205-88FCCB0E7819}"/>
              </a:ext>
            </a:extLst>
          </p:cNvPr>
          <p:cNvSpPr>
            <a:spLocks noGrp="1" noRot="1" noChangeAspect="1" noChangeArrowheads="1" noTextEdit="1"/>
          </p:cNvSpPr>
          <p:nvPr>
            <p:ph type="sldImg"/>
          </p:nvPr>
        </p:nvSpPr>
        <p:spPr>
          <a:ln/>
        </p:spPr>
      </p:sp>
      <p:sp>
        <p:nvSpPr>
          <p:cNvPr id="751619" name="Rectangle 3">
            <a:extLst>
              <a:ext uri="{FF2B5EF4-FFF2-40B4-BE49-F238E27FC236}">
                <a16:creationId xmlns:a16="http://schemas.microsoft.com/office/drawing/2014/main" id="{F0D6919C-1293-0354-7F4B-448BBA179B6B}"/>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Convert kiểu tường minh</a:t>
            </a:r>
            <a:r>
              <a:rPr lang="ja-JP" altLang="en-US">
                <a:latin typeface="Arial" panose="020B0604020202020204" pitchFamily="34" charset="0"/>
              </a:rPr>
              <a:t>（</a:t>
            </a:r>
            <a:r>
              <a:rPr lang="en-US" altLang="ja-JP">
                <a:latin typeface="Arial" panose="020B0604020202020204" pitchFamily="34" charset="0"/>
              </a:rPr>
              <a:t>Cast</a:t>
            </a:r>
            <a:r>
              <a:rPr lang="ja-JP" altLang="en-US">
                <a:latin typeface="Arial" panose="020B0604020202020204" pitchFamily="34" charset="0"/>
              </a:rPr>
              <a:t>）</a:t>
            </a:r>
          </a:p>
          <a:p>
            <a:pPr marL="0" indent="0"/>
            <a:r>
              <a:rPr lang="ja-JP" altLang="en-US">
                <a:latin typeface="Arial" panose="020B0604020202020204" pitchFamily="34" charset="0"/>
              </a:rPr>
              <a:t>　</a:t>
            </a:r>
            <a:r>
              <a:rPr lang="en-US" altLang="ja-JP">
                <a:latin typeface="Arial" panose="020B0604020202020204" pitchFamily="34" charset="0"/>
              </a:rPr>
              <a:t>Ở Java, khi định gán một kiểu data có phạm vi sử dụng lớn hơn thành một kiểu data có phạm vi sử dụng nhỏ hơn  thì sẽ bị compile error </a:t>
            </a:r>
            <a:r>
              <a:rPr lang="ja-JP" altLang="en-US">
                <a:latin typeface="Arial" panose="020B0604020202020204" pitchFamily="34" charset="0"/>
              </a:rPr>
              <a:t>「</a:t>
            </a:r>
            <a:r>
              <a:rPr lang="en-US" altLang="ja-JP">
                <a:latin typeface="Arial" panose="020B0604020202020204" pitchFamily="34" charset="0"/>
              </a:rPr>
              <a:t>Có thể độ chính xác sẽ bị giảm</a:t>
            </a:r>
            <a:r>
              <a:rPr lang="ja-JP" altLang="en-US">
                <a:latin typeface="Arial" panose="020B0604020202020204" pitchFamily="34" charset="0"/>
              </a:rPr>
              <a:t>」</a:t>
            </a:r>
            <a:r>
              <a:rPr lang="en-US" altLang="ja-JP">
                <a:latin typeface="Arial" panose="020B0604020202020204" pitchFamily="34" charset="0"/>
              </a:rPr>
              <a:t>và việc convert không tường minh sẽ không được tiến hành nữa.</a:t>
            </a:r>
          </a:p>
          <a:p>
            <a:pPr marL="0" indent="0"/>
            <a:r>
              <a:rPr lang="ja-JP" altLang="en-US">
                <a:latin typeface="Arial" panose="020B0604020202020204" pitchFamily="34" charset="0"/>
              </a:rPr>
              <a:t>　</a:t>
            </a:r>
            <a:r>
              <a:rPr lang="en-US" altLang="ja-JP">
                <a:latin typeface="Arial" panose="020B0604020202020204" pitchFamily="34" charset="0"/>
              </a:rPr>
              <a:t>Trường hợp muốn tiến hành việc gán kiểu như thế này thì phải tiến hành chỉ định convert kiểu tường minh (cast).</a:t>
            </a:r>
          </a:p>
          <a:p>
            <a:pPr marL="0" indent="0"/>
            <a:r>
              <a:rPr lang="ja-JP" altLang="en-US">
                <a:latin typeface="Arial" panose="020B0604020202020204" pitchFamily="34" charset="0"/>
              </a:rPr>
              <a:t>　</a:t>
            </a:r>
            <a:r>
              <a:rPr lang="en-US" altLang="ja-JP">
                <a:latin typeface="Arial" panose="020B0604020202020204" pitchFamily="34" charset="0"/>
              </a:rPr>
              <a:t>Không thể cast </a:t>
            </a:r>
            <a:r>
              <a:rPr lang="en-US" altLang="ja-JP">
                <a:latin typeface="Arial" panose="020B0604020202020204" pitchFamily="34" charset="0"/>
                <a:ea typeface="ＭＳ ゴシック" panose="020B0609070205080204" pitchFamily="49" charset="-128"/>
              </a:rPr>
              <a:t>các kiểu data khác với </a:t>
            </a:r>
            <a:r>
              <a:rPr lang="en-US" altLang="ja-JP">
                <a:latin typeface="Arial" panose="020B0604020202020204" pitchFamily="34" charset="0"/>
              </a:rPr>
              <a:t>kiểu </a:t>
            </a:r>
            <a:r>
              <a:rPr lang="en-US" altLang="ja-JP">
                <a:latin typeface="Arial" panose="020B0604020202020204" pitchFamily="34" charset="0"/>
                <a:ea typeface="ＭＳ ゴシック" panose="020B0609070205080204" pitchFamily="49" charset="-128"/>
              </a:rPr>
              <a:t>boolean .</a:t>
            </a:r>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Chỉ định convert kiểu tường minh trong trường hợp có thể convert không tường minh cũng không sao.</a:t>
            </a:r>
          </a:p>
          <a:p>
            <a:pPr marL="0" indent="0"/>
            <a:endParaRPr lang="en-US" altLang="ja-JP">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9810" name="Rectangle 2">
            <a:extLst>
              <a:ext uri="{FF2B5EF4-FFF2-40B4-BE49-F238E27FC236}">
                <a16:creationId xmlns:a16="http://schemas.microsoft.com/office/drawing/2014/main" id="{12169B4F-E725-2865-288B-12AC4D9E5716}"/>
              </a:ext>
            </a:extLst>
          </p:cNvPr>
          <p:cNvSpPr>
            <a:spLocks noGrp="1" noRot="1" noChangeAspect="1" noChangeArrowheads="1" noTextEdit="1"/>
          </p:cNvSpPr>
          <p:nvPr>
            <p:ph type="sldImg"/>
          </p:nvPr>
        </p:nvSpPr>
        <p:spPr>
          <a:xfrm>
            <a:off x="531813" y="835025"/>
            <a:ext cx="6024562" cy="4170363"/>
          </a:xfrm>
          <a:ln/>
        </p:spPr>
      </p:sp>
      <p:sp>
        <p:nvSpPr>
          <p:cNvPr id="759811" name="Rectangle 3">
            <a:extLst>
              <a:ext uri="{FF2B5EF4-FFF2-40B4-BE49-F238E27FC236}">
                <a16:creationId xmlns:a16="http://schemas.microsoft.com/office/drawing/2014/main" id="{F1FE55F9-CB61-70C6-475E-7715D118963D}"/>
              </a:ext>
            </a:extLst>
          </p:cNvPr>
          <p:cNvSpPr>
            <a:spLocks noGrp="1" noChangeArrowheads="1"/>
          </p:cNvSpPr>
          <p:nvPr>
            <p:ph type="body" idx="1"/>
          </p:nvPr>
        </p:nvSpPr>
        <p:spPr/>
        <p:txBody>
          <a:bodyPr/>
          <a:lstStyle/>
          <a:p>
            <a:pPr marL="0" indent="0"/>
            <a:r>
              <a:rPr lang="zh-TW" altLang="en-US">
                <a:latin typeface="Arial" panose="020B0604020202020204" pitchFamily="34" charset="0"/>
              </a:rPr>
              <a:t>●　</a:t>
            </a:r>
            <a:r>
              <a:rPr lang="en-US" altLang="ja-JP">
                <a:latin typeface="Arial" panose="020B0604020202020204" pitchFamily="34" charset="0"/>
              </a:rPr>
              <a:t>Ví dụ</a:t>
            </a:r>
            <a:endParaRPr lang="en-US" altLang="zh-TW">
              <a:latin typeface="Arial" panose="020B0604020202020204" pitchFamily="34" charset="0"/>
            </a:endParaRPr>
          </a:p>
          <a:p>
            <a:pPr marL="0" indent="0"/>
            <a:endParaRPr lang="zh-TW" altLang="en-US">
              <a:latin typeface="Arial" panose="020B0604020202020204" pitchFamily="34" charset="0"/>
            </a:endParaRPr>
          </a:p>
          <a:p>
            <a:pPr marL="0" indent="0"/>
            <a:endParaRPr lang="zh-TW" altLang="en-US">
              <a:latin typeface="Arial" panose="020B0604020202020204" pitchFamily="34" charset="0"/>
            </a:endParaRPr>
          </a:p>
          <a:p>
            <a:pPr marL="0" indent="0"/>
            <a:endParaRPr lang="zh-TW" altLang="en-US">
              <a:latin typeface="Arial" panose="020B0604020202020204" pitchFamily="34" charset="0"/>
            </a:endParaRPr>
          </a:p>
          <a:p>
            <a:pPr marL="0" indent="0"/>
            <a:endParaRPr lang="zh-TW" altLang="en-US">
              <a:latin typeface="Arial" panose="020B0604020202020204" pitchFamily="34" charset="0"/>
            </a:endParaRPr>
          </a:p>
          <a:p>
            <a:pPr marL="0" indent="0"/>
            <a:endParaRPr lang="zh-TW" altLang="en-US">
              <a:latin typeface="Arial" panose="020B0604020202020204" pitchFamily="34" charset="0"/>
            </a:endParaRPr>
          </a:p>
          <a:p>
            <a:pPr marL="0" indent="0"/>
            <a:endParaRPr lang="zh-TW" altLang="en-US">
              <a:latin typeface="Arial" panose="020B0604020202020204" pitchFamily="34" charset="0"/>
            </a:endParaRPr>
          </a:p>
          <a:p>
            <a:pPr marL="0" indent="0"/>
            <a:endParaRPr lang="zh-TW" altLang="en-US">
              <a:latin typeface="Arial" panose="020B0604020202020204" pitchFamily="34" charset="0"/>
            </a:endParaRPr>
          </a:p>
          <a:p>
            <a:pPr marL="0" indent="0"/>
            <a:endParaRPr lang="zh-TW" altLang="en-US">
              <a:latin typeface="Arial" panose="020B0604020202020204" pitchFamily="34" charset="0"/>
            </a:endParaRPr>
          </a:p>
          <a:p>
            <a:pPr marL="0" indent="0"/>
            <a:r>
              <a:rPr lang="zh-TW" altLang="en-US">
                <a:latin typeface="Arial" panose="020B0604020202020204" pitchFamily="34" charset="0"/>
              </a:rPr>
              <a:t>●　</a:t>
            </a:r>
            <a:r>
              <a:rPr lang="en-US" altLang="ja-JP">
                <a:latin typeface="Arial" panose="020B0604020202020204" pitchFamily="34" charset="0"/>
              </a:rPr>
              <a:t>Kết quả thực hiện</a:t>
            </a:r>
            <a:endParaRPr lang="zh-TW" altLang="ja-JP">
              <a:latin typeface="Arial" panose="020B0604020202020204" pitchFamily="34" charset="0"/>
            </a:endParaRPr>
          </a:p>
          <a:p>
            <a:pPr marL="0" indent="0"/>
            <a:endParaRPr lang="zh-TW" altLang="en-US">
              <a:latin typeface="Arial" panose="020B0604020202020204" pitchFamily="34" charset="0"/>
            </a:endParaRPr>
          </a:p>
          <a:p>
            <a:pPr marL="0" indent="0"/>
            <a:endParaRPr lang="zh-TW" altLang="en-US">
              <a:latin typeface="Arial" panose="020B0604020202020204" pitchFamily="34" charset="0"/>
            </a:endParaRPr>
          </a:p>
          <a:p>
            <a:pPr marL="0" indent="0"/>
            <a:endParaRPr lang="zh-TW" altLang="en-US">
              <a:latin typeface="Arial" panose="020B0604020202020204" pitchFamily="34" charset="0"/>
            </a:endParaRPr>
          </a:p>
          <a:p>
            <a:pPr marL="0" indent="0"/>
            <a:endParaRPr lang="zh-TW" altLang="en-US">
              <a:latin typeface="Arial" panose="020B0604020202020204" pitchFamily="34" charset="0"/>
            </a:endParaRPr>
          </a:p>
          <a:p>
            <a:pPr marL="0" indent="0"/>
            <a:endParaRPr lang="zh-TW" altLang="en-US">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Convert kiểu tường minh</a:t>
            </a:r>
            <a:r>
              <a:rPr lang="ja-JP" altLang="en-US">
                <a:latin typeface="Arial" panose="020B0604020202020204" pitchFamily="34" charset="0"/>
              </a:rPr>
              <a:t>（</a:t>
            </a:r>
            <a:r>
              <a:rPr lang="en-US" altLang="ja-JP">
                <a:latin typeface="Arial" panose="020B0604020202020204" pitchFamily="34" charset="0"/>
              </a:rPr>
              <a:t>cast</a:t>
            </a:r>
            <a:r>
              <a:rPr lang="ja-JP" altLang="en-US">
                <a:latin typeface="Arial" panose="020B0604020202020204" pitchFamily="34" charset="0"/>
              </a:rPr>
              <a:t>）</a:t>
            </a:r>
            <a:r>
              <a:rPr lang="en-US" altLang="ja-JP">
                <a:latin typeface="Arial" panose="020B0604020202020204" pitchFamily="34" charset="0"/>
              </a:rPr>
              <a:t>và giá trị</a:t>
            </a:r>
          </a:p>
          <a:p>
            <a:pPr marL="0" indent="0"/>
            <a:r>
              <a:rPr lang="ja-JP" altLang="en-US">
                <a:latin typeface="Arial" panose="020B0604020202020204" pitchFamily="34" charset="0"/>
              </a:rPr>
              <a:t>　</a:t>
            </a:r>
            <a:r>
              <a:rPr lang="en-US" altLang="ja-JP">
                <a:latin typeface="Arial" panose="020B0604020202020204" pitchFamily="34" charset="0"/>
              </a:rPr>
              <a:t>Nếu tiến hành convert kiểu tường minh, cũng có trường hợp data bị thiếu và biến đổi thành một giá trị hoàn toàn khác.</a:t>
            </a:r>
          </a:p>
          <a:p>
            <a:pPr marL="0" indent="0"/>
            <a:r>
              <a:rPr lang="ja-JP" altLang="en-US">
                <a:latin typeface="Arial" panose="020B0604020202020204" pitchFamily="34" charset="0"/>
              </a:rPr>
              <a:t>　</a:t>
            </a:r>
            <a:r>
              <a:rPr lang="en-US" altLang="ja-JP">
                <a:latin typeface="Arial" panose="020B0604020202020204" pitchFamily="34" charset="0"/>
              </a:rPr>
              <a:t>Ví dụ, Khi cast </a:t>
            </a:r>
            <a:r>
              <a:rPr lang="ja-JP" altLang="en-US">
                <a:latin typeface="Arial" panose="020B0604020202020204" pitchFamily="34" charset="0"/>
              </a:rPr>
              <a:t>「</a:t>
            </a:r>
            <a:r>
              <a:rPr lang="en-US" altLang="ja-JP">
                <a:latin typeface="Arial" panose="020B0604020202020204" pitchFamily="34" charset="0"/>
              </a:rPr>
              <a:t>1234567</a:t>
            </a:r>
            <a:r>
              <a:rPr lang="ja-JP" altLang="en-US">
                <a:latin typeface="Arial" panose="020B0604020202020204" pitchFamily="34" charset="0"/>
              </a:rPr>
              <a:t>」 </a:t>
            </a:r>
            <a:r>
              <a:rPr lang="en-US" altLang="ja-JP">
                <a:latin typeface="Arial" panose="020B0604020202020204" pitchFamily="34" charset="0"/>
              </a:rPr>
              <a:t>của kiểu </a:t>
            </a:r>
            <a:r>
              <a:rPr lang="en-US" altLang="ja-JP">
                <a:latin typeface="Arial" panose="020B0604020202020204" pitchFamily="34" charset="0"/>
                <a:ea typeface="ＭＳ ゴシック" panose="020B0609070205080204" pitchFamily="49" charset="-128"/>
              </a:rPr>
              <a:t>int thành kiểu byte thì chỉ có mỗi thông tin của 1 byte ở vị trí thấp nhất được ép kiểu mà thôi.</a:t>
            </a:r>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Giá trị đã cast bị biến đổi thành </a:t>
            </a:r>
            <a:r>
              <a:rPr lang="ja-JP" altLang="en-US">
                <a:latin typeface="Arial" panose="020B0604020202020204" pitchFamily="34" charset="0"/>
              </a:rPr>
              <a:t>「</a:t>
            </a:r>
            <a:r>
              <a:rPr lang="en-US" altLang="ja-JP">
                <a:latin typeface="Arial" panose="020B0604020202020204" pitchFamily="34" charset="0"/>
              </a:rPr>
              <a:t>-121</a:t>
            </a:r>
            <a:r>
              <a:rPr lang="ja-JP" altLang="en-US">
                <a:latin typeface="Arial" panose="020B0604020202020204" pitchFamily="34" charset="0"/>
              </a:rPr>
              <a:t>」</a:t>
            </a:r>
            <a:r>
              <a:rPr lang="en-US" altLang="ja-JP">
                <a:latin typeface="Arial" panose="020B0604020202020204" pitchFamily="34" charset="0"/>
              </a:rPr>
              <a:t>.</a:t>
            </a:r>
          </a:p>
          <a:p>
            <a:pPr marL="0" indent="0"/>
            <a:r>
              <a:rPr lang="ja-JP" altLang="en-US">
                <a:latin typeface="Arial" panose="020B0604020202020204" pitchFamily="34" charset="0"/>
              </a:rPr>
              <a:t>　</a:t>
            </a:r>
            <a:r>
              <a:rPr lang="en-US" altLang="ja-JP">
                <a:latin typeface="Arial" panose="020B0604020202020204" pitchFamily="34" charset="0"/>
              </a:rPr>
              <a:t>Việc convert kiểu tường minh sẽ không bị compile error nhưng giá trị có nguy cơ bị hư hại nên hãy thật chú ý khi sử dụng.</a:t>
            </a:r>
          </a:p>
          <a:p>
            <a:pPr marL="0" indent="0"/>
            <a:endParaRPr lang="en-US" altLang="ja-JP">
              <a:latin typeface="Arial" panose="020B0604020202020204" pitchFamily="34" charset="0"/>
            </a:endParaRPr>
          </a:p>
          <a:p>
            <a:pPr marL="0" indent="0"/>
            <a:r>
              <a:rPr lang="en-US" altLang="ja-JP">
                <a:latin typeface="Arial" panose="020B0604020202020204" pitchFamily="34" charset="0"/>
                <a:ea typeface="ＭＳ ゴシック" panose="020B0609070205080204" pitchFamily="49" charset="-128"/>
              </a:rPr>
              <a:t>Ví dụ) int val1 = 1234567;</a:t>
            </a:r>
          </a:p>
          <a:p>
            <a:pPr marL="0" indent="0"/>
            <a:r>
              <a:rPr lang="en-US" altLang="ja-JP">
                <a:latin typeface="Arial" panose="020B0604020202020204" pitchFamily="34" charset="0"/>
                <a:ea typeface="ＭＳ ゴシック" panose="020B0609070205080204" pitchFamily="49" charset="-128"/>
              </a:rPr>
              <a:t>    byte val2 = (byte)val1;</a:t>
            </a:r>
          </a:p>
          <a:p>
            <a:pPr marL="0" indent="0"/>
            <a:r>
              <a:rPr lang="en-US" altLang="ja-JP">
                <a:latin typeface="Arial" panose="020B0604020202020204" pitchFamily="34" charset="0"/>
                <a:ea typeface="ＭＳ ゴシック" panose="020B0609070205080204" pitchFamily="49" charset="-128"/>
              </a:rPr>
              <a:t>    System.out.println(val2);</a:t>
            </a:r>
            <a:r>
              <a:rPr lang="ja-JP" altLang="en-US">
                <a:latin typeface="Arial" panose="020B0604020202020204" pitchFamily="34" charset="0"/>
                <a:ea typeface="ＭＳ ゴシック" panose="020B0609070205080204" pitchFamily="49" charset="-128"/>
              </a:rPr>
              <a:t>　　</a:t>
            </a:r>
            <a:r>
              <a:rPr lang="en-US" altLang="ja-JP">
                <a:latin typeface="Arial" panose="020B0604020202020204" pitchFamily="34" charset="0"/>
                <a:ea typeface="ＭＳ ゴシック" panose="020B0609070205080204" pitchFamily="49" charset="-128"/>
              </a:rPr>
              <a:t>// Hiển thị là</a:t>
            </a:r>
            <a:r>
              <a:rPr lang="ja-JP" altLang="en-US">
                <a:latin typeface="Arial" panose="020B0604020202020204" pitchFamily="34" charset="0"/>
                <a:ea typeface="ＭＳ ゴシック" panose="020B0609070205080204" pitchFamily="49" charset="-128"/>
              </a:rPr>
              <a:t>「</a:t>
            </a:r>
            <a:r>
              <a:rPr lang="en-US" altLang="ja-JP">
                <a:latin typeface="Arial" panose="020B0604020202020204" pitchFamily="34" charset="0"/>
                <a:ea typeface="ＭＳ ゴシック" panose="020B0609070205080204" pitchFamily="49" charset="-128"/>
              </a:rPr>
              <a:t>-121</a:t>
            </a:r>
            <a:r>
              <a:rPr lang="ja-JP" altLang="en-US">
                <a:latin typeface="Arial" panose="020B0604020202020204" pitchFamily="34" charset="0"/>
                <a:ea typeface="ＭＳ ゴシック" panose="020B0609070205080204" pitchFamily="49" charset="-128"/>
              </a:rPr>
              <a:t>」</a:t>
            </a:r>
          </a:p>
          <a:p>
            <a:pPr marL="0" indent="0"/>
            <a:endParaRPr lang="ja-JP" altLang="en-US">
              <a:latin typeface="Arial" panose="020B0604020202020204" pitchFamily="34" charset="0"/>
              <a:ea typeface="ＭＳ ゴシック" panose="020B0609070205080204" pitchFamily="49" charset="-128"/>
            </a:endParaRPr>
          </a:p>
          <a:p>
            <a:pPr marL="0" indent="0"/>
            <a:endParaRPr lang="zh-TW" altLang="en-US">
              <a:latin typeface="Arial" panose="020B0604020202020204" pitchFamily="34" charset="0"/>
            </a:endParaRPr>
          </a:p>
          <a:p>
            <a:pPr marL="0" indent="0"/>
            <a:endParaRPr lang="en-US" altLang="ja-JP">
              <a:latin typeface="Arial" panose="020B0604020202020204" pitchFamily="34" charset="0"/>
            </a:endParaRPr>
          </a:p>
        </p:txBody>
      </p:sp>
      <p:sp>
        <p:nvSpPr>
          <p:cNvPr id="759842" name="Text Box 34">
            <a:extLst>
              <a:ext uri="{FF2B5EF4-FFF2-40B4-BE49-F238E27FC236}">
                <a16:creationId xmlns:a16="http://schemas.microsoft.com/office/drawing/2014/main" id="{A185C2DB-1FFE-651E-D53C-5EB60932CA8A}"/>
              </a:ext>
            </a:extLst>
          </p:cNvPr>
          <p:cNvSpPr txBox="1">
            <a:spLocks noChangeArrowheads="1"/>
          </p:cNvSpPr>
          <p:nvPr/>
        </p:nvSpPr>
        <p:spPr bwMode="auto">
          <a:xfrm>
            <a:off x="719138" y="5537200"/>
            <a:ext cx="5770562" cy="985838"/>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1" tIns="19884" rIns="9941" bIns="9941"/>
          <a:lstStyle>
            <a:lvl1pPr marL="358775" indent="-358775" defTabSz="447675">
              <a:defRPr kumimoji="1">
                <a:solidFill>
                  <a:schemeClr val="tx1"/>
                </a:solidFill>
                <a:latin typeface="Arial" panose="020B0604020202020204" pitchFamily="34" charset="0"/>
                <a:ea typeface="ＭＳ Ｐゴシック" panose="020B0600070205080204" pitchFamily="50" charset="-128"/>
              </a:defRPr>
            </a:lvl1pPr>
            <a:lvl2pPr marL="536575" indent="-357188" defTabSz="447675">
              <a:defRPr kumimoji="1">
                <a:solidFill>
                  <a:schemeClr val="tx1"/>
                </a:solidFill>
                <a:latin typeface="Arial" panose="020B0604020202020204" pitchFamily="34" charset="0"/>
                <a:ea typeface="ＭＳ Ｐゴシック" panose="020B0600070205080204" pitchFamily="50" charset="-128"/>
              </a:defRPr>
            </a:lvl2pPr>
            <a:lvl3pPr marL="1312863" indent="-358775" defTabSz="447675">
              <a:defRPr kumimoji="1">
                <a:solidFill>
                  <a:schemeClr val="tx1"/>
                </a:solidFill>
                <a:latin typeface="Arial" panose="020B0604020202020204" pitchFamily="34" charset="0"/>
                <a:ea typeface="ＭＳ Ｐゴシック" panose="020B0600070205080204" pitchFamily="50" charset="-128"/>
              </a:defRPr>
            </a:lvl3pPr>
            <a:lvl4pPr marL="1790700" indent="-358775" defTabSz="447675">
              <a:defRPr kumimoji="1">
                <a:solidFill>
                  <a:schemeClr val="tx1"/>
                </a:solidFill>
                <a:latin typeface="Arial" panose="020B0604020202020204" pitchFamily="34" charset="0"/>
                <a:ea typeface="ＭＳ Ｐゴシック" panose="020B0600070205080204" pitchFamily="50" charset="-128"/>
              </a:defRPr>
            </a:lvl4pPr>
            <a:lvl5pPr marL="2266950" indent="-357188" defTabSz="447675">
              <a:defRPr kumimoji="1">
                <a:solidFill>
                  <a:schemeClr val="tx1"/>
                </a:solidFill>
                <a:latin typeface="Arial" panose="020B0604020202020204" pitchFamily="34" charset="0"/>
                <a:ea typeface="ＭＳ Ｐゴシック" panose="020B0600070205080204" pitchFamily="50" charset="-128"/>
              </a:defRPr>
            </a:lvl5pPr>
            <a:lvl6pPr marL="2724150" indent="-357188" defTabSz="4476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3181350" indent="-357188" defTabSz="4476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638550" indent="-357188" defTabSz="4476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4095750" indent="-357188" defTabSz="4476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spcBef>
                <a:spcPct val="10000"/>
              </a:spcBef>
              <a:buFontTx/>
              <a:buAutoNum type="arabicPeriod"/>
            </a:pPr>
            <a:r>
              <a:rPr lang="en-US" altLang="en-US" b="0">
                <a:latin typeface="ＭＳ ゴシック" panose="020B0609070205080204" pitchFamily="49" charset="-128"/>
                <a:ea typeface="ＭＳ ゴシック" panose="020B0609070205080204" pitchFamily="49" charset="-128"/>
              </a:rPr>
              <a:t>double valDouble = 1.6;</a:t>
            </a:r>
          </a:p>
          <a:p>
            <a:pPr lvl="1" algn="just">
              <a:spcBef>
                <a:spcPct val="10000"/>
              </a:spcBef>
              <a:buFontTx/>
              <a:buAutoNum type="arabicPeriod"/>
            </a:pPr>
            <a:r>
              <a:rPr lang="en-US" altLang="en-US" b="0">
                <a:latin typeface="ＭＳ ゴシック" panose="020B0609070205080204" pitchFamily="49" charset="-128"/>
                <a:ea typeface="ＭＳ ゴシック" panose="020B0609070205080204" pitchFamily="49" charset="-128"/>
              </a:rPr>
              <a:t>int valInt1 = (int)valDouble;</a:t>
            </a:r>
          </a:p>
          <a:p>
            <a:pPr lvl="1" algn="just">
              <a:spcBef>
                <a:spcPct val="10000"/>
              </a:spcBef>
              <a:buFontTx/>
              <a:buAutoNum type="arabicPeriod"/>
            </a:pPr>
            <a:r>
              <a:rPr lang="en-US" altLang="en-US" b="0">
                <a:latin typeface="ＭＳ ゴシック" panose="020B0609070205080204" pitchFamily="49" charset="-128"/>
                <a:ea typeface="ＭＳ ゴシック" panose="020B0609070205080204" pitchFamily="49" charset="-128"/>
              </a:rPr>
              <a:t>System.out.println("valInt1 : " + valInt1);</a:t>
            </a:r>
            <a:endParaRPr lang="en-US" altLang="ja-JP" b="0">
              <a:latin typeface="ＭＳ ゴシック" panose="020B0609070205080204" pitchFamily="49" charset="-128"/>
              <a:ea typeface="ＭＳ ゴシック" panose="020B0609070205080204" pitchFamily="49" charset="-128"/>
            </a:endParaRPr>
          </a:p>
          <a:p>
            <a:pPr lvl="1" algn="just">
              <a:spcBef>
                <a:spcPct val="10000"/>
              </a:spcBef>
              <a:buFontTx/>
              <a:buAutoNum type="arabicPeriod"/>
            </a:pPr>
            <a:r>
              <a:rPr lang="en-US" altLang="en-US" b="0">
                <a:latin typeface="ＭＳ ゴシック" panose="020B0609070205080204" pitchFamily="49" charset="-128"/>
                <a:ea typeface="ＭＳ ゴシック" panose="020B0609070205080204" pitchFamily="49" charset="-128"/>
              </a:rPr>
              <a:t>int valInt2 = (int)(2 * 1.6);</a:t>
            </a:r>
          </a:p>
          <a:p>
            <a:pPr lvl="1" algn="just">
              <a:spcBef>
                <a:spcPct val="10000"/>
              </a:spcBef>
              <a:buFontTx/>
              <a:buAutoNum type="arabicPeriod"/>
            </a:pPr>
            <a:r>
              <a:rPr lang="en-US" altLang="en-US" b="0">
                <a:latin typeface="ＭＳ ゴシック" panose="020B0609070205080204" pitchFamily="49" charset="-128"/>
                <a:ea typeface="ＭＳ ゴシック" panose="020B0609070205080204" pitchFamily="49" charset="-128"/>
              </a:rPr>
              <a:t>System.out.println("valInt2 : " + valInt2);</a:t>
            </a:r>
          </a:p>
        </p:txBody>
      </p:sp>
      <p:sp>
        <p:nvSpPr>
          <p:cNvPr id="759843" name="Text Box 35">
            <a:extLst>
              <a:ext uri="{FF2B5EF4-FFF2-40B4-BE49-F238E27FC236}">
                <a16:creationId xmlns:a16="http://schemas.microsoft.com/office/drawing/2014/main" id="{042564B5-4EAC-37E5-4B77-DFAFFB9F4546}"/>
              </a:ext>
            </a:extLst>
          </p:cNvPr>
          <p:cNvSpPr txBox="1">
            <a:spLocks noChangeArrowheads="1"/>
          </p:cNvSpPr>
          <p:nvPr/>
        </p:nvSpPr>
        <p:spPr bwMode="auto">
          <a:xfrm>
            <a:off x="719138" y="6931025"/>
            <a:ext cx="5772150" cy="428625"/>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1" tIns="19884" rIns="9941" bIns="9941"/>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187325"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1925"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spcBef>
                <a:spcPct val="10000"/>
              </a:spcBef>
              <a:spcAft>
                <a:spcPct val="10000"/>
              </a:spcAft>
            </a:pPr>
            <a:r>
              <a:rPr lang="en-US" altLang="ja-JP" b="0">
                <a:latin typeface="ＭＳ ゴシック" panose="020B0609070205080204" pitchFamily="49" charset="-128"/>
                <a:ea typeface="ＭＳ ゴシック" panose="020B0609070205080204" pitchFamily="49" charset="-128"/>
              </a:rPr>
              <a:t>valInt1 : 1</a:t>
            </a:r>
          </a:p>
          <a:p>
            <a:pPr lvl="1">
              <a:spcBef>
                <a:spcPct val="10000"/>
              </a:spcBef>
              <a:spcAft>
                <a:spcPct val="10000"/>
              </a:spcAft>
            </a:pPr>
            <a:r>
              <a:rPr lang="en-US" altLang="ja-JP" b="0">
                <a:latin typeface="ＭＳ ゴシック" panose="020B0609070205080204" pitchFamily="49" charset="-128"/>
                <a:ea typeface="ＭＳ ゴシック" panose="020B0609070205080204" pitchFamily="49" charset="-128"/>
              </a:rPr>
              <a:t>valInt2 : 3</a:t>
            </a:r>
            <a:endParaRPr lang="ja-JP" altLang="ja-JP" b="0">
              <a:latin typeface="ＭＳ ゴシック" panose="020B0609070205080204" pitchFamily="49" charset="-128"/>
              <a:ea typeface="ＭＳ ゴシック" panose="020B0609070205080204" pitchFamily="49" charset="-128"/>
            </a:endParaRPr>
          </a:p>
        </p:txBody>
      </p:sp>
      <p:sp>
        <p:nvSpPr>
          <p:cNvPr id="759847" name="AutoShape 39">
            <a:extLst>
              <a:ext uri="{FF2B5EF4-FFF2-40B4-BE49-F238E27FC236}">
                <a16:creationId xmlns:a16="http://schemas.microsoft.com/office/drawing/2014/main" id="{CF194613-A38E-3CE0-96CE-A21820F1CA37}"/>
              </a:ext>
            </a:extLst>
          </p:cNvPr>
          <p:cNvSpPr>
            <a:spLocks noChangeArrowheads="1"/>
          </p:cNvSpPr>
          <p:nvPr/>
        </p:nvSpPr>
        <p:spPr bwMode="auto">
          <a:xfrm>
            <a:off x="747713" y="9536113"/>
            <a:ext cx="5789612" cy="517525"/>
          </a:xfrm>
          <a:prstGeom prst="wedgeRoundRectCallout">
            <a:avLst>
              <a:gd name="adj1" fmla="val 153"/>
              <a:gd name="adj2" fmla="val -88037"/>
              <a:gd name="adj3" fmla="val 16667"/>
            </a:avLst>
          </a:prstGeom>
          <a:solidFill>
            <a:srgbClr val="FFCC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11" tIns="45707" rIns="91411" bIns="45707" anchor="ctr"/>
          <a:lstStyle/>
          <a:p>
            <a:r>
              <a:rPr lang="en-US" altLang="ja-JP" sz="800" b="0"/>
              <a:t>【Tham khảo】</a:t>
            </a:r>
          </a:p>
          <a:p>
            <a:r>
              <a:rPr lang="en-US" altLang="ja-JP" sz="800" b="0"/>
              <a:t>1 byte thấp nhất của 1234567 trong hệ cơ số 10 </a:t>
            </a:r>
            <a:r>
              <a:rPr lang="ja-JP" altLang="en-US" sz="800" b="0"/>
              <a:t>（</a:t>
            </a:r>
            <a:r>
              <a:rPr lang="en-US" altLang="ja-JP" sz="800" b="0"/>
              <a:t>hệ cơ số 2là 100101101011010000111</a:t>
            </a:r>
            <a:r>
              <a:rPr lang="ja-JP" altLang="en-US" sz="800" b="0"/>
              <a:t>）</a:t>
            </a:r>
            <a:r>
              <a:rPr lang="en-US" altLang="ja-JP" sz="800" b="0"/>
              <a:t>là </a:t>
            </a:r>
            <a:r>
              <a:rPr lang="en-US" altLang="en-US" sz="800" b="0"/>
              <a:t>10000111</a:t>
            </a:r>
            <a:r>
              <a:rPr lang="en-US" altLang="ja-JP" sz="800" b="0"/>
              <a:t>.</a:t>
            </a:r>
            <a:br>
              <a:rPr lang="en-US" altLang="ja-JP" sz="800" b="0"/>
            </a:br>
            <a:r>
              <a:rPr lang="en-US" altLang="ja-JP" sz="800" b="0"/>
              <a:t>Số này là phần bù 2 của 01111001</a:t>
            </a:r>
            <a:r>
              <a:rPr lang="ja-JP" altLang="en-US" sz="800" b="0"/>
              <a:t>（ </a:t>
            </a:r>
            <a:r>
              <a:rPr lang="en-US" altLang="ja-JP" sz="800" b="0"/>
              <a:t>121 của hệ cơ số 10 </a:t>
            </a:r>
            <a:r>
              <a:rPr lang="ja-JP" altLang="en-US" sz="800" b="0"/>
              <a:t>） </a:t>
            </a:r>
            <a:r>
              <a:rPr lang="en-US" altLang="ja-JP" sz="800" b="0"/>
              <a:t>và hiển thị giá trị âm của 121 của hệ cơ số 10 </a:t>
            </a:r>
            <a:r>
              <a:rPr lang="ja-JP" altLang="en-US" sz="800" b="0"/>
              <a:t>（</a:t>
            </a:r>
            <a:r>
              <a:rPr lang="en-US" altLang="ja-JP" sz="800" b="0"/>
              <a:t>-121</a:t>
            </a:r>
            <a:r>
              <a:rPr lang="ja-JP" altLang="en-US" sz="800" b="0"/>
              <a:t>）</a:t>
            </a:r>
            <a:r>
              <a:rPr lang="en-US" altLang="ja-JP" sz="800" b="0"/>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3426" name="Rectangle 2">
            <a:extLst>
              <a:ext uri="{FF2B5EF4-FFF2-40B4-BE49-F238E27FC236}">
                <a16:creationId xmlns:a16="http://schemas.microsoft.com/office/drawing/2014/main" id="{EEEE755C-53ED-2A37-2F18-C4ABE85A674F}"/>
              </a:ext>
            </a:extLst>
          </p:cNvPr>
          <p:cNvSpPr>
            <a:spLocks noGrp="1" noRot="1" noChangeAspect="1" noChangeArrowheads="1" noTextEdit="1"/>
          </p:cNvSpPr>
          <p:nvPr>
            <p:ph type="sldImg"/>
          </p:nvPr>
        </p:nvSpPr>
        <p:spPr>
          <a:ln/>
        </p:spPr>
      </p:sp>
      <p:sp>
        <p:nvSpPr>
          <p:cNvPr id="743427" name="Rectangle 3">
            <a:extLst>
              <a:ext uri="{FF2B5EF4-FFF2-40B4-BE49-F238E27FC236}">
                <a16:creationId xmlns:a16="http://schemas.microsoft.com/office/drawing/2014/main" id="{B317E05D-8AD5-5019-0411-60A77AA88C5E}"/>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Convert qua lại giữa chuỗi ký tự và giá trị số</a:t>
            </a:r>
          </a:p>
          <a:p>
            <a:pPr marL="0" indent="0"/>
            <a:r>
              <a:rPr lang="ja-JP" altLang="en-US">
                <a:latin typeface="Arial" panose="020B0604020202020204" pitchFamily="34" charset="0"/>
              </a:rPr>
              <a:t>　</a:t>
            </a:r>
            <a:r>
              <a:rPr lang="en-US" altLang="ja-JP">
                <a:latin typeface="Arial" panose="020B0604020202020204" pitchFamily="34" charset="0"/>
              </a:rPr>
              <a:t>Ở Java, ngay cả convert giữa chuỗi ký tự và kiểu data cơ bản, thông thường cũng không được tiến hành tự động.</a:t>
            </a:r>
          </a:p>
          <a:p>
            <a:pPr marL="0" indent="0"/>
            <a:r>
              <a:rPr lang="ja-JP" altLang="en-US">
                <a:latin typeface="Arial" panose="020B0604020202020204" pitchFamily="34" charset="0"/>
              </a:rPr>
              <a:t>　</a:t>
            </a:r>
            <a:r>
              <a:rPr lang="en-US" altLang="ja-JP">
                <a:latin typeface="Arial" panose="020B0604020202020204" pitchFamily="34" charset="0"/>
              </a:rPr>
              <a:t>Chính vì thế cần phải tiến hành convert tường minh.</a:t>
            </a:r>
          </a:p>
          <a:p>
            <a:pPr marL="0" indent="0"/>
            <a:r>
              <a:rPr lang="ja-JP" altLang="en-US">
                <a:latin typeface="Arial" panose="020B0604020202020204" pitchFamily="34" charset="0"/>
              </a:rPr>
              <a:t>　</a:t>
            </a:r>
            <a:r>
              <a:rPr lang="en-US" altLang="ja-JP">
                <a:latin typeface="Arial" panose="020B0604020202020204" pitchFamily="34" charset="0"/>
              </a:rPr>
              <a:t>Ở đây, sẽ lấy convert giữa chuỗi ký tự và giá trị số làm ví dụ để giải thích.</a:t>
            </a: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Convert từ chuỗi ký tự thành giá trị số</a:t>
            </a:r>
          </a:p>
          <a:p>
            <a:pPr marL="0" indent="0"/>
            <a:r>
              <a:rPr lang="ja-JP" altLang="en-US">
                <a:latin typeface="Arial" panose="020B0604020202020204" pitchFamily="34" charset="0"/>
              </a:rPr>
              <a:t>　</a:t>
            </a:r>
            <a:r>
              <a:rPr lang="en-US" altLang="ja-JP">
                <a:latin typeface="Arial" panose="020B0604020202020204" pitchFamily="34" charset="0"/>
              </a:rPr>
              <a:t>Ở Java có trang bị những class dùng để sử dụng các giá trị của các kiểu data cơ bản như là một object.</a:t>
            </a:r>
          </a:p>
          <a:p>
            <a:pPr marL="0" indent="0"/>
            <a:r>
              <a:rPr lang="ja-JP" altLang="en-US">
                <a:latin typeface="Arial" panose="020B0604020202020204" pitchFamily="34" charset="0"/>
              </a:rPr>
              <a:t>　</a:t>
            </a:r>
            <a:r>
              <a:rPr lang="en-US" altLang="ja-JP">
                <a:latin typeface="Arial" panose="020B0604020202020204" pitchFamily="34" charset="0"/>
              </a:rPr>
              <a:t>Những class này gọi là wrapper class.</a:t>
            </a:r>
          </a:p>
          <a:p>
            <a:pPr marL="0" indent="0"/>
            <a:r>
              <a:rPr lang="ja-JP" altLang="en-US">
                <a:latin typeface="Arial" panose="020B0604020202020204" pitchFamily="34" charset="0"/>
              </a:rPr>
              <a:t>　</a:t>
            </a:r>
            <a:r>
              <a:rPr lang="en-US" altLang="ja-JP">
                <a:latin typeface="Arial" panose="020B0604020202020204" pitchFamily="34" charset="0"/>
              </a:rPr>
              <a:t>Nếu sử dụng wrapper class thì có thể convert từ chuỗi ký tự thành kiểu data cơ bản.</a:t>
            </a:r>
          </a:p>
          <a:p>
            <a:pPr marL="0" indent="0"/>
            <a:endParaRPr lang="en-US" altLang="ja-JP">
              <a:latin typeface="Arial" panose="020B0604020202020204" pitchFamily="34" charset="0"/>
            </a:endParaRPr>
          </a:p>
          <a:p>
            <a:pPr marL="0" indent="0"/>
            <a:r>
              <a:rPr lang="en-US" altLang="ja-JP">
                <a:latin typeface="Arial" panose="020B0604020202020204" pitchFamily="34" charset="0"/>
              </a:rPr>
              <a:t>【Tham khảo】</a:t>
            </a:r>
            <a:r>
              <a:rPr lang="ja-JP" altLang="en-US">
                <a:latin typeface="Arial" panose="020B0604020202020204" pitchFamily="34" charset="0"/>
              </a:rPr>
              <a:t>　 </a:t>
            </a:r>
            <a:r>
              <a:rPr lang="en-US" altLang="ja-JP">
                <a:latin typeface="Arial" panose="020B0604020202020204" pitchFamily="34" charset="0"/>
              </a:rPr>
              <a:t>Wrapper class là gì</a:t>
            </a:r>
          </a:p>
          <a:p>
            <a:pPr marL="0" indent="0"/>
            <a:r>
              <a:rPr lang="ja-JP" altLang="en-US">
                <a:latin typeface="Arial" panose="020B0604020202020204" pitchFamily="34" charset="0"/>
              </a:rPr>
              <a:t>　</a:t>
            </a:r>
            <a:r>
              <a:rPr lang="en-US" altLang="ja-JP">
                <a:latin typeface="Arial" panose="020B0604020202020204" pitchFamily="34" charset="0"/>
              </a:rPr>
              <a:t>Wrapper class, bọc các giá trị kiểu data cơ bản như là một object (gói, bọc).</a:t>
            </a:r>
          </a:p>
          <a:p>
            <a:pPr marL="0" indent="0"/>
            <a:r>
              <a:rPr lang="ja-JP" altLang="en-US">
                <a:latin typeface="Arial" panose="020B0604020202020204" pitchFamily="34" charset="0"/>
              </a:rPr>
              <a:t>　</a:t>
            </a:r>
            <a:r>
              <a:rPr lang="en-US" altLang="ja-JP">
                <a:latin typeface="Arial" panose="020B0604020202020204" pitchFamily="34" charset="0"/>
              </a:rPr>
              <a:t>Các wrapper class, có các kiểu data cơ bản.</a:t>
            </a:r>
          </a:p>
          <a:p>
            <a:pPr marL="0" indent="0"/>
            <a:r>
              <a:rPr lang="ja-JP" altLang="en-US">
                <a:latin typeface="Arial" panose="020B0604020202020204" pitchFamily="34" charset="0"/>
              </a:rPr>
              <a:t>　</a:t>
            </a:r>
            <a:r>
              <a:rPr lang="en-US" altLang="ja-JP">
                <a:latin typeface="Arial" panose="020B0604020202020204" pitchFamily="34" charset="0"/>
              </a:rPr>
              <a:t>Ví dụ, wrapper class ứng với kiểu int là Integer class.</a:t>
            </a:r>
          </a:p>
          <a:p>
            <a:pPr marL="0" indent="0"/>
            <a:r>
              <a:rPr lang="ja-JP" altLang="en-US">
                <a:latin typeface="Arial" panose="020B0604020202020204" pitchFamily="34" charset="0"/>
              </a:rPr>
              <a:t>　</a:t>
            </a:r>
            <a:r>
              <a:rPr lang="en-US" altLang="ja-JP">
                <a:latin typeface="Arial" panose="020B0604020202020204" pitchFamily="34" charset="0"/>
              </a:rPr>
              <a:t>Ở Object của kiểu này sẽ có field có kiểu data là kiểu int.</a:t>
            </a:r>
          </a:p>
          <a:p>
            <a:pPr marL="0" indent="0"/>
            <a:r>
              <a:rPr lang="ja-JP" altLang="en-US">
                <a:latin typeface="Arial" panose="020B0604020202020204" pitchFamily="34" charset="0"/>
              </a:rPr>
              <a:t>　</a:t>
            </a:r>
            <a:r>
              <a:rPr lang="en-US" altLang="ja-JP">
                <a:latin typeface="Arial" panose="020B0604020202020204" pitchFamily="34" charset="0"/>
              </a:rPr>
              <a:t>Wrapper class có method để convert từ kiểu data cơ bản thành kiểu </a:t>
            </a:r>
            <a:r>
              <a:rPr lang="en-US" altLang="ja-JP">
                <a:latin typeface="Arial" panose="020B0604020202020204" pitchFamily="34" charset="0"/>
                <a:ea typeface="ＭＳ ゴシック" panose="020B0609070205080204" pitchFamily="49" charset="-128"/>
              </a:rPr>
              <a:t>String, và convert từ kiểu String thành kiểu data cơ bản.</a:t>
            </a:r>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Về chi tiết của class, object, wrapper class sẽ học ở </a:t>
            </a:r>
            <a:r>
              <a:rPr lang="ja-JP" altLang="en-US">
                <a:latin typeface="Arial" panose="020B0604020202020204" pitchFamily="34" charset="0"/>
              </a:rPr>
              <a:t>「</a:t>
            </a:r>
            <a:r>
              <a:rPr lang="en-US" altLang="ja-JP">
                <a:latin typeface="Arial" panose="020B0604020202020204" pitchFamily="34" charset="0"/>
              </a:rPr>
              <a:t>Lập trình Java hướng đối tượng)</a:t>
            </a:r>
            <a:r>
              <a:rPr lang="ja-JP" altLang="en-US">
                <a:latin typeface="Arial" panose="020B0604020202020204" pitchFamily="34" charset="0"/>
              </a:rPr>
              <a:t>」</a:t>
            </a:r>
            <a:r>
              <a:rPr lang="en-US" altLang="ja-JP">
                <a:latin typeface="Arial" panose="020B0604020202020204" pitchFamily="34" charset="0"/>
              </a:rPr>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3906" name="Rectangle 2">
            <a:extLst>
              <a:ext uri="{FF2B5EF4-FFF2-40B4-BE49-F238E27FC236}">
                <a16:creationId xmlns:a16="http://schemas.microsoft.com/office/drawing/2014/main" id="{5BE0E3E4-96DE-A34D-5E26-0C045CAA08BA}"/>
              </a:ext>
            </a:extLst>
          </p:cNvPr>
          <p:cNvSpPr>
            <a:spLocks noGrp="1" noRot="1" noChangeAspect="1" noChangeArrowheads="1" noTextEdit="1"/>
          </p:cNvSpPr>
          <p:nvPr>
            <p:ph type="sldImg"/>
          </p:nvPr>
        </p:nvSpPr>
        <p:spPr>
          <a:xfrm>
            <a:off x="531813" y="835025"/>
            <a:ext cx="6024562" cy="4170363"/>
          </a:xfrm>
          <a:ln/>
        </p:spPr>
      </p:sp>
      <p:sp>
        <p:nvSpPr>
          <p:cNvPr id="763907" name="Rectangle 3">
            <a:extLst>
              <a:ext uri="{FF2B5EF4-FFF2-40B4-BE49-F238E27FC236}">
                <a16:creationId xmlns:a16="http://schemas.microsoft.com/office/drawing/2014/main" id="{46666F3C-CB55-F91A-A320-2B3A7D062B27}"/>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Cú pháp của việc convert từ kiểu </a:t>
            </a:r>
            <a:r>
              <a:rPr lang="en-US" altLang="ja-JP">
                <a:latin typeface="Arial" panose="020B0604020202020204" pitchFamily="34" charset="0"/>
                <a:ea typeface="ＭＳ ゴシック" panose="020B0609070205080204" pitchFamily="49" charset="-128"/>
              </a:rPr>
              <a:t>String thành kiểu data cơ bản</a:t>
            </a:r>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【Tham khảo】</a:t>
            </a:r>
            <a:r>
              <a:rPr lang="ja-JP" altLang="en-US">
                <a:latin typeface="Arial" panose="020B0604020202020204" pitchFamily="34" charset="0"/>
              </a:rPr>
              <a:t>　</a:t>
            </a:r>
            <a:r>
              <a:rPr lang="en-US" altLang="ja-JP">
                <a:latin typeface="Arial" panose="020B0604020202020204" pitchFamily="34" charset="0"/>
              </a:rPr>
              <a:t>Phương pháp lấy ra ký tự có trong </a:t>
            </a:r>
            <a:r>
              <a:rPr lang="en-US" altLang="ja-JP">
                <a:latin typeface="Arial" panose="020B0604020202020204" pitchFamily="34" charset="0"/>
                <a:ea typeface="ＭＳ ゴシック" panose="020B0609070205080204" pitchFamily="49" charset="-128"/>
              </a:rPr>
              <a:t>String như một char</a:t>
            </a:r>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Để convert </a:t>
            </a:r>
            <a:r>
              <a:rPr lang="en-US" altLang="ja-JP">
                <a:latin typeface="Arial" panose="020B0604020202020204" pitchFamily="34" charset="0"/>
                <a:ea typeface="ＭＳ ゴシック" panose="020B0609070205080204" pitchFamily="49" charset="-128"/>
              </a:rPr>
              <a:t>String thành char có các phương pháp sau:</a:t>
            </a:r>
            <a:endParaRPr lang="en-US" altLang="ja-JP">
              <a:latin typeface="Arial" panose="020B0604020202020204" pitchFamily="34" charset="0"/>
            </a:endParaRPr>
          </a:p>
          <a:p>
            <a:pPr marL="0" indent="0"/>
            <a:r>
              <a:rPr lang="ja-JP" altLang="en-US">
                <a:latin typeface="Arial" panose="020B0604020202020204" pitchFamily="34" charset="0"/>
              </a:rPr>
              <a:t>　・　</a:t>
            </a:r>
            <a:r>
              <a:rPr lang="en-US" altLang="ja-JP">
                <a:latin typeface="Arial" panose="020B0604020202020204" pitchFamily="34" charset="0"/>
              </a:rPr>
              <a:t>Sử dụng  method </a:t>
            </a:r>
            <a:r>
              <a:rPr lang="en-US" altLang="ja-JP">
                <a:latin typeface="Arial" panose="020B0604020202020204" pitchFamily="34" charset="0"/>
                <a:ea typeface="ＭＳ ゴシック" panose="020B0609070205080204" pitchFamily="49" charset="-128"/>
              </a:rPr>
              <a:t>charAt của String class để chỉ định 1 ký tự.</a:t>
            </a:r>
            <a:endParaRPr lang="en-US" altLang="ja-JP">
              <a:latin typeface="Arial" panose="020B0604020202020204" pitchFamily="34" charset="0"/>
            </a:endParaRPr>
          </a:p>
          <a:p>
            <a:pPr marL="0" indent="0"/>
            <a:r>
              <a:rPr lang="ja-JP" altLang="en-US">
                <a:latin typeface="Arial" panose="020B0604020202020204" pitchFamily="34" charset="0"/>
              </a:rPr>
              <a:t>　・　</a:t>
            </a:r>
            <a:r>
              <a:rPr lang="en-US" altLang="ja-JP">
                <a:latin typeface="Arial" panose="020B0604020202020204" pitchFamily="34" charset="0"/>
              </a:rPr>
              <a:t>Sử dụng method </a:t>
            </a:r>
            <a:r>
              <a:rPr lang="en-US" altLang="ja-JP">
                <a:latin typeface="Arial" panose="020B0604020202020204" pitchFamily="34" charset="0"/>
                <a:ea typeface="ＭＳ ゴシック" panose="020B0609070205080204" pitchFamily="49" charset="-128"/>
              </a:rPr>
              <a:t>toCharArray của String class để tạo mảng kiểu char.</a:t>
            </a:r>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p:txBody>
      </p:sp>
      <p:graphicFrame>
        <p:nvGraphicFramePr>
          <p:cNvPr id="763969" name="Group 65">
            <a:extLst>
              <a:ext uri="{FF2B5EF4-FFF2-40B4-BE49-F238E27FC236}">
                <a16:creationId xmlns:a16="http://schemas.microsoft.com/office/drawing/2014/main" id="{B6A9C2B3-23AF-B28E-F9E8-2DDC22471844}"/>
              </a:ext>
            </a:extLst>
          </p:cNvPr>
          <p:cNvGraphicFramePr>
            <a:graphicFrameLocks noGrp="1"/>
          </p:cNvGraphicFramePr>
          <p:nvPr/>
        </p:nvGraphicFramePr>
        <p:xfrm>
          <a:off x="596900" y="5665788"/>
          <a:ext cx="5851525" cy="2019300"/>
        </p:xfrm>
        <a:graphic>
          <a:graphicData uri="http://schemas.openxmlformats.org/drawingml/2006/table">
            <a:tbl>
              <a:tblPr/>
              <a:tblGrid>
                <a:gridCol w="1308100">
                  <a:extLst>
                    <a:ext uri="{9D8B030D-6E8A-4147-A177-3AD203B41FA5}">
                      <a16:colId xmlns:a16="http://schemas.microsoft.com/office/drawing/2014/main" val="3082317905"/>
                    </a:ext>
                  </a:extLst>
                </a:gridCol>
                <a:gridCol w="1666875">
                  <a:extLst>
                    <a:ext uri="{9D8B030D-6E8A-4147-A177-3AD203B41FA5}">
                      <a16:colId xmlns:a16="http://schemas.microsoft.com/office/drawing/2014/main" val="3944626724"/>
                    </a:ext>
                  </a:extLst>
                </a:gridCol>
                <a:gridCol w="2876550">
                  <a:extLst>
                    <a:ext uri="{9D8B030D-6E8A-4147-A177-3AD203B41FA5}">
                      <a16:colId xmlns:a16="http://schemas.microsoft.com/office/drawing/2014/main" val="491447982"/>
                    </a:ext>
                  </a:extLst>
                </a:gridCol>
              </a:tblGrid>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Các loại convert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wrapper class sử dụng</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Cú pháp </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16051573"/>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String → byte</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Byte</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Byte.parseByte(</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Chuỗi ký tự</a:t>
                      </a: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08438253"/>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String → short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Short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Short.parseShort(</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Chuỗi ký tự</a:t>
                      </a: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67968814"/>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String → int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Integer</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Integer.parseInt(Chuỗi ký tự)</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080164493"/>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String → long</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Long</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Long.parseLong(Chuỗi ký tự)</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791278473"/>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String → float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Float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Float.parseFloat(Chuỗi ký tự)</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729771332"/>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String → double</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Double</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Double.parseDouble(Chuỗi ký tự)</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23853405"/>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String → boolean</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Boolean</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Boolean.parseBoolean(Chuỗi ký tự)</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81789977"/>
                  </a:ext>
                </a:extLst>
              </a:tr>
            </a:tbl>
          </a:graphicData>
        </a:graphic>
      </p:graphicFrame>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22" name="Rectangle 2">
            <a:extLst>
              <a:ext uri="{FF2B5EF4-FFF2-40B4-BE49-F238E27FC236}">
                <a16:creationId xmlns:a16="http://schemas.microsoft.com/office/drawing/2014/main" id="{D5E819B9-FE35-9FD6-D140-7C492010D29D}"/>
              </a:ext>
            </a:extLst>
          </p:cNvPr>
          <p:cNvSpPr>
            <a:spLocks noGrp="1" noRot="1" noChangeAspect="1" noChangeArrowheads="1" noTextEdit="1"/>
          </p:cNvSpPr>
          <p:nvPr>
            <p:ph type="sldImg"/>
          </p:nvPr>
        </p:nvSpPr>
        <p:spPr>
          <a:ln/>
        </p:spPr>
      </p:sp>
      <p:sp>
        <p:nvSpPr>
          <p:cNvPr id="747523" name="Rectangle 3">
            <a:extLst>
              <a:ext uri="{FF2B5EF4-FFF2-40B4-BE49-F238E27FC236}">
                <a16:creationId xmlns:a16="http://schemas.microsoft.com/office/drawing/2014/main" id="{0E0A061F-A289-6C01-3974-CBC62B1188C1}"/>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Convert từ giá trị số thành chuỗi ký tự</a:t>
            </a:r>
          </a:p>
          <a:p>
            <a:pPr marL="0" indent="0"/>
            <a:r>
              <a:rPr lang="ja-JP" altLang="en-US">
                <a:latin typeface="Arial" panose="020B0604020202020204" pitchFamily="34" charset="0"/>
              </a:rPr>
              <a:t>　</a:t>
            </a:r>
            <a:r>
              <a:rPr lang="en-US" altLang="ja-JP">
                <a:latin typeface="Arial" panose="020B0604020202020204" pitchFamily="34" charset="0"/>
              </a:rPr>
              <a:t>Ở Java, sử dụng chuỗi ký tự như một object của </a:t>
            </a:r>
            <a:r>
              <a:rPr lang="en-US" altLang="ja-JP">
                <a:latin typeface="Arial" panose="020B0604020202020204" pitchFamily="34" charset="0"/>
                <a:ea typeface="ＭＳ ゴシック" panose="020B0609070205080204" pitchFamily="49" charset="-128"/>
              </a:rPr>
              <a:t>String class.</a:t>
            </a:r>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Trong </a:t>
            </a:r>
            <a:r>
              <a:rPr lang="en-US" altLang="ja-JP">
                <a:latin typeface="Arial" panose="020B0604020202020204" pitchFamily="34" charset="0"/>
                <a:ea typeface="ＭＳ ゴシック" panose="020B0609070205080204" pitchFamily="49" charset="-128"/>
              </a:rPr>
              <a:t>String class có trang bị khá nhiều method để thao tác chuỗi ký tự.</a:t>
            </a:r>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Nếu sử dụng </a:t>
            </a:r>
            <a:r>
              <a:rPr lang="en-US" altLang="ja-JP">
                <a:latin typeface="Arial" panose="020B0604020202020204" pitchFamily="34" charset="0"/>
                <a:ea typeface="ＭＳ ゴシック" panose="020B0609070205080204" pitchFamily="49" charset="-128"/>
              </a:rPr>
              <a:t>valueOf</a:t>
            </a:r>
            <a:r>
              <a:rPr lang="en-US" altLang="ja-JP">
                <a:latin typeface="Arial" panose="020B0604020202020204" pitchFamily="34" charset="0"/>
              </a:rPr>
              <a:t> method của </a:t>
            </a:r>
            <a:r>
              <a:rPr lang="en-US" altLang="ja-JP">
                <a:latin typeface="Arial" panose="020B0604020202020204" pitchFamily="34" charset="0"/>
                <a:ea typeface="ＭＳ ゴシック" panose="020B0609070205080204" pitchFamily="49" charset="-128"/>
              </a:rPr>
              <a:t>String class thì có thể convert từ kiểu data cơ bản thành chuỗi ký tự.</a:t>
            </a:r>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Hơn nữa, cũng có thể sử dụng method của wrapper class.</a:t>
            </a: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Về chi tiết của class, object, wrapper class sẽ học ở </a:t>
            </a:r>
            <a:r>
              <a:rPr lang="ja-JP" altLang="en-US">
                <a:latin typeface="Arial" panose="020B0604020202020204" pitchFamily="34" charset="0"/>
              </a:rPr>
              <a:t>「 </a:t>
            </a:r>
            <a:r>
              <a:rPr lang="en-US" altLang="ja-JP">
                <a:latin typeface="Arial" panose="020B0604020202020204" pitchFamily="34" charset="0"/>
              </a:rPr>
              <a:t>Lập trình Java hướng đối tượng</a:t>
            </a:r>
            <a:r>
              <a:rPr lang="ja-JP" altLang="en-US">
                <a:latin typeface="Arial" panose="020B0604020202020204" pitchFamily="34" charset="0"/>
              </a:rPr>
              <a:t>」</a:t>
            </a:r>
            <a:r>
              <a:rPr lang="en-US" altLang="ja-JP">
                <a:latin typeface="Arial" panose="020B0604020202020204" pitchFamily="34" charset="0"/>
              </a:rPr>
              <a:t>.</a:t>
            </a:r>
          </a:p>
          <a:p>
            <a:pPr marL="0" indent="0"/>
            <a:endParaRPr lang="en-US" altLang="ja-JP">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5954" name="Rectangle 2">
            <a:extLst>
              <a:ext uri="{FF2B5EF4-FFF2-40B4-BE49-F238E27FC236}">
                <a16:creationId xmlns:a16="http://schemas.microsoft.com/office/drawing/2014/main" id="{85EBB8CA-18BF-3961-B1A7-5FA4B1003052}"/>
              </a:ext>
            </a:extLst>
          </p:cNvPr>
          <p:cNvSpPr>
            <a:spLocks noGrp="1" noRot="1" noChangeAspect="1" noChangeArrowheads="1" noTextEdit="1"/>
          </p:cNvSpPr>
          <p:nvPr>
            <p:ph type="sldImg"/>
          </p:nvPr>
        </p:nvSpPr>
        <p:spPr>
          <a:xfrm>
            <a:off x="531813" y="835025"/>
            <a:ext cx="6024562" cy="4170363"/>
          </a:xfrm>
          <a:ln/>
        </p:spPr>
      </p:sp>
      <p:sp>
        <p:nvSpPr>
          <p:cNvPr id="765955" name="Rectangle 3">
            <a:extLst>
              <a:ext uri="{FF2B5EF4-FFF2-40B4-BE49-F238E27FC236}">
                <a16:creationId xmlns:a16="http://schemas.microsoft.com/office/drawing/2014/main" id="{DAD7D7B4-A618-C743-9C10-62BD80454230}"/>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Cú pháp  để convert từ giá trị số thành chuỗi ký tự</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p:txBody>
      </p:sp>
      <p:graphicFrame>
        <p:nvGraphicFramePr>
          <p:cNvPr id="765995" name="Group 43">
            <a:extLst>
              <a:ext uri="{FF2B5EF4-FFF2-40B4-BE49-F238E27FC236}">
                <a16:creationId xmlns:a16="http://schemas.microsoft.com/office/drawing/2014/main" id="{77C29302-40AD-FF46-E7AB-D6D77BCB9BF2}"/>
              </a:ext>
            </a:extLst>
          </p:cNvPr>
          <p:cNvGraphicFramePr>
            <a:graphicFrameLocks noGrp="1"/>
          </p:cNvGraphicFramePr>
          <p:nvPr/>
        </p:nvGraphicFramePr>
        <p:xfrm>
          <a:off x="673100" y="5637213"/>
          <a:ext cx="5851525" cy="2019300"/>
        </p:xfrm>
        <a:graphic>
          <a:graphicData uri="http://schemas.openxmlformats.org/drawingml/2006/table">
            <a:tbl>
              <a:tblPr/>
              <a:tblGrid>
                <a:gridCol w="1308100">
                  <a:extLst>
                    <a:ext uri="{9D8B030D-6E8A-4147-A177-3AD203B41FA5}">
                      <a16:colId xmlns:a16="http://schemas.microsoft.com/office/drawing/2014/main" val="871111362"/>
                    </a:ext>
                  </a:extLst>
                </a:gridCol>
                <a:gridCol w="2271713">
                  <a:extLst>
                    <a:ext uri="{9D8B030D-6E8A-4147-A177-3AD203B41FA5}">
                      <a16:colId xmlns:a16="http://schemas.microsoft.com/office/drawing/2014/main" val="4068158485"/>
                    </a:ext>
                  </a:extLst>
                </a:gridCol>
                <a:gridCol w="2271712">
                  <a:extLst>
                    <a:ext uri="{9D8B030D-6E8A-4147-A177-3AD203B41FA5}">
                      <a16:colId xmlns:a16="http://schemas.microsoft.com/office/drawing/2014/main" val="2480234998"/>
                    </a:ext>
                  </a:extLst>
                </a:gridCol>
              </a:tblGrid>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Các loại convert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Cú pháp  (wrapper class)</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Cú pháp  (String class)</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1855887023"/>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byte → String</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Byte.toString(giá trị byte) </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ja-JP" altLang="en-US"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80295084"/>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short → String</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Short.toString(giá trị short)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ja-JP" altLang="en-US"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15897321"/>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int → String</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Integer.toString(giá trị int)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String.valueOf(giá trị int)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081372263"/>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long → String</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Long.toString(giá trị long)</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String.valueOf(giá trị long)</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64622673"/>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float → String</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Float.toString(giá trị float)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String.valueOf(giá trị float)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200113942"/>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double → String</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Double.toString(giá trị double)</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String.valueOf(giá trị double)</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98200046"/>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boolean → String</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Boolean.toString(giá trị boolean)</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String.valueOf(giá trị boolean)</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840592820"/>
                  </a:ext>
                </a:extLst>
              </a:tr>
            </a:tbl>
          </a:graphicData>
        </a:graphic>
      </p:graphicFrame>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2">
            <a:extLst>
              <a:ext uri="{FF2B5EF4-FFF2-40B4-BE49-F238E27FC236}">
                <a16:creationId xmlns:a16="http://schemas.microsoft.com/office/drawing/2014/main" id="{59EE4BFF-CA92-ED84-439E-96DC5B091BA2}"/>
              </a:ext>
            </a:extLst>
          </p:cNvPr>
          <p:cNvSpPr>
            <a:spLocks noGrp="1" noRot="1" noChangeAspect="1" noChangeArrowheads="1" noTextEdit="1"/>
          </p:cNvSpPr>
          <p:nvPr>
            <p:ph type="sldImg"/>
          </p:nvPr>
        </p:nvSpPr>
        <p:spPr>
          <a:xfrm>
            <a:off x="785813" y="766763"/>
            <a:ext cx="5541962" cy="3836987"/>
          </a:xfrm>
          <a:ln/>
        </p:spPr>
      </p:sp>
      <p:sp>
        <p:nvSpPr>
          <p:cNvPr id="257029" name="Rectangle 5">
            <a:extLst>
              <a:ext uri="{FF2B5EF4-FFF2-40B4-BE49-F238E27FC236}">
                <a16:creationId xmlns:a16="http://schemas.microsoft.com/office/drawing/2014/main" id="{F8C318FA-5489-C1CE-6DEA-0B4EA680A724}"/>
              </a:ext>
            </a:extLst>
          </p:cNvPr>
          <p:cNvSpPr>
            <a:spLocks noGrp="1" noChangeArrowheads="1"/>
          </p:cNvSpPr>
          <p:nvPr>
            <p:ph type="body" idx="1"/>
          </p:nvPr>
        </p:nvSpPr>
        <p:spPr/>
        <p:txBody>
          <a:bodyPr/>
          <a:lstStyle/>
          <a:p>
            <a:r>
              <a:rPr lang="en-US" altLang="ja-JP">
                <a:latin typeface="Arial" panose="020B0604020202020204" pitchFamily="34" charset="0"/>
              </a:rPr>
              <a:t>Ở chương 6 sẽ có những nội dung như sau:</a:t>
            </a:r>
          </a:p>
          <a:p>
            <a:endParaRPr lang="en-US" altLang="ja-JP">
              <a:latin typeface="Arial" panose="020B0604020202020204" pitchFamily="34" charset="0"/>
            </a:endParaRPr>
          </a:p>
          <a:p>
            <a:r>
              <a:rPr lang="en-US" altLang="ja-JP">
                <a:latin typeface="Arial" panose="020B0604020202020204" pitchFamily="34" charset="0"/>
              </a:rPr>
              <a:t>6.1</a:t>
            </a:r>
            <a:r>
              <a:rPr lang="ja-JP" altLang="en-US">
                <a:latin typeface="Arial" panose="020B0604020202020204" pitchFamily="34" charset="0"/>
              </a:rPr>
              <a:t>　</a:t>
            </a:r>
            <a:r>
              <a:rPr lang="en-US" altLang="ja-JP">
                <a:latin typeface="Arial" panose="020B0604020202020204" pitchFamily="34" charset="0"/>
              </a:rPr>
              <a:t>Câu lệnh control là gì.</a:t>
            </a:r>
          </a:p>
          <a:p>
            <a:r>
              <a:rPr lang="en-US" altLang="ja-JP">
                <a:latin typeface="Arial" panose="020B0604020202020204" pitchFamily="34" charset="0"/>
              </a:rPr>
              <a:t>6.2</a:t>
            </a:r>
            <a:r>
              <a:rPr lang="ja-JP" altLang="en-US">
                <a:latin typeface="Arial" panose="020B0604020202020204" pitchFamily="34" charset="0"/>
              </a:rPr>
              <a:t>　</a:t>
            </a:r>
            <a:r>
              <a:rPr lang="en-US" altLang="ja-JP">
                <a:latin typeface="Arial" panose="020B0604020202020204" pitchFamily="34" charset="0"/>
              </a:rPr>
              <a:t>Biểu thức điều kiện</a:t>
            </a:r>
          </a:p>
          <a:p>
            <a:r>
              <a:rPr lang="ja-JP" altLang="en-US">
                <a:latin typeface="Arial" panose="020B0604020202020204" pitchFamily="34" charset="0"/>
              </a:rPr>
              <a:t>　</a:t>
            </a:r>
            <a:r>
              <a:rPr lang="en-US" altLang="ja-JP">
                <a:latin typeface="Arial" panose="020B0604020202020204" pitchFamily="34" charset="0"/>
              </a:rPr>
              <a:t>6.2.1</a:t>
            </a:r>
            <a:r>
              <a:rPr lang="ja-JP" altLang="en-US">
                <a:latin typeface="Arial" panose="020B0604020202020204" pitchFamily="34" charset="0"/>
              </a:rPr>
              <a:t>　 </a:t>
            </a:r>
            <a:r>
              <a:rPr lang="en-US" altLang="ja-JP">
                <a:latin typeface="Arial" panose="020B0604020202020204" pitchFamily="34" charset="0"/>
              </a:rPr>
              <a:t>Toán tử quan hệ và biểu thức điều kiện</a:t>
            </a:r>
          </a:p>
          <a:p>
            <a:r>
              <a:rPr lang="ja-JP" altLang="en-US">
                <a:latin typeface="Arial" panose="020B0604020202020204" pitchFamily="34" charset="0"/>
              </a:rPr>
              <a:t>　</a:t>
            </a:r>
            <a:r>
              <a:rPr lang="en-US" altLang="ja-JP">
                <a:latin typeface="Arial" panose="020B0604020202020204" pitchFamily="34" charset="0"/>
              </a:rPr>
              <a:t>6.2.2</a:t>
            </a:r>
            <a:r>
              <a:rPr lang="ja-JP" altLang="en-US">
                <a:latin typeface="Arial" panose="020B0604020202020204" pitchFamily="34" charset="0"/>
              </a:rPr>
              <a:t>　 </a:t>
            </a:r>
            <a:r>
              <a:rPr lang="en-US" altLang="ja-JP">
                <a:latin typeface="Arial" panose="020B0604020202020204" pitchFamily="34" charset="0"/>
              </a:rPr>
              <a:t>Toán tử logic và biểu thức điều kiện</a:t>
            </a:r>
          </a:p>
          <a:p>
            <a:r>
              <a:rPr lang="en-US" altLang="ja-JP">
                <a:latin typeface="Arial" panose="020B0604020202020204" pitchFamily="34" charset="0"/>
              </a:rPr>
              <a:t>6.3</a:t>
            </a:r>
            <a:r>
              <a:rPr lang="ja-JP" altLang="en-US">
                <a:latin typeface="Arial" panose="020B0604020202020204" pitchFamily="34" charset="0"/>
              </a:rPr>
              <a:t>　 </a:t>
            </a:r>
            <a:r>
              <a:rPr lang="en-US" altLang="ja-JP">
                <a:latin typeface="Arial" panose="020B0604020202020204" pitchFamily="34" charset="0"/>
              </a:rPr>
              <a:t>Câu lệnh control và phạm vi valid của biến số.</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9154" name="Rectangle 2">
            <a:extLst>
              <a:ext uri="{FF2B5EF4-FFF2-40B4-BE49-F238E27FC236}">
                <a16:creationId xmlns:a16="http://schemas.microsoft.com/office/drawing/2014/main" id="{81312462-F459-95F9-20C7-EB84505F0D28}"/>
              </a:ext>
            </a:extLst>
          </p:cNvPr>
          <p:cNvSpPr>
            <a:spLocks noGrp="1" noRot="1" noChangeAspect="1" noChangeArrowheads="1" noTextEdit="1"/>
          </p:cNvSpPr>
          <p:nvPr>
            <p:ph type="sldImg"/>
          </p:nvPr>
        </p:nvSpPr>
        <p:spPr>
          <a:ln/>
        </p:spPr>
      </p:sp>
      <p:sp>
        <p:nvSpPr>
          <p:cNvPr id="689155" name="Rectangle 3">
            <a:extLst>
              <a:ext uri="{FF2B5EF4-FFF2-40B4-BE49-F238E27FC236}">
                <a16:creationId xmlns:a16="http://schemas.microsoft.com/office/drawing/2014/main" id="{2A4DACC6-2F6E-7856-C5C5-790C495B0B81}"/>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Câu lệnh control là gì</a:t>
            </a:r>
          </a:p>
          <a:p>
            <a:pPr marL="0" indent="0"/>
            <a:r>
              <a:rPr lang="ja-JP" altLang="en-US">
                <a:latin typeface="Arial" panose="020B0604020202020204" pitchFamily="34" charset="0"/>
              </a:rPr>
              <a:t>　</a:t>
            </a:r>
            <a:r>
              <a:rPr lang="en-US" altLang="ja-JP">
                <a:latin typeface="Arial" panose="020B0604020202020204" pitchFamily="34" charset="0"/>
              </a:rPr>
              <a:t>Câu lệnh control là cú pháp để control flow xử lý của program.</a:t>
            </a:r>
          </a:p>
          <a:p>
            <a:pPr marL="0" indent="0"/>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Ở Java, gọi phần đã đặt tên cho một chuỗi xử lý là method. .</a:t>
            </a:r>
          </a:p>
          <a:p>
            <a:pPr marL="0" indent="0"/>
            <a:r>
              <a:rPr lang="ja-JP" altLang="en-US">
                <a:latin typeface="Arial" panose="020B0604020202020204" pitchFamily="34" charset="0"/>
              </a:rPr>
              <a:t>　</a:t>
            </a:r>
            <a:r>
              <a:rPr lang="en-US" altLang="ja-JP">
                <a:latin typeface="Arial" panose="020B0604020202020204" pitchFamily="34" charset="0"/>
              </a:rPr>
              <a:t>Statement đã được mô tả trong method thì sẽ được thực hiện theo trật tự từ trên xuống dưới.</a:t>
            </a:r>
          </a:p>
          <a:p>
            <a:pPr marL="0" indent="0"/>
            <a:r>
              <a:rPr lang="ja-JP" altLang="en-US">
                <a:latin typeface="Arial" panose="020B0604020202020204" pitchFamily="34" charset="0"/>
              </a:rPr>
              <a:t>　</a:t>
            </a:r>
            <a:r>
              <a:rPr lang="en-US" altLang="ja-JP">
                <a:latin typeface="Arial" panose="020B0604020202020204" pitchFamily="34" charset="0"/>
              </a:rPr>
              <a:t>Tùy theo trường hợp mà cũng có việc muốn thay đổi flow xử lý như </a:t>
            </a:r>
            <a:r>
              <a:rPr lang="ja-JP" altLang="en-US">
                <a:latin typeface="Arial" panose="020B0604020202020204" pitchFamily="34" charset="0"/>
              </a:rPr>
              <a:t>「</a:t>
            </a:r>
            <a:r>
              <a:rPr lang="en-US" altLang="ja-JP">
                <a:latin typeface="Arial" panose="020B0604020202020204" pitchFamily="34" charset="0"/>
              </a:rPr>
              <a:t>muốn thực hiện xử lý kế tiếp chỉ trong trường hợp đã thỏa mãn điều kiện</a:t>
            </a:r>
            <a:r>
              <a:rPr lang="ja-JP" altLang="en-US">
                <a:latin typeface="Arial" panose="020B0604020202020204" pitchFamily="34" charset="0"/>
              </a:rPr>
              <a:t>」</a:t>
            </a:r>
            <a:r>
              <a:rPr lang="en-US" altLang="ja-JP">
                <a:latin typeface="Arial" panose="020B0604020202020204" pitchFamily="34" charset="0"/>
              </a:rPr>
              <a:t>, </a:t>
            </a:r>
            <a:r>
              <a:rPr lang="ja-JP" altLang="en-US">
                <a:latin typeface="Arial" panose="020B0604020202020204" pitchFamily="34" charset="0"/>
              </a:rPr>
              <a:t>「</a:t>
            </a:r>
            <a:r>
              <a:rPr lang="en-US" altLang="ja-JP">
                <a:latin typeface="Arial" panose="020B0604020202020204" pitchFamily="34" charset="0"/>
              </a:rPr>
              <a:t>muốn thực hiện tính toán lặp số tiền đối với từng 10 sản phẩm</a:t>
            </a:r>
            <a:r>
              <a:rPr lang="ja-JP" altLang="en-US">
                <a:latin typeface="Arial" panose="020B0604020202020204" pitchFamily="34" charset="0"/>
              </a:rPr>
              <a:t>」</a:t>
            </a:r>
            <a:r>
              <a:rPr lang="en-US" altLang="ja-JP">
                <a:latin typeface="Arial" panose="020B0604020202020204" pitchFamily="34" charset="0"/>
              </a:rPr>
              <a:t>.</a:t>
            </a:r>
          </a:p>
          <a:p>
            <a:pPr marL="0" indent="0"/>
            <a:r>
              <a:rPr lang="ja-JP" altLang="en-US">
                <a:latin typeface="Arial" panose="020B0604020202020204" pitchFamily="34" charset="0"/>
              </a:rPr>
              <a:t>　</a:t>
            </a:r>
            <a:r>
              <a:rPr lang="en-US" altLang="ja-JP">
                <a:latin typeface="Arial" panose="020B0604020202020204" pitchFamily="34" charset="0"/>
              </a:rPr>
              <a:t>Việc sử dụng để thay đổi flow xử lý này là câu lệnh control.</a:t>
            </a:r>
          </a:p>
          <a:p>
            <a:pPr marL="0" indent="0"/>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Khi sử dụng câu lệnh if, câu lệnh switch để thực hiện control phân nhánh có điều kiện thì có thể biểu hiện cấu trúc phân nhánh.</a:t>
            </a:r>
          </a:p>
          <a:p>
            <a:pPr marL="0" indent="0"/>
            <a:r>
              <a:rPr lang="ja-JP" altLang="en-US">
                <a:latin typeface="Arial" panose="020B0604020202020204" pitchFamily="34" charset="0"/>
              </a:rPr>
              <a:t>　</a:t>
            </a:r>
            <a:r>
              <a:rPr lang="en-US" altLang="ja-JP">
                <a:latin typeface="Arial" panose="020B0604020202020204" pitchFamily="34" charset="0"/>
              </a:rPr>
              <a:t>Khi sử dụng câu lệnh while, câu lệnh do-while, câu lệnh for để thực hiện control lặp  thì có thể biểu hiện cấu trúc lặp .</a:t>
            </a: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3 cấu trúc cơ bản</a:t>
            </a:r>
          </a:p>
          <a:p>
            <a:pPr marL="0" indent="0"/>
            <a:r>
              <a:rPr lang="ja-JP" altLang="en-US">
                <a:latin typeface="Arial" panose="020B0604020202020204" pitchFamily="34" charset="0"/>
              </a:rPr>
              <a:t>　</a:t>
            </a:r>
            <a:r>
              <a:rPr lang="en-US" altLang="ja-JP">
                <a:latin typeface="Arial" panose="020B0604020202020204" pitchFamily="34" charset="0"/>
              </a:rPr>
              <a:t>Ở cấu trúc biểu hiện flow xử lý của program có 3 loại như sau (3 cấu trúc cơ bản).</a:t>
            </a:r>
          </a:p>
          <a:p>
            <a:pPr marL="0" indent="0"/>
            <a:r>
              <a:rPr lang="ja-JP" altLang="en-US">
                <a:latin typeface="Arial" panose="020B0604020202020204" pitchFamily="34" charset="0"/>
              </a:rPr>
              <a:t>　・　</a:t>
            </a:r>
            <a:r>
              <a:rPr lang="en-US" altLang="ja-JP">
                <a:latin typeface="Arial" panose="020B0604020202020204" pitchFamily="34" charset="0"/>
              </a:rPr>
              <a:t>Cấu trúc tuần tự</a:t>
            </a:r>
          </a:p>
          <a:p>
            <a:pPr marL="0" indent="0"/>
            <a:r>
              <a:rPr lang="ja-JP" altLang="en-US">
                <a:latin typeface="Arial" panose="020B0604020202020204" pitchFamily="34" charset="0"/>
              </a:rPr>
              <a:t>　・　</a:t>
            </a:r>
            <a:r>
              <a:rPr lang="en-US" altLang="ja-JP">
                <a:latin typeface="Arial" panose="020B0604020202020204" pitchFamily="34" charset="0"/>
              </a:rPr>
              <a:t>Cấu trúc phân nhánh</a:t>
            </a:r>
          </a:p>
          <a:p>
            <a:pPr marL="0" indent="0"/>
            <a:r>
              <a:rPr lang="ja-JP" altLang="en-US">
                <a:latin typeface="Arial" panose="020B0604020202020204" pitchFamily="34" charset="0"/>
              </a:rPr>
              <a:t>　・　</a:t>
            </a:r>
            <a:r>
              <a:rPr lang="en-US" altLang="ja-JP">
                <a:latin typeface="Arial" panose="020B0604020202020204" pitchFamily="34" charset="0"/>
              </a:rPr>
              <a:t>Cấu trúc lặp </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2706" name="Rectangle 2">
            <a:extLst>
              <a:ext uri="{FF2B5EF4-FFF2-40B4-BE49-F238E27FC236}">
                <a16:creationId xmlns:a16="http://schemas.microsoft.com/office/drawing/2014/main" id="{8C100D81-5B35-2DF7-C370-3581A3AE1EE6}"/>
              </a:ext>
            </a:extLst>
          </p:cNvPr>
          <p:cNvSpPr>
            <a:spLocks noGrp="1" noRot="1" noChangeAspect="1" noChangeArrowheads="1" noTextEdit="1"/>
          </p:cNvSpPr>
          <p:nvPr>
            <p:ph type="sldImg"/>
          </p:nvPr>
        </p:nvSpPr>
        <p:spPr>
          <a:ln/>
        </p:spPr>
      </p:sp>
      <p:sp>
        <p:nvSpPr>
          <p:cNvPr id="712707" name="Rectangle 3">
            <a:extLst>
              <a:ext uri="{FF2B5EF4-FFF2-40B4-BE49-F238E27FC236}">
                <a16:creationId xmlns:a16="http://schemas.microsoft.com/office/drawing/2014/main" id="{04BA9F59-D2A7-4FD1-3113-8F1951AA02F0}"/>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Biểu thức điều kiện là gì</a:t>
            </a:r>
          </a:p>
          <a:p>
            <a:pPr marL="0" indent="0"/>
            <a:r>
              <a:rPr lang="ja-JP" altLang="en-US">
                <a:latin typeface="Arial" panose="020B0604020202020204" pitchFamily="34" charset="0"/>
              </a:rPr>
              <a:t>　 </a:t>
            </a:r>
            <a:r>
              <a:rPr lang="en-US" altLang="ja-JP">
                <a:latin typeface="Arial" panose="020B0604020202020204" pitchFamily="34" charset="0"/>
              </a:rPr>
              <a:t>Là biểu thức mà kết quả đánh giá là </a:t>
            </a:r>
            <a:r>
              <a:rPr lang="en-US" altLang="ja-JP">
                <a:latin typeface="Arial" panose="020B0604020202020204" pitchFamily="34" charset="0"/>
                <a:ea typeface="ＭＳ ゴシック" panose="020B0609070205080204" pitchFamily="49" charset="-128"/>
              </a:rPr>
              <a:t>true</a:t>
            </a:r>
            <a:r>
              <a:rPr lang="en-US" altLang="ja-JP">
                <a:latin typeface="Arial" panose="020B0604020202020204" pitchFamily="34" charset="0"/>
              </a:rPr>
              <a:t>( đúng) hoặc </a:t>
            </a:r>
            <a:r>
              <a:rPr lang="en-US" altLang="ja-JP">
                <a:latin typeface="Arial" panose="020B0604020202020204" pitchFamily="34" charset="0"/>
                <a:ea typeface="ＭＳ ゴシック" panose="020B0609070205080204" pitchFamily="49" charset="-128"/>
              </a:rPr>
              <a:t>false</a:t>
            </a:r>
            <a:r>
              <a:rPr lang="en-US" altLang="ja-JP">
                <a:latin typeface="Arial" panose="020B0604020202020204" pitchFamily="34" charset="0"/>
              </a:rPr>
              <a:t>( sai ).</a:t>
            </a:r>
          </a:p>
          <a:p>
            <a:pPr marL="0" indent="0"/>
            <a:r>
              <a:rPr lang="ja-JP" altLang="en-US">
                <a:latin typeface="Arial" panose="020B0604020202020204" pitchFamily="34" charset="0"/>
              </a:rPr>
              <a:t>　</a:t>
            </a:r>
            <a:r>
              <a:rPr lang="en-US" altLang="ja-JP">
                <a:latin typeface="Arial" panose="020B0604020202020204" pitchFamily="34" charset="0"/>
              </a:rPr>
              <a:t>Cũng gọi là biểu thức logic.</a:t>
            </a:r>
          </a:p>
          <a:p>
            <a:pPr marL="0" indent="0"/>
            <a:r>
              <a:rPr lang="en-US" altLang="ja-JP">
                <a:latin typeface="Arial" panose="020B0604020202020204" pitchFamily="34" charset="0"/>
              </a:rPr>
              <a:t> Sử dụng để chỉ định điều kiện ở trong flow xử lý của program.</a:t>
            </a:r>
          </a:p>
          <a:p>
            <a:pPr marL="0" indent="0"/>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Sử dụng biểu thức điều kiện, có thể phân nhánh xử lý và có thể cho tiếp tục các xử lý lặp .</a:t>
            </a:r>
          </a:p>
          <a:p>
            <a:pPr marL="0" indent="0"/>
            <a:endParaRPr lang="en-US" altLang="ja-JP">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5298" name="Rectangle 2">
            <a:extLst>
              <a:ext uri="{FF2B5EF4-FFF2-40B4-BE49-F238E27FC236}">
                <a16:creationId xmlns:a16="http://schemas.microsoft.com/office/drawing/2014/main" id="{14E9AE18-5E5B-9E41-DE22-C13AACC7BF39}"/>
              </a:ext>
            </a:extLst>
          </p:cNvPr>
          <p:cNvSpPr>
            <a:spLocks noGrp="1" noRot="1" noChangeAspect="1" noChangeArrowheads="1" noTextEdit="1"/>
          </p:cNvSpPr>
          <p:nvPr>
            <p:ph type="sldImg"/>
          </p:nvPr>
        </p:nvSpPr>
        <p:spPr>
          <a:ln/>
        </p:spPr>
      </p:sp>
      <p:sp>
        <p:nvSpPr>
          <p:cNvPr id="695299" name="Rectangle 3">
            <a:extLst>
              <a:ext uri="{FF2B5EF4-FFF2-40B4-BE49-F238E27FC236}">
                <a16:creationId xmlns:a16="http://schemas.microsoft.com/office/drawing/2014/main" id="{46924969-9CC4-E2FB-6E6B-CC5B17540B1F}"/>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Toán tử quan hệ và biểu thức điều kiện</a:t>
            </a:r>
          </a:p>
          <a:p>
            <a:pPr marL="0" indent="0"/>
            <a:r>
              <a:rPr lang="ja-JP" altLang="en-US">
                <a:latin typeface="Arial" panose="020B0604020202020204" pitchFamily="34" charset="0"/>
              </a:rPr>
              <a:t>　</a:t>
            </a:r>
            <a:r>
              <a:rPr lang="en-US" altLang="ja-JP">
                <a:latin typeface="Arial" panose="020B0604020202020204" pitchFamily="34" charset="0"/>
              </a:rPr>
              <a:t>Trường hợp có nhiều biểu thức điều kiện thì sử dụng toán tử quan hệ, đánh giá xem giá trị là đối tượng có giống nhau không, lấy format như so sánh lớn nhỏ.</a:t>
            </a:r>
          </a:p>
          <a:p>
            <a:pPr marL="0" indent="0"/>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Lấy các xử lý như sau làm ví dụ.</a:t>
            </a:r>
            <a:br>
              <a:rPr lang="en-US" altLang="ja-JP">
                <a:latin typeface="Arial" panose="020B0604020202020204" pitchFamily="34" charset="0"/>
              </a:rPr>
            </a:br>
            <a:r>
              <a:rPr lang="ja-JP" altLang="en-US">
                <a:latin typeface="Arial" panose="020B0604020202020204" pitchFamily="34" charset="0"/>
              </a:rPr>
              <a:t>　・</a:t>
            </a:r>
            <a:r>
              <a:rPr lang="en-US" altLang="ja-JP">
                <a:latin typeface="Arial" panose="020B0604020202020204" pitchFamily="34" charset="0"/>
              </a:rPr>
              <a:t>Nếu các điểm test là từ 80 điểm trở lên thì </a:t>
            </a:r>
            <a:r>
              <a:rPr lang="ja-JP" altLang="en-US">
                <a:latin typeface="Arial" panose="020B0604020202020204" pitchFamily="34" charset="0"/>
              </a:rPr>
              <a:t>「</a:t>
            </a:r>
            <a:r>
              <a:rPr lang="en-US" altLang="ja-JP">
                <a:latin typeface="Arial" panose="020B0604020202020204" pitchFamily="34" charset="0"/>
              </a:rPr>
              <a:t>pass</a:t>
            </a:r>
            <a:r>
              <a:rPr lang="ja-JP" altLang="en-US">
                <a:latin typeface="Arial" panose="020B0604020202020204" pitchFamily="34" charset="0"/>
              </a:rPr>
              <a:t>」</a:t>
            </a:r>
            <a:r>
              <a:rPr lang="en-US" altLang="ja-JP">
                <a:latin typeface="Arial" panose="020B0604020202020204" pitchFamily="34" charset="0"/>
              </a:rPr>
              <a:t>, nếu không phải như vậy thì sẽ hiển thị là </a:t>
            </a:r>
            <a:r>
              <a:rPr lang="ja-JP" altLang="en-US">
                <a:latin typeface="Arial" panose="020B0604020202020204" pitchFamily="34" charset="0"/>
              </a:rPr>
              <a:t>「</a:t>
            </a:r>
            <a:r>
              <a:rPr lang="en-US" altLang="ja-JP">
                <a:latin typeface="Arial" panose="020B0604020202020204" pitchFamily="34" charset="0"/>
              </a:rPr>
              <a:t>fail</a:t>
            </a:r>
            <a:r>
              <a:rPr lang="ja-JP" altLang="en-US">
                <a:latin typeface="Arial" panose="020B0604020202020204" pitchFamily="34" charset="0"/>
              </a:rPr>
              <a:t>」</a:t>
            </a:r>
            <a:r>
              <a:rPr lang="en-US" altLang="ja-JP">
                <a:latin typeface="Arial" panose="020B0604020202020204" pitchFamily="34" charset="0"/>
              </a:rPr>
              <a:t>.</a:t>
            </a:r>
          </a:p>
          <a:p>
            <a:pPr marL="0" indent="0"/>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Lúc này, biểu thức điều kiện sẽ thành </a:t>
            </a:r>
            <a:r>
              <a:rPr lang="ja-JP" altLang="en-US">
                <a:latin typeface="Arial" panose="020B0604020202020204" pitchFamily="34" charset="0"/>
              </a:rPr>
              <a:t>「</a:t>
            </a:r>
            <a:r>
              <a:rPr lang="en-US" altLang="ja-JP">
                <a:latin typeface="Arial" panose="020B0604020202020204" pitchFamily="34" charset="0"/>
              </a:rPr>
              <a:t>các điểm test có từ 80 điểm trở lên</a:t>
            </a:r>
            <a:r>
              <a:rPr lang="ja-JP" altLang="en-US">
                <a:latin typeface="Arial" panose="020B0604020202020204" pitchFamily="34" charset="0"/>
              </a:rPr>
              <a:t>」</a:t>
            </a:r>
            <a:r>
              <a:rPr lang="en-US" altLang="ja-JP">
                <a:latin typeface="Arial" panose="020B0604020202020204" pitchFamily="34" charset="0"/>
              </a:rPr>
              <a:t>.</a:t>
            </a:r>
          </a:p>
          <a:p>
            <a:pPr marL="0" indent="0"/>
            <a:r>
              <a:rPr lang="ja-JP" altLang="en-US">
                <a:latin typeface="Arial" panose="020B0604020202020204" pitchFamily="34" charset="0"/>
              </a:rPr>
              <a:t>　</a:t>
            </a:r>
            <a:r>
              <a:rPr lang="en-US" altLang="ja-JP">
                <a:latin typeface="Arial" panose="020B0604020202020204" pitchFamily="34" charset="0"/>
              </a:rPr>
              <a:t>Sử dụng toán tử quan hệ </a:t>
            </a:r>
            <a:r>
              <a:rPr lang="en-US" altLang="ja-JP">
                <a:latin typeface="Arial" panose="020B0604020202020204" pitchFamily="34" charset="0"/>
                <a:ea typeface="ＭＳ ゴシック" panose="020B0609070205080204" pitchFamily="49" charset="-128"/>
              </a:rPr>
              <a:t>(&gt;=) để so sánh xem</a:t>
            </a:r>
            <a:r>
              <a:rPr lang="en-US" altLang="ja-JP">
                <a:latin typeface="Arial" panose="020B0604020202020204" pitchFamily="34" charset="0"/>
              </a:rPr>
              <a:t> </a:t>
            </a:r>
            <a:r>
              <a:rPr lang="ja-JP" altLang="en-US">
                <a:latin typeface="Arial" panose="020B0604020202020204" pitchFamily="34" charset="0"/>
              </a:rPr>
              <a:t>「</a:t>
            </a:r>
            <a:r>
              <a:rPr lang="en-US" altLang="ja-JP">
                <a:latin typeface="Arial" panose="020B0604020202020204" pitchFamily="34" charset="0"/>
              </a:rPr>
              <a:t>các điểm test</a:t>
            </a:r>
            <a:r>
              <a:rPr lang="ja-JP" altLang="en-US">
                <a:latin typeface="Arial" panose="020B0604020202020204" pitchFamily="34" charset="0"/>
              </a:rPr>
              <a:t>」 </a:t>
            </a:r>
            <a:r>
              <a:rPr lang="en-US" altLang="ja-JP">
                <a:latin typeface="Arial" panose="020B0604020202020204" pitchFamily="34" charset="0"/>
              </a:rPr>
              <a:t>là từ </a:t>
            </a:r>
            <a:r>
              <a:rPr lang="ja-JP" altLang="en-US">
                <a:latin typeface="Arial" panose="020B0604020202020204" pitchFamily="34" charset="0"/>
              </a:rPr>
              <a:t>「</a:t>
            </a:r>
            <a:r>
              <a:rPr lang="en-US" altLang="ja-JP">
                <a:latin typeface="Arial" panose="020B0604020202020204" pitchFamily="34" charset="0"/>
              </a:rPr>
              <a:t>80</a:t>
            </a:r>
            <a:r>
              <a:rPr lang="ja-JP" altLang="en-US">
                <a:latin typeface="Arial" panose="020B0604020202020204" pitchFamily="34" charset="0"/>
              </a:rPr>
              <a:t>」 </a:t>
            </a:r>
            <a:r>
              <a:rPr lang="en-US" altLang="ja-JP">
                <a:latin typeface="Arial" panose="020B0604020202020204" pitchFamily="34" charset="0"/>
              </a:rPr>
              <a:t>trở lên hay không.</a:t>
            </a:r>
          </a:p>
          <a:p>
            <a:pPr marL="0" indent="0"/>
            <a:endParaRPr lang="en-US" altLang="ja-JP">
              <a:latin typeface="Arial" panose="020B0604020202020204" pitchFamily="34" charset="0"/>
            </a:endParaRPr>
          </a:p>
          <a:p>
            <a:pPr marL="0" indent="0"/>
            <a:r>
              <a:rPr lang="en-US" altLang="ja-JP"/>
              <a:t>●Ví dụ của biểu thức điều kiện</a:t>
            </a:r>
          </a:p>
          <a:p>
            <a:pPr marL="0" indent="0"/>
            <a:endParaRPr lang="en-US" altLang="ja-JP"/>
          </a:p>
          <a:p>
            <a:pPr marL="0" indent="0"/>
            <a:endParaRPr lang="en-US" altLang="ja-JP"/>
          </a:p>
          <a:p>
            <a:pPr marL="0" indent="0"/>
            <a:r>
              <a:rPr lang="ja-JP" altLang="en-US"/>
              <a:t>　</a:t>
            </a:r>
          </a:p>
          <a:p>
            <a:pPr marL="0" indent="0"/>
            <a:endParaRPr lang="ja-JP" altLang="en-US"/>
          </a:p>
          <a:p>
            <a:pPr marL="0" indent="0"/>
            <a:endParaRPr lang="en-US" altLang="ja-JP"/>
          </a:p>
        </p:txBody>
      </p:sp>
      <p:sp>
        <p:nvSpPr>
          <p:cNvPr id="695334" name="Text Box 38">
            <a:extLst>
              <a:ext uri="{FF2B5EF4-FFF2-40B4-BE49-F238E27FC236}">
                <a16:creationId xmlns:a16="http://schemas.microsoft.com/office/drawing/2014/main" id="{E9F41CC9-E5BA-1ECF-4397-257BAA52166A}"/>
              </a:ext>
            </a:extLst>
          </p:cNvPr>
          <p:cNvSpPr txBox="1">
            <a:spLocks noChangeArrowheads="1"/>
          </p:cNvSpPr>
          <p:nvPr/>
        </p:nvSpPr>
        <p:spPr bwMode="auto">
          <a:xfrm>
            <a:off x="746125" y="7135813"/>
            <a:ext cx="6010275" cy="366712"/>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10238" tIns="20478" rIns="10238" bIns="10238" anchor="ct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19367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3200"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MS UI Gothic" panose="020B0600070205080204" pitchFamily="50" charset="-128"/>
              </a:rPr>
              <a:t>Các điểm test</a:t>
            </a:r>
            <a:r>
              <a:rPr lang="en-US" altLang="ja-JP" b="0">
                <a:ea typeface="ＭＳ ゴシック" panose="020B0609070205080204" pitchFamily="49" charset="-128"/>
              </a:rPr>
              <a:t> &gt;= 80</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7346" name="Rectangle 2">
            <a:extLst>
              <a:ext uri="{FF2B5EF4-FFF2-40B4-BE49-F238E27FC236}">
                <a16:creationId xmlns:a16="http://schemas.microsoft.com/office/drawing/2014/main" id="{41D813E3-4D86-B568-9618-255505CEF862}"/>
              </a:ext>
            </a:extLst>
          </p:cNvPr>
          <p:cNvSpPr>
            <a:spLocks noGrp="1" noRot="1" noChangeAspect="1" noChangeArrowheads="1" noTextEdit="1"/>
          </p:cNvSpPr>
          <p:nvPr>
            <p:ph type="sldImg"/>
          </p:nvPr>
        </p:nvSpPr>
        <p:spPr>
          <a:ln/>
        </p:spPr>
      </p:sp>
      <p:sp>
        <p:nvSpPr>
          <p:cNvPr id="697347" name="Rectangle 3">
            <a:extLst>
              <a:ext uri="{FF2B5EF4-FFF2-40B4-BE49-F238E27FC236}">
                <a16:creationId xmlns:a16="http://schemas.microsoft.com/office/drawing/2014/main" id="{9E437F06-21F6-6D3C-BC5A-4759182D4DD5}"/>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Toán tử logic và biểu thức điều kiện</a:t>
            </a:r>
          </a:p>
          <a:p>
            <a:pPr marL="0" indent="0"/>
            <a:r>
              <a:rPr lang="ja-JP" altLang="en-US">
                <a:latin typeface="Arial" panose="020B0604020202020204" pitchFamily="34" charset="0"/>
              </a:rPr>
              <a:t>　</a:t>
            </a:r>
            <a:r>
              <a:rPr lang="en-US" altLang="ja-JP">
                <a:latin typeface="Arial" panose="020B0604020202020204" pitchFamily="34" charset="0"/>
              </a:rPr>
              <a:t>Trường hợp muốn kết hợp nhiều biểu thức điều kiện để đánh giá thì sẽ sử dụng toán tử logic.</a:t>
            </a:r>
          </a:p>
          <a:p>
            <a:pPr marL="0" indent="0"/>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Lấy xử lý như sau làm ví dụ.</a:t>
            </a:r>
            <a:br>
              <a:rPr lang="en-US" altLang="ja-JP">
                <a:latin typeface="Arial" panose="020B0604020202020204" pitchFamily="34" charset="0"/>
              </a:rPr>
            </a:br>
            <a:r>
              <a:rPr lang="ja-JP" altLang="en-US">
                <a:latin typeface="Arial" panose="020B0604020202020204" pitchFamily="34" charset="0"/>
              </a:rPr>
              <a:t>　・</a:t>
            </a:r>
            <a:r>
              <a:rPr lang="en-US" altLang="ja-JP">
                <a:latin typeface="Arial" panose="020B0604020202020204" pitchFamily="34" charset="0"/>
              </a:rPr>
              <a:t>Các điểm test là từ 60 trở lên và dưới 80 điểm thì sẽ đánh giá B của đánh giá 3 giai đoạn.</a:t>
            </a:r>
          </a:p>
          <a:p>
            <a:pPr marL="0" indent="0"/>
            <a:r>
              <a:rPr lang="ja-JP" altLang="en-US">
                <a:latin typeface="Arial" panose="020B0604020202020204" pitchFamily="34" charset="0"/>
              </a:rPr>
              <a:t>　</a:t>
            </a:r>
            <a:r>
              <a:rPr lang="en-US" altLang="ja-JP">
                <a:latin typeface="Arial" panose="020B0604020202020204" pitchFamily="34" charset="0"/>
              </a:rPr>
              <a:t>Lúc này, biểu thức điều kiện sẽ thành </a:t>
            </a:r>
            <a:r>
              <a:rPr lang="ja-JP" altLang="en-US">
                <a:latin typeface="Arial" panose="020B0604020202020204" pitchFamily="34" charset="0"/>
              </a:rPr>
              <a:t>「</a:t>
            </a:r>
            <a:r>
              <a:rPr lang="en-US" altLang="ja-JP">
                <a:latin typeface="Arial" panose="020B0604020202020204" pitchFamily="34" charset="0"/>
              </a:rPr>
              <a:t>các điểm test &gt;= 60 điểm và &lt; 80điểm</a:t>
            </a:r>
            <a:r>
              <a:rPr lang="ja-JP" altLang="en-US">
                <a:latin typeface="Arial" panose="020B0604020202020204" pitchFamily="34" charset="0"/>
              </a:rPr>
              <a:t>」</a:t>
            </a:r>
            <a:r>
              <a:rPr lang="en-US" altLang="ja-JP">
                <a:latin typeface="Arial" panose="020B0604020202020204" pitchFamily="34" charset="0"/>
              </a:rPr>
              <a:t>.</a:t>
            </a:r>
          </a:p>
          <a:p>
            <a:pPr marL="0" indent="0"/>
            <a:r>
              <a:rPr lang="ja-JP" altLang="en-US">
                <a:latin typeface="Arial" panose="020B0604020202020204" pitchFamily="34" charset="0"/>
              </a:rPr>
              <a:t>　</a:t>
            </a:r>
            <a:r>
              <a:rPr lang="en-US" altLang="ja-JP">
                <a:latin typeface="Arial" panose="020B0604020202020204" pitchFamily="34" charset="0"/>
              </a:rPr>
              <a:t>Sử dụng toán tử logic </a:t>
            </a:r>
            <a:r>
              <a:rPr lang="en-US" altLang="ja-JP">
                <a:latin typeface="Arial" panose="020B0604020202020204" pitchFamily="34" charset="0"/>
                <a:ea typeface="ＭＳ ゴシック" panose="020B0609070205080204" pitchFamily="49" charset="-128"/>
              </a:rPr>
              <a:t>(&amp;&amp;)</a:t>
            </a:r>
            <a:r>
              <a:rPr lang="en-US" altLang="ja-JP">
                <a:latin typeface="Arial" panose="020B0604020202020204" pitchFamily="34" charset="0"/>
              </a:rPr>
              <a:t> của điều kiện AND để đánh giá việc thỏa mãn cả 2 biểu thức điều kiện </a:t>
            </a:r>
            <a:r>
              <a:rPr lang="ja-JP" altLang="en-US">
                <a:latin typeface="Arial" panose="020B0604020202020204" pitchFamily="34" charset="0"/>
              </a:rPr>
              <a:t>「</a:t>
            </a:r>
            <a:r>
              <a:rPr lang="en-US" altLang="ja-JP">
                <a:latin typeface="Arial" panose="020B0604020202020204" pitchFamily="34" charset="0"/>
              </a:rPr>
              <a:t>các điểm test là từ 60 điểm trở lên</a:t>
            </a:r>
            <a:r>
              <a:rPr lang="ja-JP" altLang="en-US">
                <a:latin typeface="Arial" panose="020B0604020202020204" pitchFamily="34" charset="0"/>
              </a:rPr>
              <a:t>」 </a:t>
            </a:r>
            <a:r>
              <a:rPr lang="en-US" altLang="ja-JP">
                <a:latin typeface="Arial" panose="020B0604020202020204" pitchFamily="34" charset="0"/>
              </a:rPr>
              <a:t>và </a:t>
            </a:r>
            <a:r>
              <a:rPr lang="ja-JP" altLang="en-US">
                <a:latin typeface="Arial" panose="020B0604020202020204" pitchFamily="34" charset="0"/>
              </a:rPr>
              <a:t>「</a:t>
            </a:r>
            <a:r>
              <a:rPr lang="en-US" altLang="ja-JP">
                <a:latin typeface="Arial" panose="020B0604020202020204" pitchFamily="34" charset="0"/>
              </a:rPr>
              <a:t>các điểm test &lt; 80 điểm</a:t>
            </a:r>
            <a:r>
              <a:rPr lang="ja-JP" altLang="en-US">
                <a:latin typeface="Arial" panose="020B0604020202020204" pitchFamily="34" charset="0"/>
              </a:rPr>
              <a:t>」</a:t>
            </a:r>
            <a:r>
              <a:rPr lang="en-US" altLang="ja-JP">
                <a:latin typeface="Arial" panose="020B0604020202020204" pitchFamily="34" charset="0"/>
              </a:rPr>
              <a:t>.</a:t>
            </a:r>
          </a:p>
          <a:p>
            <a:pPr marL="0" indent="0"/>
            <a:endParaRPr lang="en-US" altLang="ja-JP">
              <a:latin typeface="Arial" panose="020B0604020202020204" pitchFamily="34" charset="0"/>
            </a:endParaRPr>
          </a:p>
          <a:p>
            <a:pPr marL="0" indent="0"/>
            <a:r>
              <a:rPr lang="en-US" altLang="ja-JP"/>
              <a:t>●</a:t>
            </a:r>
            <a:r>
              <a:rPr lang="en-US" altLang="ja-JP">
                <a:latin typeface="Arial" panose="020B0604020202020204" pitchFamily="34" charset="0"/>
              </a:rPr>
              <a:t>Ví dụ biểu thức điều kiện</a:t>
            </a:r>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r>
              <a:rPr lang="ja-JP" altLang="en-US"/>
              <a:t>　</a:t>
            </a:r>
          </a:p>
          <a:p>
            <a:pPr marL="0" indent="0"/>
            <a:r>
              <a:rPr lang="ja-JP" altLang="en-US"/>
              <a:t>　</a:t>
            </a:r>
          </a:p>
        </p:txBody>
      </p:sp>
      <p:sp>
        <p:nvSpPr>
          <p:cNvPr id="697348" name="Text Box 4">
            <a:extLst>
              <a:ext uri="{FF2B5EF4-FFF2-40B4-BE49-F238E27FC236}">
                <a16:creationId xmlns:a16="http://schemas.microsoft.com/office/drawing/2014/main" id="{4A09EF6C-A2BC-3A38-D89E-3B86FD4D71E5}"/>
              </a:ext>
            </a:extLst>
          </p:cNvPr>
          <p:cNvSpPr txBox="1">
            <a:spLocks noChangeArrowheads="1"/>
          </p:cNvSpPr>
          <p:nvPr/>
        </p:nvSpPr>
        <p:spPr bwMode="auto">
          <a:xfrm>
            <a:off x="755650" y="7623175"/>
            <a:ext cx="6010275" cy="366713"/>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10238" tIns="20478" rIns="10238" bIns="10238" anchor="ct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19367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3200"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ＭＳ ゴシック" panose="020B0609070205080204" pitchFamily="49" charset="-128"/>
              </a:rPr>
              <a:t>(</a:t>
            </a:r>
            <a:r>
              <a:rPr lang="en-US" altLang="ja-JP" b="0">
                <a:ea typeface="MS UI Gothic" panose="020B0600070205080204" pitchFamily="50" charset="-128"/>
              </a:rPr>
              <a:t>Các điểm test</a:t>
            </a:r>
            <a:r>
              <a:rPr lang="en-US" altLang="ja-JP" b="0">
                <a:ea typeface="ＭＳ ゴシック" panose="020B0609070205080204" pitchFamily="49" charset="-128"/>
              </a:rPr>
              <a:t> &gt;= 60) &amp;&amp; (</a:t>
            </a:r>
            <a:r>
              <a:rPr lang="en-US" altLang="ja-JP" b="0">
                <a:ea typeface="MS UI Gothic" panose="020B0600070205080204" pitchFamily="50" charset="-128"/>
              </a:rPr>
              <a:t>các điểm test</a:t>
            </a:r>
            <a:r>
              <a:rPr lang="en-US" altLang="ja-JP" b="0">
                <a:ea typeface="ＭＳ ゴシック" panose="020B0609070205080204" pitchFamily="49" charset="-128"/>
              </a:rPr>
              <a:t> &lt; 80)</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62" name="Rectangle 2">
            <a:extLst>
              <a:ext uri="{FF2B5EF4-FFF2-40B4-BE49-F238E27FC236}">
                <a16:creationId xmlns:a16="http://schemas.microsoft.com/office/drawing/2014/main" id="{0063997D-49D1-680F-9553-A5D4057B23E0}"/>
              </a:ext>
            </a:extLst>
          </p:cNvPr>
          <p:cNvSpPr>
            <a:spLocks noGrp="1" noChangeArrowheads="1"/>
          </p:cNvSpPr>
          <p:nvPr>
            <p:ph type="body" idx="1"/>
          </p:nvPr>
        </p:nvSpPr>
        <p:spPr/>
        <p:txBody>
          <a:bodyPr/>
          <a:lstStyle/>
          <a:p>
            <a:pPr marL="0" indent="0"/>
            <a:r>
              <a:rPr lang="en-US" altLang="ja-JP"/>
              <a:t>■</a:t>
            </a:r>
            <a:r>
              <a:rPr lang="ja-JP" altLang="en-US">
                <a:latin typeface="Arial" panose="020B0604020202020204" pitchFamily="34" charset="0"/>
              </a:rPr>
              <a:t>　 </a:t>
            </a:r>
            <a:r>
              <a:rPr lang="en-US" altLang="ja-JP">
                <a:latin typeface="Arial" panose="020B0604020202020204" pitchFamily="34" charset="0"/>
              </a:rPr>
              <a:t>Câu lệnh control và phạm vi valid của biến số</a:t>
            </a:r>
          </a:p>
          <a:p>
            <a:pPr marL="0" indent="0"/>
            <a:r>
              <a:rPr lang="ja-JP" altLang="en-US">
                <a:latin typeface="Arial" panose="020B0604020202020204" pitchFamily="34" charset="0"/>
              </a:rPr>
              <a:t>　</a:t>
            </a:r>
            <a:r>
              <a:rPr lang="en-US" altLang="ja-JP">
                <a:latin typeface="Arial" panose="020B0604020202020204" pitchFamily="34" charset="0"/>
              </a:rPr>
              <a:t>Biến số local là biến số được khai báo ở trong method.</a:t>
            </a:r>
          </a:p>
          <a:p>
            <a:pPr marL="0" indent="0"/>
            <a:r>
              <a:rPr lang="ja-JP" altLang="en-US">
                <a:latin typeface="Arial" panose="020B0604020202020204" pitchFamily="34" charset="0"/>
              </a:rPr>
              <a:t>　</a:t>
            </a:r>
            <a:r>
              <a:rPr lang="en-US" altLang="ja-JP">
                <a:latin typeface="Arial" panose="020B0604020202020204" pitchFamily="34" charset="0"/>
              </a:rPr>
              <a:t>Sau khi khai báo thì sẽ thành biến số valid ở trong block </a:t>
            </a:r>
            <a:r>
              <a:rPr lang="ja-JP" altLang="en-US">
                <a:latin typeface="Arial" panose="020B0604020202020204" pitchFamily="34" charset="0"/>
              </a:rPr>
              <a:t>（</a:t>
            </a:r>
            <a:r>
              <a:rPr lang="en-US" altLang="ja-JP">
                <a:latin typeface="Arial" panose="020B0604020202020204" pitchFamily="34" charset="0"/>
              </a:rPr>
              <a:t>{ }</a:t>
            </a:r>
            <a:r>
              <a:rPr lang="ja-JP" altLang="en-US">
                <a:latin typeface="Arial" panose="020B0604020202020204" pitchFamily="34" charset="0"/>
              </a:rPr>
              <a:t>） </a:t>
            </a:r>
            <a:r>
              <a:rPr lang="en-US" altLang="ja-JP">
                <a:latin typeface="Arial" panose="020B0604020202020204" pitchFamily="34" charset="0"/>
              </a:rPr>
              <a:t>mà đã khai báo.</a:t>
            </a:r>
          </a:p>
          <a:p>
            <a:pPr marL="0" indent="0"/>
            <a:r>
              <a:rPr lang="ja-JP" altLang="en-US">
                <a:latin typeface="Arial" panose="020B0604020202020204" pitchFamily="34" charset="0"/>
              </a:rPr>
              <a:t>　</a:t>
            </a:r>
            <a:r>
              <a:rPr lang="en-US" altLang="ja-JP">
                <a:latin typeface="Arial" panose="020B0604020202020204" pitchFamily="34" charset="0"/>
              </a:rPr>
              <a:t>Ở level block của method có 2 nội dung như sau.</a:t>
            </a:r>
          </a:p>
          <a:p>
            <a:pPr marL="0" indent="0"/>
            <a:r>
              <a:rPr lang="ja-JP" altLang="en-US">
                <a:latin typeface="Arial" panose="020B0604020202020204" pitchFamily="34" charset="0"/>
              </a:rPr>
              <a:t>　・ </a:t>
            </a:r>
            <a:r>
              <a:rPr lang="en-US" altLang="ja-JP">
                <a:latin typeface="Arial" panose="020B0604020202020204" pitchFamily="34" charset="0"/>
              </a:rPr>
              <a:t>Method</a:t>
            </a:r>
          </a:p>
          <a:p>
            <a:pPr marL="0" indent="0"/>
            <a:r>
              <a:rPr lang="ja-JP" altLang="en-US">
                <a:latin typeface="Arial" panose="020B0604020202020204" pitchFamily="34" charset="0"/>
              </a:rPr>
              <a:t>　・ </a:t>
            </a:r>
            <a:r>
              <a:rPr lang="en-US" altLang="ja-JP">
                <a:latin typeface="Arial" panose="020B0604020202020204" pitchFamily="34" charset="0"/>
              </a:rPr>
              <a:t>Câu lệnh control</a:t>
            </a:r>
          </a:p>
          <a:p>
            <a:pPr marL="0" indent="0"/>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Biến số mà đã được khai báo bằng block của method sẽ valid ở trong block của method.</a:t>
            </a:r>
          </a:p>
          <a:p>
            <a:pPr marL="0" indent="0"/>
            <a:r>
              <a:rPr lang="ja-JP" altLang="en-US">
                <a:latin typeface="Arial" panose="020B0604020202020204" pitchFamily="34" charset="0"/>
              </a:rPr>
              <a:t>　</a:t>
            </a:r>
            <a:r>
              <a:rPr lang="en-US" altLang="ja-JP">
                <a:latin typeface="Arial" panose="020B0604020202020204" pitchFamily="34" charset="0"/>
              </a:rPr>
              <a:t>Biến số mà đã được khai báo bằng block của câu lệnh control sẽ valid ở trong block của câu lệnh control.</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r>
              <a:rPr lang="en-US" altLang="ja-JP"/>
              <a:t>※</a:t>
            </a:r>
            <a:r>
              <a:rPr lang="en-US" altLang="ja-JP">
                <a:latin typeface="Arial" panose="020B0604020202020204" pitchFamily="34" charset="0"/>
              </a:rPr>
              <a:t>Về cú pháp của câu lệnh </a:t>
            </a:r>
            <a:r>
              <a:rPr lang="en-US" altLang="ja-JP">
                <a:latin typeface="Arial" panose="020B0604020202020204" pitchFamily="34" charset="0"/>
                <a:ea typeface="ＭＳ ゴシック" panose="020B0609070205080204" pitchFamily="49" charset="-128"/>
              </a:rPr>
              <a:t>for</a:t>
            </a:r>
            <a:r>
              <a:rPr lang="en-US" altLang="ja-JP">
                <a:latin typeface="Arial" panose="020B0604020202020204" pitchFamily="34" charset="0"/>
              </a:rPr>
              <a:t> thì sẽ học ở chương 8.</a:t>
            </a:r>
          </a:p>
        </p:txBody>
      </p:sp>
      <p:sp>
        <p:nvSpPr>
          <p:cNvPr id="706563" name="Rectangle 3">
            <a:extLst>
              <a:ext uri="{FF2B5EF4-FFF2-40B4-BE49-F238E27FC236}">
                <a16:creationId xmlns:a16="http://schemas.microsoft.com/office/drawing/2014/main" id="{874184DE-D703-E72D-BAF2-1A0666B764BA}"/>
              </a:ext>
            </a:extLst>
          </p:cNvPr>
          <p:cNvSpPr>
            <a:spLocks noGrp="1" noRot="1" noChangeAspect="1" noChangeArrowheads="1" noTextEdit="1"/>
          </p:cNvSpPr>
          <p:nvPr>
            <p:ph type="sldImg"/>
          </p:nvPr>
        </p:nvSpPr>
        <p:spPr>
          <a:ln/>
        </p:spPr>
      </p:sp>
      <p:sp>
        <p:nvSpPr>
          <p:cNvPr id="706572" name="Text Box 12">
            <a:extLst>
              <a:ext uri="{FF2B5EF4-FFF2-40B4-BE49-F238E27FC236}">
                <a16:creationId xmlns:a16="http://schemas.microsoft.com/office/drawing/2014/main" id="{E308C088-9A1F-A220-A1FD-32E107E416D8}"/>
              </a:ext>
            </a:extLst>
          </p:cNvPr>
          <p:cNvSpPr txBox="1">
            <a:spLocks noChangeArrowheads="1"/>
          </p:cNvSpPr>
          <p:nvPr/>
        </p:nvSpPr>
        <p:spPr bwMode="auto">
          <a:xfrm>
            <a:off x="633413" y="6826250"/>
            <a:ext cx="5940425" cy="2795588"/>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10240" tIns="20483" rIns="10240" bIns="10240"/>
          <a:lstStyle>
            <a:lvl1pPr marL="354013" indent="-354013" defTabSz="460375">
              <a:defRPr kumimoji="1">
                <a:solidFill>
                  <a:schemeClr val="tx1"/>
                </a:solidFill>
                <a:latin typeface="Arial" panose="020B0604020202020204" pitchFamily="34" charset="0"/>
                <a:ea typeface="ＭＳ Ｐゴシック" panose="020B0600070205080204" pitchFamily="50" charset="-128"/>
              </a:defRPr>
            </a:lvl1pPr>
            <a:lvl2pPr marL="538163" indent="-354013" defTabSz="460375">
              <a:defRPr kumimoji="1">
                <a:solidFill>
                  <a:schemeClr val="tx1"/>
                </a:solidFill>
                <a:latin typeface="Arial" panose="020B0604020202020204" pitchFamily="34" charset="0"/>
                <a:ea typeface="ＭＳ Ｐゴシック" panose="020B0600070205080204" pitchFamily="50" charset="-128"/>
              </a:defRPr>
            </a:lvl2pPr>
            <a:lvl3pPr marL="1333500" indent="-350838" defTabSz="460375">
              <a:defRPr kumimoji="1">
                <a:solidFill>
                  <a:schemeClr val="tx1"/>
                </a:solidFill>
                <a:latin typeface="Arial" panose="020B0604020202020204" pitchFamily="34" charset="0"/>
                <a:ea typeface="ＭＳ Ｐゴシック" panose="020B0600070205080204" pitchFamily="50" charset="-128"/>
              </a:defRPr>
            </a:lvl3pPr>
            <a:lvl4pPr marL="1828800" indent="-354013" defTabSz="460375">
              <a:defRPr kumimoji="1">
                <a:solidFill>
                  <a:schemeClr val="tx1"/>
                </a:solidFill>
                <a:latin typeface="Arial" panose="020B0604020202020204" pitchFamily="34" charset="0"/>
                <a:ea typeface="ＭＳ Ｐゴシック" panose="020B0600070205080204" pitchFamily="50" charset="-128"/>
              </a:defRPr>
            </a:lvl4pPr>
            <a:lvl5pPr marL="2320925" indent="-354013" defTabSz="460375">
              <a:defRPr kumimoji="1">
                <a:solidFill>
                  <a:schemeClr val="tx1"/>
                </a:solidFill>
                <a:latin typeface="Arial" panose="020B0604020202020204" pitchFamily="34" charset="0"/>
                <a:ea typeface="ＭＳ Ｐゴシック" panose="020B0600070205080204" pitchFamily="50" charset="-128"/>
              </a:defRPr>
            </a:lvl5pPr>
            <a:lvl6pPr marL="2778125" indent="-354013" defTabSz="4603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3235325" indent="-354013" defTabSz="4603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692525" indent="-354013" defTabSz="4603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4149725" indent="-354013" defTabSz="4603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spcBef>
                <a:spcPct val="10000"/>
              </a:spcBef>
              <a:spcAft>
                <a:spcPct val="50000"/>
              </a:spcAft>
              <a:buFontTx/>
              <a:buAutoNum type="arabicPeriod"/>
            </a:pPr>
            <a:endParaRPr lang="en-US" altLang="ja-JP" b="0">
              <a:latin typeface="ＭＳ ゴシック" panose="020B0609070205080204" pitchFamily="49" charset="-128"/>
              <a:ea typeface="ＭＳ ゴシック" panose="020B0609070205080204" pitchFamily="49" charset="-128"/>
            </a:endParaRPr>
          </a:p>
          <a:p>
            <a:pPr lvl="1" algn="just">
              <a:spcBef>
                <a:spcPct val="10000"/>
              </a:spcBef>
              <a:spcAft>
                <a:spcPct val="50000"/>
              </a:spcAft>
              <a:buFontTx/>
              <a:buAutoNum type="arabicPeriod"/>
            </a:pPr>
            <a:endParaRPr lang="en-US" altLang="ja-JP" b="0">
              <a:latin typeface="ＭＳ ゴシック" panose="020B0609070205080204" pitchFamily="49" charset="-128"/>
              <a:ea typeface="ＭＳ ゴシック" panose="020B0609070205080204" pitchFamily="49" charset="-128"/>
            </a:endParaRPr>
          </a:p>
          <a:p>
            <a:pPr lvl="1" algn="just">
              <a:spcBef>
                <a:spcPct val="10000"/>
              </a:spcBef>
              <a:spcAft>
                <a:spcPct val="50000"/>
              </a:spcAft>
              <a:buFontTx/>
              <a:buAutoNum type="arabicPeriod"/>
            </a:pPr>
            <a:r>
              <a:rPr lang="ja-JP" altLang="ja-JP" b="0">
                <a:latin typeface="ＭＳ ゴシック" panose="020B0609070205080204" pitchFamily="49" charset="-128"/>
                <a:ea typeface="ＭＳ ゴシック" panose="020B0609070205080204" pitchFamily="49" charset="-128"/>
              </a:rPr>
              <a:t>public static void main(String[] args) {</a:t>
            </a:r>
          </a:p>
          <a:p>
            <a:pPr lvl="1" algn="just">
              <a:spcBef>
                <a:spcPct val="10000"/>
              </a:spcBef>
              <a:spcAft>
                <a:spcPct val="50000"/>
              </a:spcAft>
              <a:buFontTx/>
              <a:buAutoNum type="arabicPeriod"/>
            </a:pPr>
            <a:r>
              <a:rPr lang="ja-JP" altLang="ja-JP" b="0">
                <a:latin typeface="ＭＳ ゴシック" panose="020B0609070205080204" pitchFamily="49" charset="-128"/>
                <a:ea typeface="ＭＳ ゴシック" panose="020B0609070205080204" pitchFamily="49" charset="-128"/>
              </a:rPr>
              <a:t>    int[] numArray = {10, 20, 30};</a:t>
            </a:r>
          </a:p>
          <a:p>
            <a:pPr lvl="1" algn="just">
              <a:spcBef>
                <a:spcPct val="10000"/>
              </a:spcBef>
              <a:spcAft>
                <a:spcPct val="50000"/>
              </a:spcAft>
              <a:buFontTx/>
              <a:buAutoNum type="arabicPeriod"/>
            </a:pPr>
            <a:r>
              <a:rPr lang="ja-JP" altLang="ja-JP" b="0">
                <a:latin typeface="ＭＳ ゴシック" panose="020B0609070205080204" pitchFamily="49" charset="-128"/>
                <a:ea typeface="ＭＳ ゴシック" panose="020B0609070205080204" pitchFamily="49" charset="-128"/>
              </a:rPr>
              <a:t>    for (int i = 0; i &lt; numArray.length; i++) {</a:t>
            </a:r>
          </a:p>
          <a:p>
            <a:pPr lvl="1" algn="just">
              <a:spcBef>
                <a:spcPct val="10000"/>
              </a:spcBef>
              <a:spcAft>
                <a:spcPct val="50000"/>
              </a:spcAft>
              <a:buFontTx/>
              <a:buAutoNum type="arabicPeriod"/>
            </a:pPr>
            <a:r>
              <a:rPr lang="ja-JP" altLang="ja-JP" b="0">
                <a:latin typeface="ＭＳ ゴシック" panose="020B0609070205080204" pitchFamily="49" charset="-128"/>
                <a:ea typeface="ＭＳ ゴシック" panose="020B0609070205080204" pitchFamily="49" charset="-128"/>
              </a:rPr>
              <a:t>        System.out.println(i + “ </a:t>
            </a:r>
            <a:r>
              <a:rPr lang="ja-JP" altLang="en-AU" b="0">
                <a:ea typeface="ＭＳ ゴシック" panose="020B0609070205080204" pitchFamily="49" charset="-128"/>
              </a:rPr>
              <a:t>y</a:t>
            </a:r>
            <a:r>
              <a:rPr lang="en-AU" altLang="ja-JP" b="0">
                <a:ea typeface="ＭＳ ゴシック" panose="020B0609070205080204" pitchFamily="49" charset="-128"/>
              </a:rPr>
              <a:t>ếu tố của số thứ tư là</a:t>
            </a:r>
            <a:r>
              <a:rPr lang="ja-JP" altLang="ja-JP" b="0">
                <a:latin typeface="ＭＳ ゴシック" panose="020B0609070205080204" pitchFamily="49" charset="-128"/>
                <a:ea typeface="ＭＳ ゴシック" panose="020B0609070205080204" pitchFamily="49" charset="-128"/>
              </a:rPr>
              <a:t> " + numArray[i]);</a:t>
            </a:r>
            <a:endParaRPr lang="en-US" altLang="ja-JP" b="0">
              <a:latin typeface="ＭＳ ゴシック" panose="020B0609070205080204" pitchFamily="49" charset="-128"/>
              <a:ea typeface="ＭＳ ゴシック" panose="020B0609070205080204" pitchFamily="49" charset="-128"/>
            </a:endParaRPr>
          </a:p>
          <a:p>
            <a:pPr lvl="1" algn="just">
              <a:spcBef>
                <a:spcPct val="10000"/>
              </a:spcBef>
              <a:spcAft>
                <a:spcPct val="50000"/>
              </a:spcAft>
              <a:buFontTx/>
              <a:buAutoNum type="arabicPeriod"/>
            </a:pPr>
            <a:r>
              <a:rPr lang="en-US" altLang="ja-JP" b="0">
                <a:latin typeface="ＭＳ ゴシック" panose="020B0609070205080204" pitchFamily="49" charset="-128"/>
                <a:ea typeface="ＭＳ ゴシック" panose="020B0609070205080204" pitchFamily="49" charset="-128"/>
              </a:rPr>
              <a:t>    }</a:t>
            </a:r>
            <a:endParaRPr lang="ja-JP" altLang="ja-JP" b="0">
              <a:latin typeface="ＭＳ ゴシック" panose="020B0609070205080204" pitchFamily="49" charset="-128"/>
              <a:ea typeface="ＭＳ ゴシック" panose="020B0609070205080204" pitchFamily="49" charset="-128"/>
            </a:endParaRPr>
          </a:p>
          <a:p>
            <a:pPr lvl="1" algn="just">
              <a:spcBef>
                <a:spcPct val="10000"/>
              </a:spcBef>
              <a:spcAft>
                <a:spcPct val="50000"/>
              </a:spcAft>
              <a:buFontTx/>
              <a:buAutoNum type="arabicPeriod"/>
            </a:pPr>
            <a:r>
              <a:rPr lang="en-US" altLang="ja-JP" b="0">
                <a:latin typeface="ＭＳ ゴシック" panose="020B0609070205080204" pitchFamily="49" charset="-128"/>
                <a:ea typeface="ＭＳ ゴシック" panose="020B0609070205080204" pitchFamily="49" charset="-128"/>
              </a:rPr>
              <a:t>    System.out.println(i);</a:t>
            </a:r>
          </a:p>
          <a:p>
            <a:pPr lvl="1" algn="just">
              <a:spcBef>
                <a:spcPct val="10000"/>
              </a:spcBef>
              <a:spcAft>
                <a:spcPct val="50000"/>
              </a:spcAft>
              <a:buFontTx/>
              <a:buAutoNum type="arabicPeriod"/>
            </a:pPr>
            <a:r>
              <a:rPr lang="ja-JP" altLang="ja-JP" b="0">
                <a:latin typeface="ＭＳ ゴシック" panose="020B0609070205080204" pitchFamily="49" charset="-128"/>
                <a:ea typeface="ＭＳ ゴシック" panose="020B0609070205080204" pitchFamily="49" charset="-128"/>
              </a:rPr>
              <a:t>}</a:t>
            </a:r>
          </a:p>
        </p:txBody>
      </p:sp>
      <p:sp>
        <p:nvSpPr>
          <p:cNvPr id="706573" name="Rectangle 13">
            <a:extLst>
              <a:ext uri="{FF2B5EF4-FFF2-40B4-BE49-F238E27FC236}">
                <a16:creationId xmlns:a16="http://schemas.microsoft.com/office/drawing/2014/main" id="{2CE1F01B-E21C-EF90-5711-B3893014C253}"/>
              </a:ext>
            </a:extLst>
          </p:cNvPr>
          <p:cNvSpPr>
            <a:spLocks noChangeArrowheads="1"/>
          </p:cNvSpPr>
          <p:nvPr/>
        </p:nvSpPr>
        <p:spPr bwMode="auto">
          <a:xfrm>
            <a:off x="4160838" y="9158288"/>
            <a:ext cx="1895475" cy="295275"/>
          </a:xfrm>
          <a:prstGeom prst="rect">
            <a:avLst/>
          </a:prstGeom>
          <a:noFill/>
          <a:ln w="254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4161" tIns="47080" rIns="94161" bIns="47080" anchor="ctr"/>
          <a:lstStyle>
            <a:lvl1pPr defTabSz="889000">
              <a:defRPr kumimoji="1">
                <a:solidFill>
                  <a:schemeClr val="tx1"/>
                </a:solidFill>
                <a:latin typeface="Arial" panose="020B0604020202020204" pitchFamily="34" charset="0"/>
                <a:ea typeface="ＭＳ Ｐゴシック" panose="020B0600070205080204" pitchFamily="50" charset="-128"/>
              </a:defRPr>
            </a:lvl1pPr>
            <a:lvl2pPr marL="471488" defTabSz="889000">
              <a:defRPr kumimoji="1">
                <a:solidFill>
                  <a:schemeClr val="tx1"/>
                </a:solidFill>
                <a:latin typeface="Arial" panose="020B0604020202020204" pitchFamily="34" charset="0"/>
                <a:ea typeface="ＭＳ Ｐゴシック" panose="020B0600070205080204" pitchFamily="50" charset="-128"/>
              </a:defRPr>
            </a:lvl2pPr>
            <a:lvl3pPr marL="941388" defTabSz="889000">
              <a:defRPr kumimoji="1">
                <a:solidFill>
                  <a:schemeClr val="tx1"/>
                </a:solidFill>
                <a:latin typeface="Arial" panose="020B0604020202020204" pitchFamily="34" charset="0"/>
                <a:ea typeface="ＭＳ Ｐゴシック" panose="020B0600070205080204" pitchFamily="50" charset="-128"/>
              </a:defRPr>
            </a:lvl3pPr>
            <a:lvl4pPr marL="1409700" defTabSz="889000">
              <a:defRPr kumimoji="1">
                <a:solidFill>
                  <a:schemeClr val="tx1"/>
                </a:solidFill>
                <a:latin typeface="Arial" panose="020B0604020202020204" pitchFamily="34" charset="0"/>
                <a:ea typeface="ＭＳ Ｐゴシック" panose="020B0600070205080204" pitchFamily="50" charset="-128"/>
              </a:defRPr>
            </a:lvl4pPr>
            <a:lvl5pPr marL="1884363" defTabSz="889000">
              <a:defRPr kumimoji="1">
                <a:solidFill>
                  <a:schemeClr val="tx1"/>
                </a:solidFill>
                <a:latin typeface="Arial" panose="020B0604020202020204" pitchFamily="34" charset="0"/>
                <a:ea typeface="ＭＳ Ｐゴシック" panose="020B0600070205080204" pitchFamily="50" charset="-128"/>
              </a:defRPr>
            </a:lvl5pPr>
            <a:lvl6pPr marL="2341563" defTabSz="8890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8890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8890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8890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en-US" sz="1100" b="0"/>
              <a:t>Phạm vi </a:t>
            </a:r>
            <a:r>
              <a:rPr lang="en-US" altLang="ja-JP" sz="1100" b="0"/>
              <a:t>valid</a:t>
            </a:r>
            <a:r>
              <a:rPr lang="en-US" altLang="en-US" sz="1100" b="0"/>
              <a:t> của numArray</a:t>
            </a:r>
            <a:endParaRPr lang="en-US" altLang="ja-JP" sz="1100" b="0"/>
          </a:p>
        </p:txBody>
      </p:sp>
      <p:cxnSp>
        <p:nvCxnSpPr>
          <p:cNvPr id="706574" name="AutoShape 14">
            <a:extLst>
              <a:ext uri="{FF2B5EF4-FFF2-40B4-BE49-F238E27FC236}">
                <a16:creationId xmlns:a16="http://schemas.microsoft.com/office/drawing/2014/main" id="{80BD0162-0C8C-B5E2-B291-D50B6F60FDD1}"/>
              </a:ext>
            </a:extLst>
          </p:cNvPr>
          <p:cNvCxnSpPr>
            <a:cxnSpLocks noChangeShapeType="1"/>
            <a:stCxn id="706573" idx="3"/>
            <a:endCxn id="706575" idx="3"/>
          </p:cNvCxnSpPr>
          <p:nvPr/>
        </p:nvCxnSpPr>
        <p:spPr bwMode="auto">
          <a:xfrm flipH="1" flipV="1">
            <a:off x="5881688" y="8108950"/>
            <a:ext cx="187325" cy="1196975"/>
          </a:xfrm>
          <a:prstGeom prst="bentConnector3">
            <a:avLst>
              <a:gd name="adj1" fmla="val -115255"/>
            </a:avLst>
          </a:prstGeom>
          <a:noFill/>
          <a:ln w="25400">
            <a:solidFill>
              <a:srgbClr val="3FB007"/>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6575" name="Rectangle 15">
            <a:extLst>
              <a:ext uri="{FF2B5EF4-FFF2-40B4-BE49-F238E27FC236}">
                <a16:creationId xmlns:a16="http://schemas.microsoft.com/office/drawing/2014/main" id="{2B5D53B3-F7AD-91CB-67EE-79391A1E11E4}"/>
              </a:ext>
            </a:extLst>
          </p:cNvPr>
          <p:cNvSpPr>
            <a:spLocks noChangeArrowheads="1"/>
          </p:cNvSpPr>
          <p:nvPr/>
        </p:nvSpPr>
        <p:spPr bwMode="auto">
          <a:xfrm>
            <a:off x="1074738" y="7235825"/>
            <a:ext cx="4794250" cy="1746250"/>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4161" tIns="47080" rIns="94161" bIns="47080" anchor="ctr"/>
          <a:lstStyle>
            <a:lvl1pPr defTabSz="889000">
              <a:defRPr kumimoji="1">
                <a:solidFill>
                  <a:schemeClr val="tx1"/>
                </a:solidFill>
                <a:latin typeface="Arial" panose="020B0604020202020204" pitchFamily="34" charset="0"/>
                <a:ea typeface="ＭＳ Ｐゴシック" panose="020B0600070205080204" pitchFamily="50" charset="-128"/>
              </a:defRPr>
            </a:lvl1pPr>
            <a:lvl2pPr marL="471488" defTabSz="889000">
              <a:defRPr kumimoji="1">
                <a:solidFill>
                  <a:schemeClr val="tx1"/>
                </a:solidFill>
                <a:latin typeface="Arial" panose="020B0604020202020204" pitchFamily="34" charset="0"/>
                <a:ea typeface="ＭＳ Ｐゴシック" panose="020B0600070205080204" pitchFamily="50" charset="-128"/>
              </a:defRPr>
            </a:lvl2pPr>
            <a:lvl3pPr marL="941388" defTabSz="889000">
              <a:defRPr kumimoji="1">
                <a:solidFill>
                  <a:schemeClr val="tx1"/>
                </a:solidFill>
                <a:latin typeface="Arial" panose="020B0604020202020204" pitchFamily="34" charset="0"/>
                <a:ea typeface="ＭＳ Ｐゴシック" panose="020B0600070205080204" pitchFamily="50" charset="-128"/>
              </a:defRPr>
            </a:lvl3pPr>
            <a:lvl4pPr marL="1409700" defTabSz="889000">
              <a:defRPr kumimoji="1">
                <a:solidFill>
                  <a:schemeClr val="tx1"/>
                </a:solidFill>
                <a:latin typeface="Arial" panose="020B0604020202020204" pitchFamily="34" charset="0"/>
                <a:ea typeface="ＭＳ Ｐゴシック" panose="020B0600070205080204" pitchFamily="50" charset="-128"/>
              </a:defRPr>
            </a:lvl4pPr>
            <a:lvl5pPr marL="1884363" defTabSz="889000">
              <a:defRPr kumimoji="1">
                <a:solidFill>
                  <a:schemeClr val="tx1"/>
                </a:solidFill>
                <a:latin typeface="Arial" panose="020B0604020202020204" pitchFamily="34" charset="0"/>
                <a:ea typeface="ＭＳ Ｐゴシック" panose="020B0600070205080204" pitchFamily="50" charset="-128"/>
              </a:defRPr>
            </a:lvl5pPr>
            <a:lvl6pPr marL="2341563" defTabSz="8890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8890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8890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8890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706576" name="Rectangle 16">
            <a:extLst>
              <a:ext uri="{FF2B5EF4-FFF2-40B4-BE49-F238E27FC236}">
                <a16:creationId xmlns:a16="http://schemas.microsoft.com/office/drawing/2014/main" id="{0943B9BE-3724-55D9-8F45-FBD531036962}"/>
              </a:ext>
            </a:extLst>
          </p:cNvPr>
          <p:cNvSpPr>
            <a:spLocks noChangeArrowheads="1"/>
          </p:cNvSpPr>
          <p:nvPr/>
        </p:nvSpPr>
        <p:spPr bwMode="auto">
          <a:xfrm>
            <a:off x="3590925" y="8616950"/>
            <a:ext cx="1293813" cy="276225"/>
          </a:xfrm>
          <a:prstGeom prst="rect">
            <a:avLst/>
          </a:prstGeom>
          <a:noFill/>
          <a:ln w="25400">
            <a:solidFill>
              <a:srgbClr val="FF8519"/>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4161" tIns="47080" rIns="94161" bIns="47080" anchor="ctr"/>
          <a:lstStyle>
            <a:lvl1pPr defTabSz="889000">
              <a:defRPr kumimoji="1">
                <a:solidFill>
                  <a:schemeClr val="tx1"/>
                </a:solidFill>
                <a:latin typeface="Arial" panose="020B0604020202020204" pitchFamily="34" charset="0"/>
                <a:ea typeface="ＭＳ Ｐゴシック" panose="020B0600070205080204" pitchFamily="50" charset="-128"/>
              </a:defRPr>
            </a:lvl1pPr>
            <a:lvl2pPr marL="471488" defTabSz="889000">
              <a:defRPr kumimoji="1">
                <a:solidFill>
                  <a:schemeClr val="tx1"/>
                </a:solidFill>
                <a:latin typeface="Arial" panose="020B0604020202020204" pitchFamily="34" charset="0"/>
                <a:ea typeface="ＭＳ Ｐゴシック" panose="020B0600070205080204" pitchFamily="50" charset="-128"/>
              </a:defRPr>
            </a:lvl2pPr>
            <a:lvl3pPr marL="941388" defTabSz="889000">
              <a:defRPr kumimoji="1">
                <a:solidFill>
                  <a:schemeClr val="tx1"/>
                </a:solidFill>
                <a:latin typeface="Arial" panose="020B0604020202020204" pitchFamily="34" charset="0"/>
                <a:ea typeface="ＭＳ Ｐゴシック" panose="020B0600070205080204" pitchFamily="50" charset="-128"/>
              </a:defRPr>
            </a:lvl3pPr>
            <a:lvl4pPr marL="1409700" defTabSz="889000">
              <a:defRPr kumimoji="1">
                <a:solidFill>
                  <a:schemeClr val="tx1"/>
                </a:solidFill>
                <a:latin typeface="Arial" panose="020B0604020202020204" pitchFamily="34" charset="0"/>
                <a:ea typeface="ＭＳ Ｐゴシック" panose="020B0600070205080204" pitchFamily="50" charset="-128"/>
              </a:defRPr>
            </a:lvl4pPr>
            <a:lvl5pPr marL="1884363" defTabSz="889000">
              <a:defRPr kumimoji="1">
                <a:solidFill>
                  <a:schemeClr val="tx1"/>
                </a:solidFill>
                <a:latin typeface="Arial" panose="020B0604020202020204" pitchFamily="34" charset="0"/>
                <a:ea typeface="ＭＳ Ｐゴシック" panose="020B0600070205080204" pitchFamily="50" charset="-128"/>
              </a:defRPr>
            </a:lvl5pPr>
            <a:lvl6pPr marL="2341563" defTabSz="8890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8890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8890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8890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100" b="0">
                <a:latin typeface="ＭＳ Ｐゴシック" panose="020B0600070205080204" pitchFamily="50" charset="-128"/>
              </a:rPr>
              <a:t>Phạm vi valid của i </a:t>
            </a:r>
          </a:p>
        </p:txBody>
      </p:sp>
      <p:cxnSp>
        <p:nvCxnSpPr>
          <p:cNvPr id="706577" name="AutoShape 17">
            <a:extLst>
              <a:ext uri="{FF2B5EF4-FFF2-40B4-BE49-F238E27FC236}">
                <a16:creationId xmlns:a16="http://schemas.microsoft.com/office/drawing/2014/main" id="{1D9A71F1-8980-CED5-0726-78701112ABBB}"/>
              </a:ext>
            </a:extLst>
          </p:cNvPr>
          <p:cNvCxnSpPr>
            <a:cxnSpLocks noChangeShapeType="1"/>
            <a:stCxn id="706576" idx="3"/>
            <a:endCxn id="706578" idx="3"/>
          </p:cNvCxnSpPr>
          <p:nvPr/>
        </p:nvCxnSpPr>
        <p:spPr bwMode="auto">
          <a:xfrm flipV="1">
            <a:off x="4897438" y="8110538"/>
            <a:ext cx="768350" cy="644525"/>
          </a:xfrm>
          <a:prstGeom prst="bentConnector3">
            <a:avLst>
              <a:gd name="adj1" fmla="val 128097"/>
            </a:avLst>
          </a:prstGeom>
          <a:noFill/>
          <a:ln w="25400">
            <a:solidFill>
              <a:srgbClr val="FF8519"/>
            </a:solidFill>
            <a:prstDash val="sysDot"/>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6578" name="Rectangle 18">
            <a:extLst>
              <a:ext uri="{FF2B5EF4-FFF2-40B4-BE49-F238E27FC236}">
                <a16:creationId xmlns:a16="http://schemas.microsoft.com/office/drawing/2014/main" id="{B2794688-E22A-D0D6-4FF4-4ABF4F29DF39}"/>
              </a:ext>
            </a:extLst>
          </p:cNvPr>
          <p:cNvSpPr>
            <a:spLocks noChangeArrowheads="1"/>
          </p:cNvSpPr>
          <p:nvPr/>
        </p:nvSpPr>
        <p:spPr bwMode="auto">
          <a:xfrm>
            <a:off x="1401763" y="7764463"/>
            <a:ext cx="4251325" cy="692150"/>
          </a:xfrm>
          <a:prstGeom prst="rect">
            <a:avLst/>
          </a:prstGeom>
          <a:noFill/>
          <a:ln w="25400" algn="ctr">
            <a:solidFill>
              <a:srgbClr val="FF8519"/>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4161" tIns="47080" rIns="94161" bIns="47080" anchor="ctr"/>
          <a:lstStyle>
            <a:lvl1pPr defTabSz="889000">
              <a:defRPr kumimoji="1">
                <a:solidFill>
                  <a:schemeClr val="tx1"/>
                </a:solidFill>
                <a:latin typeface="Arial" panose="020B0604020202020204" pitchFamily="34" charset="0"/>
                <a:ea typeface="ＭＳ Ｐゴシック" panose="020B0600070205080204" pitchFamily="50" charset="-128"/>
              </a:defRPr>
            </a:lvl1pPr>
            <a:lvl2pPr marL="471488" defTabSz="889000">
              <a:defRPr kumimoji="1">
                <a:solidFill>
                  <a:schemeClr val="tx1"/>
                </a:solidFill>
                <a:latin typeface="Arial" panose="020B0604020202020204" pitchFamily="34" charset="0"/>
                <a:ea typeface="ＭＳ Ｐゴシック" panose="020B0600070205080204" pitchFamily="50" charset="-128"/>
              </a:defRPr>
            </a:lvl2pPr>
            <a:lvl3pPr marL="941388" defTabSz="889000">
              <a:defRPr kumimoji="1">
                <a:solidFill>
                  <a:schemeClr val="tx1"/>
                </a:solidFill>
                <a:latin typeface="Arial" panose="020B0604020202020204" pitchFamily="34" charset="0"/>
                <a:ea typeface="ＭＳ Ｐゴシック" panose="020B0600070205080204" pitchFamily="50" charset="-128"/>
              </a:defRPr>
            </a:lvl3pPr>
            <a:lvl4pPr marL="1409700" defTabSz="889000">
              <a:defRPr kumimoji="1">
                <a:solidFill>
                  <a:schemeClr val="tx1"/>
                </a:solidFill>
                <a:latin typeface="Arial" panose="020B0604020202020204" pitchFamily="34" charset="0"/>
                <a:ea typeface="ＭＳ Ｐゴシック" panose="020B0600070205080204" pitchFamily="50" charset="-128"/>
              </a:defRPr>
            </a:lvl4pPr>
            <a:lvl5pPr marL="1884363" defTabSz="889000">
              <a:defRPr kumimoji="1">
                <a:solidFill>
                  <a:schemeClr val="tx1"/>
                </a:solidFill>
                <a:latin typeface="Arial" panose="020B0604020202020204" pitchFamily="34" charset="0"/>
                <a:ea typeface="ＭＳ Ｐゴシック" panose="020B0600070205080204" pitchFamily="50" charset="-128"/>
              </a:defRPr>
            </a:lvl5pPr>
            <a:lvl6pPr marL="2341563" defTabSz="8890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8890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8890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8890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706582" name="AutoShape 22">
            <a:extLst>
              <a:ext uri="{FF2B5EF4-FFF2-40B4-BE49-F238E27FC236}">
                <a16:creationId xmlns:a16="http://schemas.microsoft.com/office/drawing/2014/main" id="{45554835-5A98-54FD-423F-D2CDA914250A}"/>
              </a:ext>
            </a:extLst>
          </p:cNvPr>
          <p:cNvSpPr>
            <a:spLocks noChangeArrowheads="1"/>
          </p:cNvSpPr>
          <p:nvPr/>
        </p:nvSpPr>
        <p:spPr bwMode="auto">
          <a:xfrm>
            <a:off x="3240088" y="6792913"/>
            <a:ext cx="1214437" cy="323850"/>
          </a:xfrm>
          <a:prstGeom prst="wedgeRoundRectCallout">
            <a:avLst>
              <a:gd name="adj1" fmla="val -30731"/>
              <a:gd name="adj2" fmla="val 88694"/>
              <a:gd name="adj3" fmla="val 16667"/>
            </a:avLst>
          </a:prstGeom>
          <a:solidFill>
            <a:srgbClr val="FFCC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4162" tIns="47083" rIns="94162" bIns="47083"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MS UI Gothic" panose="020B0600070205080204" pitchFamily="50" charset="-128"/>
              </a:rPr>
              <a:t>Block của method</a:t>
            </a:r>
          </a:p>
        </p:txBody>
      </p:sp>
      <p:sp>
        <p:nvSpPr>
          <p:cNvPr id="706585" name="AutoShape 25">
            <a:extLst>
              <a:ext uri="{FF2B5EF4-FFF2-40B4-BE49-F238E27FC236}">
                <a16:creationId xmlns:a16="http://schemas.microsoft.com/office/drawing/2014/main" id="{6B5A4A92-919B-2478-4E80-19EE17DFA3EA}"/>
              </a:ext>
            </a:extLst>
          </p:cNvPr>
          <p:cNvSpPr>
            <a:spLocks noChangeArrowheads="1"/>
          </p:cNvSpPr>
          <p:nvPr/>
        </p:nvSpPr>
        <p:spPr bwMode="auto">
          <a:xfrm>
            <a:off x="4171950" y="7302500"/>
            <a:ext cx="1560513" cy="323850"/>
          </a:xfrm>
          <a:prstGeom prst="wedgeRoundRectCallout">
            <a:avLst>
              <a:gd name="adj1" fmla="val -29935"/>
              <a:gd name="adj2" fmla="val 82662"/>
              <a:gd name="adj3" fmla="val 16667"/>
            </a:avLst>
          </a:prstGeom>
          <a:solidFill>
            <a:srgbClr val="FFCC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4162" tIns="47083" rIns="94162" bIns="47083"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MS UI Gothic" panose="020B0600070205080204" pitchFamily="50" charset="-128"/>
              </a:rPr>
              <a:t>Block của câu lệnh control (lặp )</a:t>
            </a:r>
          </a:p>
        </p:txBody>
      </p:sp>
      <p:sp>
        <p:nvSpPr>
          <p:cNvPr id="706586" name="AutoShape 26">
            <a:extLst>
              <a:ext uri="{FF2B5EF4-FFF2-40B4-BE49-F238E27FC236}">
                <a16:creationId xmlns:a16="http://schemas.microsoft.com/office/drawing/2014/main" id="{652C2E4A-200A-64E9-2DBE-2B78D768FAE4}"/>
              </a:ext>
            </a:extLst>
          </p:cNvPr>
          <p:cNvSpPr>
            <a:spLocks noChangeArrowheads="1"/>
          </p:cNvSpPr>
          <p:nvPr/>
        </p:nvSpPr>
        <p:spPr bwMode="auto">
          <a:xfrm>
            <a:off x="1868488" y="8842375"/>
            <a:ext cx="1485900" cy="661988"/>
          </a:xfrm>
          <a:prstGeom prst="wedgeRoundRectCallout">
            <a:avLst>
              <a:gd name="adj1" fmla="val 5769"/>
              <a:gd name="adj2" fmla="val -79019"/>
              <a:gd name="adj3" fmla="val 16667"/>
            </a:avLst>
          </a:prstGeom>
          <a:solidFill>
            <a:srgbClr val="CCFF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4162" tIns="47083" rIns="94162" bIns="47083"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MS UI Gothic" panose="020B0600070205080204" pitchFamily="50" charset="-128"/>
              </a:rPr>
              <a:t>Nếu chỉ định i tại dòng thứ 6 thì sẽ thành compile error</a:t>
            </a:r>
            <a:r>
              <a:rPr lang="ja-JP" altLang="en-US" b="0">
                <a:ea typeface="MS UI Gothic" panose="020B0600070205080204" pitchFamily="50" charset="-128"/>
              </a:rPr>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2">
            <a:extLst>
              <a:ext uri="{FF2B5EF4-FFF2-40B4-BE49-F238E27FC236}">
                <a16:creationId xmlns:a16="http://schemas.microsoft.com/office/drawing/2014/main" id="{ABE63B11-C895-BDE3-F3E7-AE795B22C326}"/>
              </a:ext>
            </a:extLst>
          </p:cNvPr>
          <p:cNvSpPr>
            <a:spLocks noGrp="1" noRot="1" noChangeAspect="1" noChangeArrowheads="1" noTextEdit="1"/>
          </p:cNvSpPr>
          <p:nvPr>
            <p:ph type="sldImg"/>
          </p:nvPr>
        </p:nvSpPr>
        <p:spPr>
          <a:xfrm>
            <a:off x="785813" y="766763"/>
            <a:ext cx="5541962" cy="3836987"/>
          </a:xfrm>
          <a:ln/>
        </p:spPr>
      </p:sp>
      <p:sp>
        <p:nvSpPr>
          <p:cNvPr id="257029" name="Rectangle 5">
            <a:extLst>
              <a:ext uri="{FF2B5EF4-FFF2-40B4-BE49-F238E27FC236}">
                <a16:creationId xmlns:a16="http://schemas.microsoft.com/office/drawing/2014/main" id="{889CD7A8-9550-45F8-314F-82F933C37FAF}"/>
              </a:ext>
            </a:extLst>
          </p:cNvPr>
          <p:cNvSpPr>
            <a:spLocks noGrp="1" noChangeArrowheads="1"/>
          </p:cNvSpPr>
          <p:nvPr>
            <p:ph type="body" idx="1"/>
          </p:nvPr>
        </p:nvSpPr>
        <p:spPr/>
        <p:txBody>
          <a:bodyPr/>
          <a:lstStyle/>
          <a:p>
            <a:r>
              <a:rPr lang="en-US" altLang="ja-JP">
                <a:latin typeface="Arial" panose="020B0604020202020204" pitchFamily="34" charset="0"/>
              </a:rPr>
              <a:t>Trong chương 7 sẽ xử lý các nội dung sau.</a:t>
            </a:r>
          </a:p>
          <a:p>
            <a:endParaRPr lang="en-US" altLang="ja-JP">
              <a:latin typeface="Arial" panose="020B0604020202020204" pitchFamily="34" charset="0"/>
            </a:endParaRPr>
          </a:p>
          <a:p>
            <a:r>
              <a:rPr lang="en-US" altLang="ja-JP">
                <a:latin typeface="Arial" panose="020B0604020202020204" pitchFamily="34" charset="0"/>
              </a:rPr>
              <a:t>7.1</a:t>
            </a:r>
            <a:r>
              <a:rPr lang="ja-JP" altLang="en-US">
                <a:latin typeface="Arial" panose="020B0604020202020204" pitchFamily="34" charset="0"/>
              </a:rPr>
              <a:t>　</a:t>
            </a:r>
            <a:r>
              <a:rPr lang="en-US" altLang="ja-JP">
                <a:latin typeface="Arial" panose="020B0604020202020204" pitchFamily="34" charset="0"/>
              </a:rPr>
              <a:t>Kiểm soát phân nhánh điều kiện là</a:t>
            </a:r>
            <a:r>
              <a:rPr lang="ja-JP" altLang="en-US">
                <a:latin typeface="Arial" panose="020B0604020202020204" pitchFamily="34" charset="0"/>
              </a:rPr>
              <a:t>　</a:t>
            </a:r>
          </a:p>
          <a:p>
            <a:r>
              <a:rPr lang="en-US" altLang="ja-JP">
                <a:latin typeface="Arial" panose="020B0604020202020204" pitchFamily="34" charset="0"/>
              </a:rPr>
              <a:t>7.2</a:t>
            </a:r>
            <a:r>
              <a:rPr lang="ja-JP" altLang="en-US">
                <a:latin typeface="Arial" panose="020B0604020202020204" pitchFamily="34" charset="0"/>
              </a:rPr>
              <a:t>　</a:t>
            </a:r>
            <a:r>
              <a:rPr lang="en-US" altLang="ja-JP">
                <a:latin typeface="Arial" panose="020B0604020202020204" pitchFamily="34" charset="0"/>
              </a:rPr>
              <a:t>Câu </a:t>
            </a:r>
            <a:r>
              <a:rPr lang="en-US" altLang="ja-JP">
                <a:latin typeface="Arial" panose="020B0604020202020204" pitchFamily="34" charset="0"/>
                <a:ea typeface="ＭＳ ゴシック" panose="020B0609070205080204" pitchFamily="49" charset="-128"/>
              </a:rPr>
              <a:t>if</a:t>
            </a:r>
            <a:endParaRPr lang="en-US" altLang="ja-JP">
              <a:latin typeface="Arial" panose="020B0604020202020204" pitchFamily="34" charset="0"/>
            </a:endParaRPr>
          </a:p>
          <a:p>
            <a:r>
              <a:rPr lang="en-US" altLang="ja-JP">
                <a:latin typeface="Arial" panose="020B0604020202020204" pitchFamily="34" charset="0"/>
              </a:rPr>
              <a:t>7.3</a:t>
            </a:r>
            <a:r>
              <a:rPr lang="ja-JP" altLang="en-US">
                <a:latin typeface="Arial" panose="020B0604020202020204" pitchFamily="34" charset="0"/>
              </a:rPr>
              <a:t>　</a:t>
            </a:r>
            <a:r>
              <a:rPr lang="en-US" altLang="ja-JP">
                <a:latin typeface="Arial" panose="020B0604020202020204" pitchFamily="34" charset="0"/>
              </a:rPr>
              <a:t>Câu </a:t>
            </a:r>
            <a:r>
              <a:rPr lang="en-US" altLang="ja-JP">
                <a:latin typeface="Arial" panose="020B0604020202020204" pitchFamily="34" charset="0"/>
                <a:ea typeface="ＭＳ ゴシック" panose="020B0609070205080204" pitchFamily="49" charset="-128"/>
              </a:rPr>
              <a:t>if-else</a:t>
            </a:r>
            <a:endParaRPr lang="en-US" altLang="ja-JP">
              <a:latin typeface="Arial" panose="020B0604020202020204" pitchFamily="34" charset="0"/>
            </a:endParaRPr>
          </a:p>
          <a:p>
            <a:r>
              <a:rPr lang="en-US" altLang="ja-JP">
                <a:latin typeface="Arial" panose="020B0604020202020204" pitchFamily="34" charset="0"/>
              </a:rPr>
              <a:t>7.4</a:t>
            </a:r>
            <a:r>
              <a:rPr lang="ja-JP" altLang="en-US">
                <a:latin typeface="Arial" panose="020B0604020202020204" pitchFamily="34" charset="0"/>
              </a:rPr>
              <a:t>　</a:t>
            </a:r>
            <a:r>
              <a:rPr lang="en-US" altLang="ja-JP">
                <a:latin typeface="Arial" panose="020B0604020202020204" pitchFamily="34" charset="0"/>
              </a:rPr>
              <a:t>Câu </a:t>
            </a:r>
            <a:r>
              <a:rPr lang="en-US" altLang="en-US">
                <a:latin typeface="Arial" panose="020B0604020202020204" pitchFamily="34" charset="0"/>
                <a:ea typeface="ＭＳ ゴシック" panose="020B0609070205080204" pitchFamily="49" charset="-128"/>
              </a:rPr>
              <a:t>if-else if-else</a:t>
            </a:r>
            <a:endParaRPr lang="en-US" altLang="ja-JP">
              <a:latin typeface="Arial" panose="020B0604020202020204" pitchFamily="34" charset="0"/>
            </a:endParaRPr>
          </a:p>
          <a:p>
            <a:r>
              <a:rPr lang="en-US" altLang="ja-JP">
                <a:latin typeface="Arial" panose="020B0604020202020204" pitchFamily="34" charset="0"/>
              </a:rPr>
              <a:t>7.5</a:t>
            </a:r>
            <a:r>
              <a:rPr lang="ja-JP" altLang="en-US">
                <a:latin typeface="Arial" panose="020B0604020202020204" pitchFamily="34" charset="0"/>
              </a:rPr>
              <a:t>　</a:t>
            </a:r>
            <a:r>
              <a:rPr lang="en-US" altLang="ja-JP">
                <a:latin typeface="Arial" panose="020B0604020202020204" pitchFamily="34" charset="0"/>
              </a:rPr>
              <a:t>Nest của câu </a:t>
            </a:r>
            <a:r>
              <a:rPr lang="en-US" altLang="ja-JP">
                <a:latin typeface="Arial" panose="020B0604020202020204" pitchFamily="34" charset="0"/>
                <a:ea typeface="ＭＳ ゴシック" panose="020B0609070205080204" pitchFamily="49" charset="-128"/>
              </a:rPr>
              <a:t>if</a:t>
            </a:r>
            <a:r>
              <a:rPr lang="en-US" altLang="ja-JP">
                <a:latin typeface="Arial" panose="020B0604020202020204" pitchFamily="34" charset="0"/>
              </a:rPr>
              <a:t> (lồng)</a:t>
            </a:r>
          </a:p>
          <a:p>
            <a:r>
              <a:rPr lang="en-US" altLang="ja-JP">
                <a:latin typeface="Arial" panose="020B0604020202020204" pitchFamily="34" charset="0"/>
              </a:rPr>
              <a:t>7.6</a:t>
            </a:r>
            <a:r>
              <a:rPr lang="ja-JP" altLang="en-US">
                <a:latin typeface="Arial" panose="020B0604020202020204" pitchFamily="34" charset="0"/>
              </a:rPr>
              <a:t>　</a:t>
            </a:r>
            <a:r>
              <a:rPr lang="en-US" altLang="ja-JP">
                <a:latin typeface="Arial" panose="020B0604020202020204" pitchFamily="34" charset="0"/>
              </a:rPr>
              <a:t>Câu </a:t>
            </a:r>
            <a:r>
              <a:rPr lang="en-US" altLang="ja-JP">
                <a:latin typeface="Arial" panose="020B0604020202020204" pitchFamily="34" charset="0"/>
                <a:ea typeface="ＭＳ ゴシック" panose="020B0609070205080204" pitchFamily="49" charset="-128"/>
              </a:rPr>
              <a:t>switch</a:t>
            </a:r>
            <a:endParaRPr lang="en-US" altLang="ja-JP">
              <a:latin typeface="Arial" panose="020B0604020202020204" pitchFamily="34" charset="0"/>
            </a:endParaRPr>
          </a:p>
          <a:p>
            <a:r>
              <a:rPr lang="en-US" altLang="ja-JP">
                <a:latin typeface="Arial" panose="020B0604020202020204" pitchFamily="34" charset="0"/>
              </a:rPr>
              <a:t>7.7</a:t>
            </a:r>
            <a:r>
              <a:rPr lang="ja-JP" altLang="en-US">
                <a:latin typeface="Arial" panose="020B0604020202020204" pitchFamily="34" charset="0"/>
              </a:rPr>
              <a:t>　</a:t>
            </a:r>
            <a:r>
              <a:rPr lang="en-US" altLang="ja-JP">
                <a:latin typeface="Arial" panose="020B0604020202020204" pitchFamily="34" charset="0"/>
              </a:rPr>
              <a:t>Câu </a:t>
            </a:r>
            <a:r>
              <a:rPr lang="en-US" altLang="ja-JP">
                <a:latin typeface="Arial" panose="020B0604020202020204" pitchFamily="34" charset="0"/>
                <a:ea typeface="ＭＳ ゴシック" panose="020B0609070205080204" pitchFamily="49" charset="-128"/>
              </a:rPr>
              <a:t>switch</a:t>
            </a:r>
            <a:r>
              <a:rPr lang="en-US" altLang="ja-JP">
                <a:latin typeface="Arial" panose="020B0604020202020204" pitchFamily="34" charset="0"/>
              </a:rPr>
              <a:t> chứa câu </a:t>
            </a:r>
            <a:r>
              <a:rPr lang="en-US" altLang="ja-JP">
                <a:latin typeface="Arial" panose="020B0604020202020204" pitchFamily="34" charset="0"/>
                <a:ea typeface="ＭＳ ゴシック" panose="020B0609070205080204" pitchFamily="49" charset="-128"/>
              </a:rPr>
              <a:t>break</a:t>
            </a:r>
            <a:endParaRPr lang="en-US" altLang="ja-JP">
              <a:latin typeface="Arial" panose="020B0604020202020204" pitchFamily="34" charset="0"/>
            </a:endParaRPr>
          </a:p>
          <a:p>
            <a:r>
              <a:rPr lang="en-US" altLang="ja-JP">
                <a:latin typeface="Arial" panose="020B0604020202020204" pitchFamily="34" charset="0"/>
              </a:rPr>
              <a:t>7.8</a:t>
            </a:r>
            <a:r>
              <a:rPr lang="ja-JP" altLang="en-US">
                <a:latin typeface="Arial" panose="020B0604020202020204" pitchFamily="34" charset="0"/>
              </a:rPr>
              <a:t>　</a:t>
            </a:r>
            <a:r>
              <a:rPr lang="en-US" altLang="ja-JP">
                <a:latin typeface="Arial" panose="020B0604020202020204" pitchFamily="34" charset="0"/>
              </a:rPr>
              <a:t>Câu </a:t>
            </a:r>
            <a:r>
              <a:rPr lang="en-US" altLang="ja-JP">
                <a:latin typeface="Arial" panose="020B0604020202020204" pitchFamily="34" charset="0"/>
                <a:ea typeface="ＭＳ ゴシック" panose="020B0609070205080204" pitchFamily="49" charset="-128"/>
              </a:rPr>
              <a:t>switch</a:t>
            </a:r>
            <a:r>
              <a:rPr lang="en-US" altLang="ja-JP">
                <a:latin typeface="Arial" panose="020B0604020202020204" pitchFamily="34" charset="0"/>
              </a:rPr>
              <a:t> không chứa câu </a:t>
            </a:r>
            <a:r>
              <a:rPr lang="en-US" altLang="ja-JP">
                <a:latin typeface="Arial" panose="020B0604020202020204" pitchFamily="34" charset="0"/>
                <a:ea typeface="ＭＳ ゴシック" panose="020B0609070205080204" pitchFamily="49" charset="-128"/>
              </a:rPr>
              <a:t>break</a:t>
            </a:r>
            <a:endParaRPr lang="en-US" altLang="ja-JP">
              <a:latin typeface="Arial" panose="020B0604020202020204" pitchFamily="34" charset="0"/>
            </a:endParaRPr>
          </a:p>
          <a:p>
            <a:r>
              <a:rPr lang="en-US" altLang="ja-JP">
                <a:latin typeface="Arial" panose="020B0604020202020204" pitchFamily="34" charset="0"/>
              </a:rPr>
              <a:t>7.9</a:t>
            </a:r>
            <a:r>
              <a:rPr lang="ja-JP" altLang="en-US">
                <a:latin typeface="Arial" panose="020B0604020202020204" pitchFamily="34" charset="0"/>
              </a:rPr>
              <a:t>　</a:t>
            </a:r>
            <a:r>
              <a:rPr lang="en-US" altLang="ja-JP">
                <a:latin typeface="Arial" panose="020B0604020202020204" pitchFamily="34" charset="0"/>
              </a:rPr>
              <a:t>Điều kiện </a:t>
            </a:r>
            <a:r>
              <a:rPr lang="en-US" altLang="ja-JP">
                <a:latin typeface="Arial" panose="020B0604020202020204" pitchFamily="34" charset="0"/>
                <a:ea typeface="ＭＳ ゴシック" panose="020B0609070205080204" pitchFamily="49" charset="-128"/>
              </a:rPr>
              <a:t>OR và câu switch</a:t>
            </a:r>
            <a:endParaRPr lang="en-US" altLang="ja-JP">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9154" name="Rectangle 2">
            <a:extLst>
              <a:ext uri="{FF2B5EF4-FFF2-40B4-BE49-F238E27FC236}">
                <a16:creationId xmlns:a16="http://schemas.microsoft.com/office/drawing/2014/main" id="{5CF095FB-29C3-F145-CC91-466CA86021AC}"/>
              </a:ext>
            </a:extLst>
          </p:cNvPr>
          <p:cNvSpPr>
            <a:spLocks noGrp="1" noRot="1" noChangeAspect="1" noChangeArrowheads="1" noTextEdit="1"/>
          </p:cNvSpPr>
          <p:nvPr>
            <p:ph type="sldImg"/>
          </p:nvPr>
        </p:nvSpPr>
        <p:spPr>
          <a:ln/>
        </p:spPr>
      </p:sp>
      <p:sp>
        <p:nvSpPr>
          <p:cNvPr id="689155" name="Rectangle 3">
            <a:extLst>
              <a:ext uri="{FF2B5EF4-FFF2-40B4-BE49-F238E27FC236}">
                <a16:creationId xmlns:a16="http://schemas.microsoft.com/office/drawing/2014/main" id="{73936651-74ED-D5F8-C280-6A5E0A52515E}"/>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Kiểm soát phân nhánh điều kiện là gì?</a:t>
            </a:r>
          </a:p>
          <a:p>
            <a:pPr marL="0" indent="0"/>
            <a:r>
              <a:rPr lang="ja-JP" altLang="en-US">
                <a:latin typeface="Arial" panose="020B0604020202020204" pitchFamily="34" charset="0"/>
              </a:rPr>
              <a:t>　</a:t>
            </a:r>
            <a:r>
              <a:rPr lang="en-US" altLang="ja-JP">
                <a:latin typeface="Arial" panose="020B0604020202020204" pitchFamily="34" charset="0"/>
              </a:rPr>
              <a:t>Kiểm soát phân nhánh điều kiện là việc thay đổi chu trình xử lý bằng điều kiện.</a:t>
            </a:r>
          </a:p>
          <a:p>
            <a:pPr marL="0" indent="0"/>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Có các câu lệnh kiểm soát như câu lệnh </a:t>
            </a:r>
            <a:r>
              <a:rPr lang="en-US" altLang="ja-JP">
                <a:latin typeface="Arial" panose="020B0604020202020204" pitchFamily="34" charset="0"/>
                <a:ea typeface="ＭＳ ゴシック" panose="020B0609070205080204" pitchFamily="49" charset="-128"/>
              </a:rPr>
              <a:t>if, câu lệnh switch</a:t>
            </a:r>
            <a:r>
              <a:rPr lang="en-US" altLang="ja-JP">
                <a:latin typeface="Arial" panose="020B0604020202020204" pitchFamily="34" charset="0"/>
              </a:rPr>
              <a:t>.</a:t>
            </a:r>
          </a:p>
          <a:p>
            <a:pPr marL="0" indent="0"/>
            <a:r>
              <a:rPr lang="ja-JP" altLang="en-US">
                <a:latin typeface="Arial" panose="020B0604020202020204" pitchFamily="34" charset="0"/>
              </a:rPr>
              <a:t>　</a:t>
            </a:r>
            <a:r>
              <a:rPr lang="en-US" altLang="ja-JP">
                <a:latin typeface="Arial" panose="020B0604020202020204" pitchFamily="34" charset="0"/>
              </a:rPr>
              <a:t>Về câu lệnh  </a:t>
            </a:r>
            <a:r>
              <a:rPr lang="en-US" altLang="ja-JP">
                <a:latin typeface="Arial" panose="020B0604020202020204" pitchFamily="34" charset="0"/>
                <a:ea typeface="ＭＳ ゴシック" panose="020B0609070205080204" pitchFamily="49" charset="-128"/>
              </a:rPr>
              <a:t>if, câu lệnh switch, sẽ sử dụng phân biệt các cú pháp theo số lượng phân nhánh và số biểu thức điều kiện.</a:t>
            </a:r>
            <a:endParaRPr lang="en-US" altLang="ja-JP">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0658" name="Rectangle 2">
            <a:extLst>
              <a:ext uri="{FF2B5EF4-FFF2-40B4-BE49-F238E27FC236}">
                <a16:creationId xmlns:a16="http://schemas.microsoft.com/office/drawing/2014/main" id="{11FE14FB-619C-596D-2ABC-460D695BDD80}"/>
              </a:ext>
            </a:extLst>
          </p:cNvPr>
          <p:cNvSpPr>
            <a:spLocks noGrp="1" noRot="1" noChangeAspect="1" noChangeArrowheads="1" noTextEdit="1"/>
          </p:cNvSpPr>
          <p:nvPr>
            <p:ph type="sldImg"/>
          </p:nvPr>
        </p:nvSpPr>
        <p:spPr>
          <a:ln/>
        </p:spPr>
      </p:sp>
      <p:sp>
        <p:nvSpPr>
          <p:cNvPr id="710659" name="Rectangle 3">
            <a:extLst>
              <a:ext uri="{FF2B5EF4-FFF2-40B4-BE49-F238E27FC236}">
                <a16:creationId xmlns:a16="http://schemas.microsoft.com/office/drawing/2014/main" id="{886F4BE7-6895-86F2-DA71-6D1684421512}"/>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Câu lệnh i</a:t>
            </a:r>
            <a:r>
              <a:rPr lang="en-US" altLang="ja-JP">
                <a:latin typeface="Arial" panose="020B0604020202020204" pitchFamily="34" charset="0"/>
                <a:ea typeface="ＭＳ ゴシック" panose="020B0609070205080204" pitchFamily="49" charset="-128"/>
              </a:rPr>
              <a:t>f</a:t>
            </a:r>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Chỉ thực hiện xử lý trong trường hợp thỏa mãn biểu thức điều kiện</a:t>
            </a: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Cú pháp</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Ví dụ</a:t>
            </a:r>
            <a:r>
              <a:rPr lang="ja-JP" altLang="en-US">
                <a:latin typeface="Arial" panose="020B0604020202020204" pitchFamily="34" charset="0"/>
              </a:rPr>
              <a:t>）</a:t>
            </a:r>
            <a:r>
              <a:rPr lang="en-US" altLang="ja-JP">
                <a:latin typeface="Arial" panose="020B0604020202020204" pitchFamily="34" charset="0"/>
              </a:rPr>
              <a:t>Nếu  x là số lẻ thì hiển thị là</a:t>
            </a:r>
            <a:r>
              <a:rPr lang="ja-JP" altLang="en-US">
                <a:latin typeface="Arial" panose="020B0604020202020204" pitchFamily="34" charset="0"/>
              </a:rPr>
              <a:t>「</a:t>
            </a:r>
            <a:r>
              <a:rPr lang="en-US" altLang="ja-JP">
                <a:latin typeface="Arial" panose="020B0604020202020204" pitchFamily="34" charset="0"/>
              </a:rPr>
              <a:t>Số lẻ</a:t>
            </a:r>
            <a:r>
              <a:rPr lang="ja-JP" altLang="en-US">
                <a:latin typeface="Arial" panose="020B0604020202020204" pitchFamily="34" charset="0"/>
              </a:rPr>
              <a:t>」</a:t>
            </a:r>
          </a:p>
          <a:p>
            <a:pPr marL="0" indent="0"/>
            <a:r>
              <a:rPr lang="ja-JP" altLang="en-US">
                <a:latin typeface="Arial" panose="020B0604020202020204" pitchFamily="34" charset="0"/>
                <a:ea typeface="ＭＳ ゴシック" panose="020B0609070205080204" pitchFamily="49" charset="-128"/>
              </a:rPr>
              <a:t>　</a:t>
            </a:r>
            <a:r>
              <a:rPr lang="en-US" altLang="ja-JP">
                <a:latin typeface="Arial" panose="020B0604020202020204" pitchFamily="34" charset="0"/>
                <a:ea typeface="ＭＳ ゴシック" panose="020B0609070205080204" pitchFamily="49" charset="-128"/>
              </a:rPr>
              <a:t>int x = 5;</a:t>
            </a:r>
          </a:p>
          <a:p>
            <a:pPr marL="0" indent="0"/>
            <a:r>
              <a:rPr lang="ja-JP" altLang="en-US">
                <a:latin typeface="Arial" panose="020B0604020202020204" pitchFamily="34" charset="0"/>
                <a:ea typeface="ＭＳ ゴシック" panose="020B0609070205080204" pitchFamily="49" charset="-128"/>
              </a:rPr>
              <a:t>　</a:t>
            </a:r>
            <a:r>
              <a:rPr lang="en-US" altLang="ja-JP">
                <a:latin typeface="Arial" panose="020B0604020202020204" pitchFamily="34" charset="0"/>
                <a:ea typeface="ＭＳ ゴシック" panose="020B0609070205080204" pitchFamily="49" charset="-128"/>
              </a:rPr>
              <a:t>if (x % 2 == 1) {                  // Trong ví dụ này là true</a:t>
            </a:r>
          </a:p>
          <a:p>
            <a:pPr marL="0" indent="0"/>
            <a:r>
              <a:rPr lang="ja-JP" altLang="en-US">
                <a:latin typeface="Arial" panose="020B0604020202020204" pitchFamily="34" charset="0"/>
                <a:ea typeface="ＭＳ ゴシック" panose="020B0609070205080204" pitchFamily="49" charset="-128"/>
              </a:rPr>
              <a:t>　    </a:t>
            </a:r>
            <a:r>
              <a:rPr lang="en-US" altLang="ja-JP">
                <a:latin typeface="Arial" panose="020B0604020202020204" pitchFamily="34" charset="0"/>
                <a:ea typeface="ＭＳ ゴシック" panose="020B0609070205080204" pitchFamily="49" charset="-128"/>
              </a:rPr>
              <a:t>System.out.println(“Số lẻ");</a:t>
            </a:r>
          </a:p>
          <a:p>
            <a:pPr marL="0" indent="0"/>
            <a:r>
              <a:rPr lang="ja-JP" altLang="en-US">
                <a:latin typeface="Arial" panose="020B0604020202020204" pitchFamily="34" charset="0"/>
                <a:ea typeface="ＭＳ ゴシック" panose="020B0609070205080204" pitchFamily="49" charset="-128"/>
              </a:rPr>
              <a:t>　</a:t>
            </a:r>
            <a:r>
              <a:rPr lang="en-US" altLang="ja-JP">
                <a:latin typeface="Arial" panose="020B0604020202020204" pitchFamily="34" charset="0"/>
                <a:ea typeface="ＭＳ ゴシック" panose="020B0609070205080204" pitchFamily="49" charset="-128"/>
              </a:rPr>
              <a:t>}</a:t>
            </a:r>
          </a:p>
          <a:p>
            <a:pPr marL="0" indent="0"/>
            <a:endParaRPr lang="en-US" altLang="ja-JP">
              <a:latin typeface="Arial" panose="020B0604020202020204" pitchFamily="34" charset="0"/>
              <a:ea typeface="ＭＳ ゴシック" panose="020B0609070205080204" pitchFamily="49" charset="-128"/>
            </a:endParaRPr>
          </a:p>
          <a:p>
            <a:pPr marL="0" indent="0"/>
            <a:endParaRPr lang="en-US" altLang="ja-JP">
              <a:latin typeface="Arial" panose="020B0604020202020204" pitchFamily="34" charset="0"/>
            </a:endParaRPr>
          </a:p>
        </p:txBody>
      </p:sp>
      <p:grpSp>
        <p:nvGrpSpPr>
          <p:cNvPr id="710695" name="Group 39">
            <a:extLst>
              <a:ext uri="{FF2B5EF4-FFF2-40B4-BE49-F238E27FC236}">
                <a16:creationId xmlns:a16="http://schemas.microsoft.com/office/drawing/2014/main" id="{A04BA446-056F-38DB-7CEB-783F0509B0B0}"/>
              </a:ext>
            </a:extLst>
          </p:cNvPr>
          <p:cNvGrpSpPr>
            <a:grpSpLocks/>
          </p:cNvGrpSpPr>
          <p:nvPr/>
        </p:nvGrpSpPr>
        <p:grpSpPr bwMode="auto">
          <a:xfrm>
            <a:off x="746125" y="5692775"/>
            <a:ext cx="5854700" cy="958850"/>
            <a:chOff x="470" y="3586"/>
            <a:chExt cx="3688" cy="604"/>
          </a:xfrm>
        </p:grpSpPr>
        <p:sp>
          <p:nvSpPr>
            <p:cNvPr id="710674" name="Text Box 18">
              <a:extLst>
                <a:ext uri="{FF2B5EF4-FFF2-40B4-BE49-F238E27FC236}">
                  <a16:creationId xmlns:a16="http://schemas.microsoft.com/office/drawing/2014/main" id="{F93340EC-B529-D036-E9A2-70BD04600787}"/>
                </a:ext>
              </a:extLst>
            </p:cNvPr>
            <p:cNvSpPr txBox="1">
              <a:spLocks noChangeArrowheads="1"/>
            </p:cNvSpPr>
            <p:nvPr/>
          </p:nvSpPr>
          <p:spPr bwMode="auto">
            <a:xfrm>
              <a:off x="470" y="3809"/>
              <a:ext cx="3688" cy="381"/>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10240" tIns="20483" rIns="10240" bIns="10240"/>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19367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4788"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ＭＳ ゴシック" panose="020B0609070205080204" pitchFamily="49" charset="-128"/>
                </a:rPr>
                <a:t> </a:t>
              </a:r>
              <a:r>
                <a:rPr lang="en-US" altLang="en-US" b="0">
                  <a:ea typeface="ＭＳ ゴシック" panose="020B0609070205080204" pitchFamily="49" charset="-128"/>
                </a:rPr>
                <a:t>if (Biểu thức điều kiện) {</a:t>
              </a:r>
            </a:p>
            <a:p>
              <a:pPr lvl="1" algn="just"/>
              <a:r>
                <a:rPr lang="en-US" altLang="en-US" b="0">
                  <a:ea typeface="ＭＳ ゴシック" panose="020B0609070205080204" pitchFamily="49" charset="-128"/>
                </a:rPr>
                <a:t>    Xử lý khi thỏa mãn biểu thức điều kiện</a:t>
              </a:r>
              <a:endParaRPr lang="en-US" altLang="ja-JP" b="0">
                <a:ea typeface="MS UI Gothic" panose="020B0600070205080204" pitchFamily="50" charset="-128"/>
              </a:endParaRPr>
            </a:p>
            <a:p>
              <a:pPr lvl="1" algn="just"/>
              <a:r>
                <a:rPr lang="en-US" altLang="en-US" b="0">
                  <a:ea typeface="ＭＳ ゴシック" panose="020B0609070205080204" pitchFamily="49" charset="-128"/>
                </a:rPr>
                <a:t> }</a:t>
              </a:r>
            </a:p>
          </p:txBody>
        </p:sp>
        <p:sp>
          <p:nvSpPr>
            <p:cNvPr id="710675" name="AutoShape 19">
              <a:extLst>
                <a:ext uri="{FF2B5EF4-FFF2-40B4-BE49-F238E27FC236}">
                  <a16:creationId xmlns:a16="http://schemas.microsoft.com/office/drawing/2014/main" id="{1A200868-4470-A2D6-09B0-CA14A8CF41B5}"/>
                </a:ext>
              </a:extLst>
            </p:cNvPr>
            <p:cNvSpPr>
              <a:spLocks noChangeArrowheads="1"/>
            </p:cNvSpPr>
            <p:nvPr/>
          </p:nvSpPr>
          <p:spPr bwMode="auto">
            <a:xfrm>
              <a:off x="1864" y="3586"/>
              <a:ext cx="1513" cy="276"/>
            </a:xfrm>
            <a:prstGeom prst="wedgeRoundRectCallout">
              <a:avLst>
                <a:gd name="adj1" fmla="val -57005"/>
                <a:gd name="adj2" fmla="val 93843"/>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4161" tIns="47080" rIns="94161" bIns="47080"/>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09700"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MS UI Gothic" panose="020B0600070205080204" pitchFamily="50" charset="-128"/>
                </a:rPr>
                <a:t>Khi biểu thức điều kiện là </a:t>
              </a:r>
              <a:r>
                <a:rPr lang="en-US" altLang="ja-JP" b="0">
                  <a:ea typeface="ＭＳ ゴシック" panose="020B0609070205080204" pitchFamily="49" charset="-128"/>
                </a:rPr>
                <a:t>false thì xử lý sẽ không được thực hiện</a:t>
              </a:r>
              <a:endParaRPr lang="en-US" altLang="ja-JP" b="0">
                <a:ea typeface="MS UI Gothic" panose="020B0600070205080204" pitchFamily="50" charset="-128"/>
              </a:endParaRPr>
            </a:p>
          </p:txBody>
        </p:sp>
      </p:gr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2706" name="Rectangle 2">
            <a:extLst>
              <a:ext uri="{FF2B5EF4-FFF2-40B4-BE49-F238E27FC236}">
                <a16:creationId xmlns:a16="http://schemas.microsoft.com/office/drawing/2014/main" id="{73CBCA8B-F2FB-CA31-6BCD-94F4485BA745}"/>
              </a:ext>
            </a:extLst>
          </p:cNvPr>
          <p:cNvSpPr>
            <a:spLocks noGrp="1" noRot="1" noChangeAspect="1" noChangeArrowheads="1" noTextEdit="1"/>
          </p:cNvSpPr>
          <p:nvPr>
            <p:ph type="sldImg"/>
          </p:nvPr>
        </p:nvSpPr>
        <p:spPr>
          <a:ln/>
        </p:spPr>
      </p:sp>
      <p:sp>
        <p:nvSpPr>
          <p:cNvPr id="712707" name="Rectangle 3">
            <a:extLst>
              <a:ext uri="{FF2B5EF4-FFF2-40B4-BE49-F238E27FC236}">
                <a16:creationId xmlns:a16="http://schemas.microsoft.com/office/drawing/2014/main" id="{4F466760-4AEA-6ECC-374A-C9D4ED975605}"/>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Câu lệnh </a:t>
            </a:r>
            <a:r>
              <a:rPr lang="en-US" altLang="ja-JP">
                <a:latin typeface="Arial" panose="020B0604020202020204" pitchFamily="34" charset="0"/>
                <a:ea typeface="ＭＳ ゴシック" panose="020B0609070205080204" pitchFamily="49" charset="-128"/>
              </a:rPr>
              <a:t>if-else</a:t>
            </a:r>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Thực hiện xử lý riêng biệt trong trường hợp thỏa mãn và trường hợp không thỏa mãn biểu thức điều kiện</a:t>
            </a: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Cú pháp</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Ví dụ</a:t>
            </a:r>
            <a:r>
              <a:rPr lang="ja-JP" altLang="en-US">
                <a:latin typeface="Arial" panose="020B0604020202020204" pitchFamily="34" charset="0"/>
              </a:rPr>
              <a:t>）</a:t>
            </a:r>
            <a:r>
              <a:rPr lang="en-US" altLang="ja-JP">
                <a:latin typeface="Arial" panose="020B0604020202020204" pitchFamily="34" charset="0"/>
              </a:rPr>
              <a:t>Nếu  x là số lẻ sẽ hiển thị là</a:t>
            </a:r>
            <a:r>
              <a:rPr lang="ja-JP" altLang="en-US">
                <a:latin typeface="Arial" panose="020B0604020202020204" pitchFamily="34" charset="0"/>
              </a:rPr>
              <a:t>「</a:t>
            </a:r>
            <a:r>
              <a:rPr lang="en-US" altLang="ja-JP">
                <a:latin typeface="Arial" panose="020B0604020202020204" pitchFamily="34" charset="0"/>
              </a:rPr>
              <a:t>số lẻ</a:t>
            </a:r>
            <a:r>
              <a:rPr lang="ja-JP" altLang="en-US">
                <a:latin typeface="Arial" panose="020B0604020202020204" pitchFamily="34" charset="0"/>
              </a:rPr>
              <a:t>」</a:t>
            </a:r>
            <a:r>
              <a:rPr lang="en-US" altLang="ja-JP">
                <a:latin typeface="Arial" panose="020B0604020202020204" pitchFamily="34" charset="0"/>
              </a:rPr>
              <a:t>, nếu là số chẵn sẽ hiển thị là</a:t>
            </a:r>
            <a:r>
              <a:rPr lang="ja-JP" altLang="en-US">
                <a:latin typeface="Arial" panose="020B0604020202020204" pitchFamily="34" charset="0"/>
              </a:rPr>
              <a:t>「</a:t>
            </a:r>
            <a:r>
              <a:rPr lang="en-US" altLang="ja-JP">
                <a:latin typeface="Arial" panose="020B0604020202020204" pitchFamily="34" charset="0"/>
              </a:rPr>
              <a:t>số chẵn</a:t>
            </a:r>
            <a:r>
              <a:rPr lang="ja-JP" altLang="en-US">
                <a:latin typeface="Arial" panose="020B0604020202020204" pitchFamily="34" charset="0"/>
              </a:rPr>
              <a:t>」</a:t>
            </a:r>
          </a:p>
          <a:p>
            <a:pPr marL="0" indent="0"/>
            <a:r>
              <a:rPr lang="ja-JP" altLang="en-US">
                <a:latin typeface="Arial" panose="020B0604020202020204" pitchFamily="34" charset="0"/>
                <a:ea typeface="ＭＳ ゴシック" panose="020B0609070205080204" pitchFamily="49" charset="-128"/>
              </a:rPr>
              <a:t>　</a:t>
            </a:r>
            <a:r>
              <a:rPr lang="en-US" altLang="ja-JP">
                <a:latin typeface="Arial" panose="020B0604020202020204" pitchFamily="34" charset="0"/>
                <a:ea typeface="ＭＳ ゴシック" panose="020B0609070205080204" pitchFamily="49" charset="-128"/>
              </a:rPr>
              <a:t>int x = 4;</a:t>
            </a:r>
          </a:p>
          <a:p>
            <a:pPr marL="0" indent="0"/>
            <a:r>
              <a:rPr lang="ja-JP" altLang="en-US">
                <a:latin typeface="Arial" panose="020B0604020202020204" pitchFamily="34" charset="0"/>
                <a:ea typeface="ＭＳ ゴシック" panose="020B0609070205080204" pitchFamily="49" charset="-128"/>
              </a:rPr>
              <a:t>　</a:t>
            </a:r>
            <a:r>
              <a:rPr lang="en-US" altLang="ja-JP">
                <a:latin typeface="Arial" panose="020B0604020202020204" pitchFamily="34" charset="0"/>
                <a:ea typeface="ＭＳ ゴシック" panose="020B0609070205080204" pitchFamily="49" charset="-128"/>
              </a:rPr>
              <a:t>if (x % 2 == 1) {</a:t>
            </a:r>
            <a:r>
              <a:rPr lang="ja-JP" altLang="en-US">
                <a:latin typeface="Arial" panose="020B0604020202020204" pitchFamily="34" charset="0"/>
                <a:ea typeface="ＭＳ ゴシック" panose="020B0609070205080204" pitchFamily="49" charset="-128"/>
              </a:rPr>
              <a:t>　　　            </a:t>
            </a:r>
            <a:r>
              <a:rPr lang="en-US" altLang="ja-JP">
                <a:latin typeface="Arial" panose="020B0604020202020204" pitchFamily="34" charset="0"/>
                <a:ea typeface="ＭＳ ゴシック" panose="020B0609070205080204" pitchFamily="49" charset="-128"/>
              </a:rPr>
              <a:t>// Trong ví dụ này là false</a:t>
            </a:r>
          </a:p>
          <a:p>
            <a:pPr marL="0" indent="0"/>
            <a:r>
              <a:rPr lang="ja-JP" altLang="en-US">
                <a:latin typeface="Arial" panose="020B0604020202020204" pitchFamily="34" charset="0"/>
                <a:ea typeface="ＭＳ ゴシック" panose="020B0609070205080204" pitchFamily="49" charset="-128"/>
              </a:rPr>
              <a:t>　    </a:t>
            </a:r>
            <a:r>
              <a:rPr lang="en-US" altLang="ja-JP">
                <a:latin typeface="Arial" panose="020B0604020202020204" pitchFamily="34" charset="0"/>
                <a:ea typeface="ＭＳ ゴシック" panose="020B0609070205080204" pitchFamily="49" charset="-128"/>
              </a:rPr>
              <a:t>System.out.println(“số lẻ");</a:t>
            </a:r>
          </a:p>
          <a:p>
            <a:pPr marL="0" indent="0"/>
            <a:r>
              <a:rPr lang="ja-JP" altLang="en-US">
                <a:latin typeface="Arial" panose="020B0604020202020204" pitchFamily="34" charset="0"/>
                <a:ea typeface="ＭＳ ゴシック" panose="020B0609070205080204" pitchFamily="49" charset="-128"/>
              </a:rPr>
              <a:t>　</a:t>
            </a:r>
            <a:r>
              <a:rPr lang="en-US" altLang="ja-JP">
                <a:latin typeface="Arial" panose="020B0604020202020204" pitchFamily="34" charset="0"/>
                <a:ea typeface="ＭＳ ゴシック" panose="020B0609070205080204" pitchFamily="49" charset="-128"/>
              </a:rPr>
              <a:t>} else {</a:t>
            </a:r>
          </a:p>
          <a:p>
            <a:pPr marL="0" indent="0"/>
            <a:r>
              <a:rPr lang="ja-JP" altLang="en-US">
                <a:latin typeface="Arial" panose="020B0604020202020204" pitchFamily="34" charset="0"/>
                <a:ea typeface="ＭＳ ゴシック" panose="020B0609070205080204" pitchFamily="49" charset="-128"/>
              </a:rPr>
              <a:t>　    </a:t>
            </a:r>
            <a:r>
              <a:rPr lang="en-US" altLang="ja-JP">
                <a:latin typeface="Arial" panose="020B0604020202020204" pitchFamily="34" charset="0"/>
                <a:ea typeface="ＭＳ ゴシック" panose="020B0609070205080204" pitchFamily="49" charset="-128"/>
              </a:rPr>
              <a:t>System.out.println(“số chẵn");</a:t>
            </a:r>
            <a:r>
              <a:rPr lang="ja-JP" altLang="en-US">
                <a:latin typeface="Arial" panose="020B0604020202020204" pitchFamily="34" charset="0"/>
                <a:ea typeface="ＭＳ ゴシック" panose="020B0609070205080204" pitchFamily="49" charset="-128"/>
              </a:rPr>
              <a:t>　　</a:t>
            </a:r>
            <a:r>
              <a:rPr lang="en-US" altLang="ja-JP">
                <a:latin typeface="Arial" panose="020B0604020202020204" pitchFamily="34" charset="0"/>
                <a:ea typeface="ＭＳ ゴシック" panose="020B0609070205080204" pitchFamily="49" charset="-128"/>
              </a:rPr>
              <a:t>// Hiển thị số này</a:t>
            </a:r>
          </a:p>
          <a:p>
            <a:pPr marL="0" indent="0"/>
            <a:r>
              <a:rPr lang="ja-JP" altLang="en-US">
                <a:latin typeface="Arial" panose="020B0604020202020204" pitchFamily="34" charset="0"/>
                <a:ea typeface="ＭＳ ゴシック" panose="020B0609070205080204" pitchFamily="49" charset="-128"/>
              </a:rPr>
              <a:t>　</a:t>
            </a:r>
            <a:r>
              <a:rPr lang="en-US" altLang="ja-JP">
                <a:latin typeface="Arial" panose="020B0604020202020204" pitchFamily="34" charset="0"/>
                <a:ea typeface="ＭＳ ゴシック" panose="020B0609070205080204" pitchFamily="49" charset="-128"/>
              </a:rPr>
              <a:t>}</a:t>
            </a:r>
          </a:p>
          <a:p>
            <a:pPr marL="0" indent="0"/>
            <a:endParaRPr lang="en-US" altLang="ja-JP">
              <a:latin typeface="Arial" panose="020B0604020202020204" pitchFamily="34" charset="0"/>
            </a:endParaRPr>
          </a:p>
        </p:txBody>
      </p:sp>
      <p:sp>
        <p:nvSpPr>
          <p:cNvPr id="712709" name="Text Box 5">
            <a:extLst>
              <a:ext uri="{FF2B5EF4-FFF2-40B4-BE49-F238E27FC236}">
                <a16:creationId xmlns:a16="http://schemas.microsoft.com/office/drawing/2014/main" id="{77183BAB-B93D-8AF3-8BE3-F311E41448B7}"/>
              </a:ext>
            </a:extLst>
          </p:cNvPr>
          <p:cNvSpPr txBox="1">
            <a:spLocks noChangeArrowheads="1"/>
          </p:cNvSpPr>
          <p:nvPr/>
        </p:nvSpPr>
        <p:spPr bwMode="auto">
          <a:xfrm>
            <a:off x="746125" y="6053138"/>
            <a:ext cx="5854700" cy="955675"/>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10240" tIns="20483" rIns="10240" bIns="10240" anchor="ct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19367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4788"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ＭＳ ゴシック" panose="020B0609070205080204" pitchFamily="49" charset="-128"/>
              </a:rPr>
              <a:t> if (Biểu thức điều kiện) {</a:t>
            </a:r>
          </a:p>
          <a:p>
            <a:pPr lvl="1" algn="just"/>
            <a:r>
              <a:rPr lang="en-US" altLang="ja-JP" b="0">
                <a:ea typeface="ＭＳ ゴシック" panose="020B0609070205080204" pitchFamily="49" charset="-128"/>
              </a:rPr>
              <a:t>    Xử lý trong trường hợp thỏa mẵn biểu thức điều kiện</a:t>
            </a:r>
            <a:endParaRPr lang="en-US" altLang="ja-JP" b="0">
              <a:ea typeface="MS UI Gothic" panose="020B0600070205080204" pitchFamily="50" charset="-128"/>
            </a:endParaRPr>
          </a:p>
          <a:p>
            <a:pPr lvl="1" algn="just"/>
            <a:r>
              <a:rPr lang="en-US" altLang="ja-JP" b="0">
                <a:ea typeface="ＭＳ ゴシック" panose="020B0609070205080204" pitchFamily="49" charset="-128"/>
              </a:rPr>
              <a:t> } else { </a:t>
            </a:r>
          </a:p>
          <a:p>
            <a:pPr lvl="1" algn="just"/>
            <a:r>
              <a:rPr lang="en-US" altLang="ja-JP" b="0">
                <a:ea typeface="ＭＳ ゴシック" panose="020B0609070205080204" pitchFamily="49" charset="-128"/>
              </a:rPr>
              <a:t>    </a:t>
            </a:r>
            <a:r>
              <a:rPr lang="en-US" altLang="ja-JP" b="0">
                <a:ea typeface="MS UI Gothic" panose="020B0600070205080204" pitchFamily="50" charset="-128"/>
              </a:rPr>
              <a:t>Xử lý trong trường hợp không thỏa mẵn biểu thức điều kiện</a:t>
            </a:r>
          </a:p>
          <a:p>
            <a:pPr lvl="1" algn="just"/>
            <a:r>
              <a:rPr lang="en-US" altLang="ja-JP" b="0">
                <a:ea typeface="ＭＳ ゴシック" panose="020B0609070205080204" pitchFamily="49" charset="-128"/>
              </a:rPr>
              <a:t> }</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4754" name="Rectangle 2">
            <a:extLst>
              <a:ext uri="{FF2B5EF4-FFF2-40B4-BE49-F238E27FC236}">
                <a16:creationId xmlns:a16="http://schemas.microsoft.com/office/drawing/2014/main" id="{F4A3EC49-E679-F240-A150-1860008BF3C8}"/>
              </a:ext>
            </a:extLst>
          </p:cNvPr>
          <p:cNvSpPr>
            <a:spLocks noGrp="1" noRot="1" noChangeAspect="1" noChangeArrowheads="1" noTextEdit="1"/>
          </p:cNvSpPr>
          <p:nvPr>
            <p:ph type="sldImg"/>
          </p:nvPr>
        </p:nvSpPr>
        <p:spPr>
          <a:ln/>
        </p:spPr>
      </p:sp>
      <p:sp>
        <p:nvSpPr>
          <p:cNvPr id="714755" name="Rectangle 3">
            <a:extLst>
              <a:ext uri="{FF2B5EF4-FFF2-40B4-BE49-F238E27FC236}">
                <a16:creationId xmlns:a16="http://schemas.microsoft.com/office/drawing/2014/main" id="{ED0C0215-57E1-6141-6686-ACD871CB3A8F}"/>
              </a:ext>
            </a:extLst>
          </p:cNvPr>
          <p:cNvSpPr>
            <a:spLocks noGrp="1" noChangeArrowheads="1"/>
          </p:cNvSpPr>
          <p:nvPr>
            <p:ph type="body" idx="1"/>
          </p:nvPr>
        </p:nvSpPr>
        <p:spPr/>
        <p:txBody>
          <a:bodyPr/>
          <a:lstStyle/>
          <a:p>
            <a:pPr marL="0" indent="0"/>
            <a:r>
              <a:rPr lang="en-US" altLang="ja-JP"/>
              <a:t>■</a:t>
            </a:r>
            <a:r>
              <a:rPr lang="ja-JP" altLang="en-US"/>
              <a:t>　</a:t>
            </a:r>
            <a:r>
              <a:rPr lang="en-US" altLang="ja-JP"/>
              <a:t>Câu lệnh </a:t>
            </a:r>
            <a:r>
              <a:rPr lang="en-US" altLang="en-US">
                <a:latin typeface="ＭＳ ゴシック" panose="020B0609070205080204" pitchFamily="49" charset="-128"/>
                <a:ea typeface="ＭＳ ゴシック" panose="020B0609070205080204" pitchFamily="49" charset="-128"/>
              </a:rPr>
              <a:t>if-else if-else</a:t>
            </a:r>
            <a:endParaRPr lang="en-US" altLang="ja-JP"/>
          </a:p>
          <a:p>
            <a:pPr marL="0" indent="0"/>
            <a:r>
              <a:rPr lang="ja-JP" altLang="en-US"/>
              <a:t>　</a:t>
            </a:r>
            <a:r>
              <a:rPr lang="en-US" altLang="ja-JP"/>
              <a:t>Phân nhánh xử lý hơn nữa trong trường hợp không thỏa mãn biểu thức điều kiện.</a:t>
            </a:r>
          </a:p>
          <a:p>
            <a:pPr marL="0" indent="0"/>
            <a:r>
              <a:rPr lang="ja-JP" altLang="en-US"/>
              <a:t>　</a:t>
            </a:r>
            <a:r>
              <a:rPr lang="en-US" altLang="ja-JP"/>
              <a:t>Có thể sử dụng nhiều biểu thức điều kiện</a:t>
            </a:r>
          </a:p>
          <a:p>
            <a:pPr marL="0" indent="0"/>
            <a:endParaRPr lang="en-US" altLang="ja-JP"/>
          </a:p>
          <a:p>
            <a:pPr marL="0" indent="0"/>
            <a:r>
              <a:rPr lang="en-US" altLang="ja-JP"/>
              <a:t>●</a:t>
            </a:r>
            <a:r>
              <a:rPr lang="ja-JP" altLang="en-US"/>
              <a:t>　</a:t>
            </a:r>
            <a:r>
              <a:rPr lang="en-US" altLang="ja-JP"/>
              <a:t>Cú pháp cơ bản</a:t>
            </a:r>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r>
              <a:rPr lang="en-US" altLang="ja-JP"/>
              <a:t>●</a:t>
            </a:r>
            <a:r>
              <a:rPr lang="ja-JP" altLang="en-US"/>
              <a:t>　</a:t>
            </a:r>
            <a:r>
              <a:rPr lang="en-US" altLang="ja-JP"/>
              <a:t>Cú pháp trong trường hợp có &gt;= 3 biểu thức điều kiện</a:t>
            </a:r>
          </a:p>
          <a:p>
            <a:pPr marL="0" indent="0"/>
            <a:endParaRPr lang="en-US" altLang="ja-JP"/>
          </a:p>
        </p:txBody>
      </p:sp>
      <p:sp>
        <p:nvSpPr>
          <p:cNvPr id="714756" name="Text Box 4">
            <a:extLst>
              <a:ext uri="{FF2B5EF4-FFF2-40B4-BE49-F238E27FC236}">
                <a16:creationId xmlns:a16="http://schemas.microsoft.com/office/drawing/2014/main" id="{8435A291-6745-CF71-17FB-9810ADBECC0E}"/>
              </a:ext>
            </a:extLst>
          </p:cNvPr>
          <p:cNvSpPr txBox="1">
            <a:spLocks noChangeArrowheads="1"/>
          </p:cNvSpPr>
          <p:nvPr/>
        </p:nvSpPr>
        <p:spPr bwMode="auto">
          <a:xfrm>
            <a:off x="746125" y="6161088"/>
            <a:ext cx="5854700" cy="1239837"/>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10240" tIns="20483" rIns="10240" bIns="10240" anchor="ct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19367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4788"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ＭＳ ゴシック" panose="020B0609070205080204" pitchFamily="49" charset="-128"/>
              </a:rPr>
              <a:t>if (Biểu thức điều kiện 1) {</a:t>
            </a:r>
          </a:p>
          <a:p>
            <a:pPr lvl="1" algn="just"/>
            <a:r>
              <a:rPr lang="en-US" altLang="ja-JP" b="0">
                <a:ea typeface="ＭＳ ゴシック" panose="020B0609070205080204" pitchFamily="49" charset="-128"/>
              </a:rPr>
              <a:t>    </a:t>
            </a:r>
            <a:r>
              <a:rPr lang="en-US" altLang="ja-JP" b="0">
                <a:ea typeface="MS UI Gothic" panose="020B0600070205080204" pitchFamily="50" charset="-128"/>
              </a:rPr>
              <a:t>Xử lý trong trường hợp thỏa mãn biểu thức điều kiện 1</a:t>
            </a:r>
          </a:p>
          <a:p>
            <a:pPr lvl="1" algn="just"/>
            <a:r>
              <a:rPr lang="en-US" altLang="ja-JP" b="0">
                <a:ea typeface="ＭＳ ゴシック" panose="020B0609070205080204" pitchFamily="49" charset="-128"/>
              </a:rPr>
              <a:t>} else if (</a:t>
            </a:r>
            <a:r>
              <a:rPr lang="en-US" altLang="ja-JP" b="0">
                <a:ea typeface="MS UI Gothic" panose="020B0600070205080204" pitchFamily="50" charset="-128"/>
              </a:rPr>
              <a:t>Biểu thức điều kiện</a:t>
            </a:r>
            <a:r>
              <a:rPr lang="en-US" altLang="ja-JP">
                <a:ea typeface="MS UI Gothic" panose="020B0600070205080204" pitchFamily="50" charset="-128"/>
              </a:rPr>
              <a:t> </a:t>
            </a:r>
            <a:r>
              <a:rPr lang="en-US" altLang="ja-JP" b="0">
                <a:ea typeface="MS UI Gothic" panose="020B0600070205080204" pitchFamily="50" charset="-128"/>
              </a:rPr>
              <a:t>2</a:t>
            </a:r>
            <a:r>
              <a:rPr lang="en-US" altLang="ja-JP" b="0">
                <a:ea typeface="ＭＳ ゴシック" panose="020B0609070205080204" pitchFamily="49" charset="-128"/>
              </a:rPr>
              <a:t>) {</a:t>
            </a:r>
          </a:p>
          <a:p>
            <a:pPr lvl="1" algn="just"/>
            <a:r>
              <a:rPr lang="en-US" altLang="ja-JP" b="0">
                <a:ea typeface="ＭＳ ゴシック" panose="020B0609070205080204" pitchFamily="49" charset="-128"/>
              </a:rPr>
              <a:t>    </a:t>
            </a:r>
            <a:r>
              <a:rPr lang="en-US" altLang="ja-JP" b="0">
                <a:ea typeface="MS UI Gothic" panose="020B0600070205080204" pitchFamily="50" charset="-128"/>
              </a:rPr>
              <a:t>Xử lý trong trường hợp thỏa mãn biểu thức điều kiện 2</a:t>
            </a:r>
          </a:p>
          <a:p>
            <a:pPr lvl="1" algn="just"/>
            <a:r>
              <a:rPr lang="en-US" altLang="ja-JP" b="0">
                <a:ea typeface="ＭＳ ゴシック" panose="020B0609070205080204" pitchFamily="49" charset="-128"/>
              </a:rPr>
              <a:t>} else { </a:t>
            </a:r>
          </a:p>
          <a:p>
            <a:pPr lvl="1" algn="just"/>
            <a:r>
              <a:rPr lang="en-US" altLang="ja-JP" b="0">
                <a:ea typeface="ＭＳ ゴシック" panose="020B0609070205080204" pitchFamily="49" charset="-128"/>
              </a:rPr>
              <a:t>    </a:t>
            </a:r>
            <a:r>
              <a:rPr lang="en-US" altLang="ja-JP" b="0">
                <a:ea typeface="MS UI Gothic" panose="020B0600070205080204" pitchFamily="50" charset="-128"/>
              </a:rPr>
              <a:t>Xử lý trong trường hợp không thỏa mãn cả 2 biểu thức điều kiện</a:t>
            </a:r>
            <a:r>
              <a:rPr lang="en-US" altLang="ja-JP" b="0">
                <a:ea typeface="ＭＳ ゴシック" panose="020B0609070205080204" pitchFamily="49" charset="-128"/>
              </a:rPr>
              <a:t> 1, 2</a:t>
            </a:r>
            <a:endParaRPr lang="en-US" altLang="ja-JP" b="0">
              <a:ea typeface="MS UI Gothic" panose="020B0600070205080204" pitchFamily="50" charset="-128"/>
            </a:endParaRPr>
          </a:p>
          <a:p>
            <a:pPr lvl="1" algn="just"/>
            <a:r>
              <a:rPr lang="en-US" altLang="ja-JP" b="0">
                <a:ea typeface="ＭＳ ゴシック" panose="020B0609070205080204" pitchFamily="49" charset="-128"/>
              </a:rPr>
              <a:t>}</a:t>
            </a:r>
          </a:p>
        </p:txBody>
      </p:sp>
      <p:sp>
        <p:nvSpPr>
          <p:cNvPr id="714757" name="Text Box 5">
            <a:extLst>
              <a:ext uri="{FF2B5EF4-FFF2-40B4-BE49-F238E27FC236}">
                <a16:creationId xmlns:a16="http://schemas.microsoft.com/office/drawing/2014/main" id="{F0E9F421-1222-A93E-4D39-D7A6F6C0AEB7}"/>
              </a:ext>
            </a:extLst>
          </p:cNvPr>
          <p:cNvSpPr txBox="1">
            <a:spLocks noChangeArrowheads="1"/>
          </p:cNvSpPr>
          <p:nvPr/>
        </p:nvSpPr>
        <p:spPr bwMode="auto">
          <a:xfrm>
            <a:off x="733425" y="7954963"/>
            <a:ext cx="5853113" cy="1765300"/>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10240" tIns="20483" rIns="10240" bIns="10240" anchor="ct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19367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4788"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ＭＳ ゴシック" panose="020B0609070205080204" pitchFamily="49" charset="-128"/>
              </a:rPr>
              <a:t>if (Biểu thức điều kiện 1){</a:t>
            </a:r>
          </a:p>
          <a:p>
            <a:pPr lvl="1" algn="just"/>
            <a:r>
              <a:rPr lang="en-US" altLang="ja-JP" b="0">
                <a:ea typeface="ＭＳ ゴシック" panose="020B0609070205080204" pitchFamily="49" charset="-128"/>
              </a:rPr>
              <a:t>    </a:t>
            </a:r>
            <a:r>
              <a:rPr lang="en-US" altLang="ja-JP" b="0">
                <a:ea typeface="MS UI Gothic" panose="020B0600070205080204" pitchFamily="50" charset="-128"/>
              </a:rPr>
              <a:t>Xử lý trong trường hợp thỏa mãn biểu thức điều kiện 1</a:t>
            </a:r>
          </a:p>
          <a:p>
            <a:pPr lvl="1" algn="just"/>
            <a:r>
              <a:rPr lang="en-US" altLang="ja-JP" b="0">
                <a:ea typeface="ＭＳ ゴシック" panose="020B0609070205080204" pitchFamily="49" charset="-128"/>
              </a:rPr>
              <a:t>} else if (Biểu thức điều kiện 2){</a:t>
            </a:r>
          </a:p>
          <a:p>
            <a:pPr lvl="1" algn="just"/>
            <a:r>
              <a:rPr lang="en-US" altLang="ja-JP" b="0">
                <a:ea typeface="ＭＳ ゴシック" panose="020B0609070205080204" pitchFamily="49" charset="-128"/>
              </a:rPr>
              <a:t>    </a:t>
            </a:r>
            <a:r>
              <a:rPr lang="en-US" altLang="ja-JP" b="0">
                <a:ea typeface="MS UI Gothic" panose="020B0600070205080204" pitchFamily="50" charset="-128"/>
              </a:rPr>
              <a:t>Xử lý trong trường hợp thỏa mãn biểu thức điều kiện 2</a:t>
            </a:r>
          </a:p>
          <a:p>
            <a:pPr lvl="1" algn="just"/>
            <a:r>
              <a:rPr lang="en-US" altLang="ja-JP" b="0">
                <a:ea typeface="ＭＳ ゴシック" panose="020B0609070205080204" pitchFamily="49" charset="-128"/>
              </a:rPr>
              <a:t>	</a:t>
            </a:r>
            <a:r>
              <a:rPr lang="ja-JP" altLang="en-US" b="0">
                <a:ea typeface="ＭＳ ゴシック" panose="020B0609070205080204" pitchFamily="49" charset="-128"/>
              </a:rPr>
              <a:t>：</a:t>
            </a:r>
          </a:p>
          <a:p>
            <a:pPr lvl="1" algn="just"/>
            <a:r>
              <a:rPr lang="en-US" altLang="ja-JP" b="0">
                <a:ea typeface="ＭＳ ゴシック" panose="020B0609070205080204" pitchFamily="49" charset="-128"/>
              </a:rPr>
              <a:t>} else if (Biểu thức điều kiện n){</a:t>
            </a:r>
          </a:p>
          <a:p>
            <a:pPr lvl="1" algn="just"/>
            <a:r>
              <a:rPr lang="en-US" altLang="ja-JP" b="0">
                <a:ea typeface="ＭＳ ゴシック" panose="020B0609070205080204" pitchFamily="49" charset="-128"/>
              </a:rPr>
              <a:t>    </a:t>
            </a:r>
            <a:r>
              <a:rPr lang="en-US" altLang="ja-JP" b="0">
                <a:ea typeface="MS UI Gothic" panose="020B0600070205080204" pitchFamily="50" charset="-128"/>
              </a:rPr>
              <a:t>Xử lý trong trường hợp thỏa mãn biểu thức điều kiện n</a:t>
            </a:r>
          </a:p>
          <a:p>
            <a:pPr lvl="1" algn="just"/>
            <a:r>
              <a:rPr lang="en-US" altLang="ja-JP" b="0">
                <a:ea typeface="ＭＳ ゴシック" panose="020B0609070205080204" pitchFamily="49" charset="-128"/>
              </a:rPr>
              <a:t>} else {</a:t>
            </a:r>
          </a:p>
          <a:p>
            <a:pPr lvl="1" algn="just"/>
            <a:r>
              <a:rPr lang="en-US" altLang="ja-JP" b="0">
                <a:ea typeface="ＭＳ ゴシック" panose="020B0609070205080204" pitchFamily="49" charset="-128"/>
              </a:rPr>
              <a:t>    </a:t>
            </a:r>
            <a:r>
              <a:rPr lang="en-US" altLang="ja-JP" b="0">
                <a:ea typeface="MS UI Gothic" panose="020B0600070205080204" pitchFamily="50" charset="-128"/>
              </a:rPr>
              <a:t>Xử lý trong trường hợp không thỏa mãn tất cả biểu thức điều kiện</a:t>
            </a:r>
          </a:p>
          <a:p>
            <a:pPr lvl="1" algn="just"/>
            <a:r>
              <a:rPr lang="en-US" altLang="ja-JP" b="0">
                <a:ea typeface="ＭＳ ゴシック" panose="020B0609070205080204" pitchFamily="49" charset="-128"/>
              </a:rPr>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2642" name="Rectangle 2">
            <a:extLst>
              <a:ext uri="{FF2B5EF4-FFF2-40B4-BE49-F238E27FC236}">
                <a16:creationId xmlns:a16="http://schemas.microsoft.com/office/drawing/2014/main" id="{E05C6A28-9646-9934-0787-720F3817BFBF}"/>
              </a:ext>
            </a:extLst>
          </p:cNvPr>
          <p:cNvSpPr>
            <a:spLocks noGrp="1" noRot="1" noChangeAspect="1" noChangeArrowheads="1" noTextEdit="1"/>
          </p:cNvSpPr>
          <p:nvPr>
            <p:ph type="sldImg"/>
          </p:nvPr>
        </p:nvSpPr>
        <p:spPr>
          <a:xfrm>
            <a:off x="531813" y="835025"/>
            <a:ext cx="6024562" cy="4170363"/>
          </a:xfrm>
          <a:ln/>
        </p:spPr>
      </p:sp>
      <p:sp>
        <p:nvSpPr>
          <p:cNvPr id="752643" name="Rectangle 3">
            <a:extLst>
              <a:ext uri="{FF2B5EF4-FFF2-40B4-BE49-F238E27FC236}">
                <a16:creationId xmlns:a16="http://schemas.microsoft.com/office/drawing/2014/main" id="{3D9B98B7-C3ED-3FEB-3836-04B2731262BF}"/>
              </a:ext>
            </a:extLst>
          </p:cNvPr>
          <p:cNvSpPr>
            <a:spLocks noGrp="1" noChangeArrowheads="1"/>
          </p:cNvSpPr>
          <p:nvPr>
            <p:ph type="body" idx="1"/>
          </p:nvPr>
        </p:nvSpPr>
        <p:spPr/>
        <p:txBody>
          <a:bodyPr/>
          <a:lstStyle/>
          <a:p>
            <a:pPr marL="0" indent="0"/>
            <a:r>
              <a:rPr lang="en-US" altLang="ja-JP"/>
              <a:t>●</a:t>
            </a:r>
            <a:r>
              <a:rPr lang="ja-JP" altLang="en-US"/>
              <a:t>　</a:t>
            </a:r>
            <a:r>
              <a:rPr lang="en-US" altLang="ja-JP"/>
              <a:t>Ví dụ</a:t>
            </a:r>
          </a:p>
        </p:txBody>
      </p:sp>
      <p:grpSp>
        <p:nvGrpSpPr>
          <p:cNvPr id="752647" name="Group 7">
            <a:extLst>
              <a:ext uri="{FF2B5EF4-FFF2-40B4-BE49-F238E27FC236}">
                <a16:creationId xmlns:a16="http://schemas.microsoft.com/office/drawing/2014/main" id="{6D23CC4F-3C91-6505-74F7-B5BA90944AC4}"/>
              </a:ext>
            </a:extLst>
          </p:cNvPr>
          <p:cNvGrpSpPr>
            <a:grpSpLocks/>
          </p:cNvGrpSpPr>
          <p:nvPr/>
        </p:nvGrpSpPr>
        <p:grpSpPr bwMode="auto">
          <a:xfrm>
            <a:off x="719138" y="5634038"/>
            <a:ext cx="5854700" cy="2484437"/>
            <a:chOff x="453" y="2328"/>
            <a:chExt cx="3555" cy="1526"/>
          </a:xfrm>
        </p:grpSpPr>
        <p:sp>
          <p:nvSpPr>
            <p:cNvPr id="752648" name="Rectangle 8">
              <a:extLst>
                <a:ext uri="{FF2B5EF4-FFF2-40B4-BE49-F238E27FC236}">
                  <a16:creationId xmlns:a16="http://schemas.microsoft.com/office/drawing/2014/main" id="{D647FD05-6BA5-7D86-E5E8-AC758F7A3BEE}"/>
                </a:ext>
              </a:extLst>
            </p:cNvPr>
            <p:cNvSpPr>
              <a:spLocks noChangeArrowheads="1"/>
            </p:cNvSpPr>
            <p:nvPr/>
          </p:nvSpPr>
          <p:spPr bwMode="auto">
            <a:xfrm>
              <a:off x="453" y="2328"/>
              <a:ext cx="3555" cy="1526"/>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ja-JP" altLang="ja-JP"/>
            </a:p>
          </p:txBody>
        </p:sp>
        <p:grpSp>
          <p:nvGrpSpPr>
            <p:cNvPr id="752649" name="Group 9">
              <a:extLst>
                <a:ext uri="{FF2B5EF4-FFF2-40B4-BE49-F238E27FC236}">
                  <a16:creationId xmlns:a16="http://schemas.microsoft.com/office/drawing/2014/main" id="{CCF628EC-622C-9E24-9D74-A9E8DD5ACEE9}"/>
                </a:ext>
              </a:extLst>
            </p:cNvPr>
            <p:cNvGrpSpPr>
              <a:grpSpLocks/>
            </p:cNvGrpSpPr>
            <p:nvPr/>
          </p:nvGrpSpPr>
          <p:grpSpPr bwMode="auto">
            <a:xfrm>
              <a:off x="987" y="2471"/>
              <a:ext cx="2544" cy="1250"/>
              <a:chOff x="700" y="2615"/>
              <a:chExt cx="2544" cy="1250"/>
            </a:xfrm>
          </p:grpSpPr>
          <p:sp>
            <p:nvSpPr>
              <p:cNvPr id="752650" name="Line 10">
                <a:extLst>
                  <a:ext uri="{FF2B5EF4-FFF2-40B4-BE49-F238E27FC236}">
                    <a16:creationId xmlns:a16="http://schemas.microsoft.com/office/drawing/2014/main" id="{3023CE4C-6ADB-53A9-9B89-D42E9BF64054}"/>
                  </a:ext>
                </a:extLst>
              </p:cNvPr>
              <p:cNvSpPr>
                <a:spLocks noChangeShapeType="1"/>
              </p:cNvSpPr>
              <p:nvPr/>
            </p:nvSpPr>
            <p:spPr bwMode="auto">
              <a:xfrm>
                <a:off x="1161" y="2615"/>
                <a:ext cx="0" cy="12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2651" name="AutoShape 11">
                <a:extLst>
                  <a:ext uri="{FF2B5EF4-FFF2-40B4-BE49-F238E27FC236}">
                    <a16:creationId xmlns:a16="http://schemas.microsoft.com/office/drawing/2014/main" id="{0DFA5776-743C-4995-312C-27D2C4B74875}"/>
                  </a:ext>
                </a:extLst>
              </p:cNvPr>
              <p:cNvSpPr>
                <a:spLocks noChangeArrowheads="1"/>
              </p:cNvSpPr>
              <p:nvPr/>
            </p:nvSpPr>
            <p:spPr bwMode="auto">
              <a:xfrm>
                <a:off x="700" y="2717"/>
                <a:ext cx="917" cy="336"/>
              </a:xfrm>
              <a:prstGeom prst="flowChartDecision">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lnSpc>
                    <a:spcPct val="96000"/>
                  </a:lnSpc>
                </a:pPr>
                <a:r>
                  <a:rPr lang="ja-JP" altLang="en-US" sz="1100" b="0">
                    <a:latin typeface="MS UI Gothic" panose="020B0600070205080204" pitchFamily="50" charset="-128"/>
                    <a:ea typeface="MS UI Gothic" panose="020B0600070205080204" pitchFamily="50" charset="-128"/>
                  </a:rPr>
                  <a:t>ｘ </a:t>
                </a:r>
                <a:r>
                  <a:rPr lang="en-US" altLang="ja-JP" sz="1100" b="0">
                    <a:latin typeface="MS UI Gothic" panose="020B0600070205080204" pitchFamily="50" charset="-128"/>
                    <a:ea typeface="MS UI Gothic" panose="020B0600070205080204" pitchFamily="50" charset="-128"/>
                  </a:rPr>
                  <a:t>&lt;0</a:t>
                </a:r>
                <a:r>
                  <a:rPr lang="ja-JP" altLang="en-US" sz="1100" b="0">
                    <a:latin typeface="MS UI Gothic" panose="020B0600070205080204" pitchFamily="50" charset="-128"/>
                    <a:ea typeface="MS UI Gothic" panose="020B0600070205080204" pitchFamily="50" charset="-128"/>
                  </a:rPr>
                  <a:t>？</a:t>
                </a:r>
                <a:endParaRPr lang="ja-JP" altLang="en-US">
                  <a:latin typeface="MS UI Gothic" panose="020B0600070205080204" pitchFamily="50" charset="-128"/>
                  <a:ea typeface="MS UI Gothic" panose="020B0600070205080204" pitchFamily="50" charset="-128"/>
                </a:endParaRPr>
              </a:p>
            </p:txBody>
          </p:sp>
          <p:sp>
            <p:nvSpPr>
              <p:cNvPr id="752652" name="AutoShape 12">
                <a:extLst>
                  <a:ext uri="{FF2B5EF4-FFF2-40B4-BE49-F238E27FC236}">
                    <a16:creationId xmlns:a16="http://schemas.microsoft.com/office/drawing/2014/main" id="{B2CE6335-691D-EAD5-9F43-3ECCD13D80C9}"/>
                  </a:ext>
                </a:extLst>
              </p:cNvPr>
              <p:cNvSpPr>
                <a:spLocks noChangeArrowheads="1"/>
              </p:cNvSpPr>
              <p:nvPr/>
            </p:nvSpPr>
            <p:spPr bwMode="auto">
              <a:xfrm>
                <a:off x="813" y="3263"/>
                <a:ext cx="728" cy="218"/>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100" b="0">
                    <a:latin typeface="MS UI Gothic" panose="020B0600070205080204" pitchFamily="50" charset="-128"/>
                    <a:ea typeface="MS UI Gothic" panose="020B0600070205080204" pitchFamily="50" charset="-128"/>
                  </a:rPr>
                  <a:t>Hiển thị </a:t>
                </a:r>
                <a:r>
                  <a:rPr lang="ja-JP" altLang="en-US" sz="1100" b="0">
                    <a:latin typeface="MS UI Gothic" panose="020B0600070205080204" pitchFamily="50" charset="-128"/>
                    <a:ea typeface="MS UI Gothic" panose="020B0600070205080204" pitchFamily="50" charset="-128"/>
                  </a:rPr>
                  <a:t>「</a:t>
                </a:r>
                <a:r>
                  <a:rPr lang="en-US" altLang="ja-JP" sz="1100" b="0">
                    <a:latin typeface="MS UI Gothic" panose="020B0600070205080204" pitchFamily="50" charset="-128"/>
                    <a:ea typeface="MS UI Gothic" panose="020B0600070205080204" pitchFamily="50" charset="-128"/>
                  </a:rPr>
                  <a:t>số âm</a:t>
                </a:r>
                <a:r>
                  <a:rPr lang="ja-JP" altLang="en-US" sz="1100" b="0">
                    <a:latin typeface="MS UI Gothic" panose="020B0600070205080204" pitchFamily="50" charset="-128"/>
                    <a:ea typeface="MS UI Gothic" panose="020B0600070205080204" pitchFamily="50" charset="-128"/>
                  </a:rPr>
                  <a:t>」</a:t>
                </a:r>
                <a:endParaRPr lang="ja-JP" altLang="en-US">
                  <a:latin typeface="MS UI Gothic" panose="020B0600070205080204" pitchFamily="50" charset="-128"/>
                  <a:ea typeface="MS UI Gothic" panose="020B0600070205080204" pitchFamily="50" charset="-128"/>
                </a:endParaRPr>
              </a:p>
            </p:txBody>
          </p:sp>
          <p:sp>
            <p:nvSpPr>
              <p:cNvPr id="752653" name="Line 13">
                <a:extLst>
                  <a:ext uri="{FF2B5EF4-FFF2-40B4-BE49-F238E27FC236}">
                    <a16:creationId xmlns:a16="http://schemas.microsoft.com/office/drawing/2014/main" id="{8306417C-15E3-AF6C-B540-1B3D8DD6E457}"/>
                  </a:ext>
                </a:extLst>
              </p:cNvPr>
              <p:cNvSpPr>
                <a:spLocks noChangeShapeType="1"/>
              </p:cNvSpPr>
              <p:nvPr/>
            </p:nvSpPr>
            <p:spPr bwMode="auto">
              <a:xfrm>
                <a:off x="1607" y="2882"/>
                <a:ext cx="431"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2654" name="Line 14">
                <a:extLst>
                  <a:ext uri="{FF2B5EF4-FFF2-40B4-BE49-F238E27FC236}">
                    <a16:creationId xmlns:a16="http://schemas.microsoft.com/office/drawing/2014/main" id="{D546B9EA-51CB-0E42-832C-B5D873CC2649}"/>
                  </a:ext>
                </a:extLst>
              </p:cNvPr>
              <p:cNvSpPr>
                <a:spLocks noChangeShapeType="1"/>
              </p:cNvSpPr>
              <p:nvPr/>
            </p:nvSpPr>
            <p:spPr bwMode="auto">
              <a:xfrm>
                <a:off x="2034" y="2877"/>
                <a:ext cx="0" cy="92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2655" name="Line 15">
                <a:extLst>
                  <a:ext uri="{FF2B5EF4-FFF2-40B4-BE49-F238E27FC236}">
                    <a16:creationId xmlns:a16="http://schemas.microsoft.com/office/drawing/2014/main" id="{9BAD8689-1E4D-3D3E-E081-D32B5DA6002C}"/>
                  </a:ext>
                </a:extLst>
              </p:cNvPr>
              <p:cNvSpPr>
                <a:spLocks noChangeShapeType="1"/>
              </p:cNvSpPr>
              <p:nvPr/>
            </p:nvSpPr>
            <p:spPr bwMode="auto">
              <a:xfrm>
                <a:off x="1165" y="3802"/>
                <a:ext cx="875" cy="0"/>
              </a:xfrm>
              <a:prstGeom prst="line">
                <a:avLst/>
              </a:prstGeom>
              <a:noFill/>
              <a:ln w="1905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2656" name="Text Box 16">
                <a:extLst>
                  <a:ext uri="{FF2B5EF4-FFF2-40B4-BE49-F238E27FC236}">
                    <a16:creationId xmlns:a16="http://schemas.microsoft.com/office/drawing/2014/main" id="{5D2EB853-DF13-1A7B-495C-7B2493E73ED2}"/>
                  </a:ext>
                </a:extLst>
              </p:cNvPr>
              <p:cNvSpPr txBox="1">
                <a:spLocks noChangeArrowheads="1"/>
              </p:cNvSpPr>
              <p:nvPr/>
            </p:nvSpPr>
            <p:spPr bwMode="auto">
              <a:xfrm>
                <a:off x="1210" y="3045"/>
                <a:ext cx="239" cy="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lnSpc>
                    <a:spcPct val="96000"/>
                  </a:lnSpc>
                </a:pPr>
                <a:r>
                  <a:rPr lang="en-US" altLang="ja-JP" sz="1100" b="0">
                    <a:latin typeface="MS UI Gothic" panose="020B0600070205080204" pitchFamily="50" charset="-128"/>
                    <a:ea typeface="MS UI Gothic" panose="020B0600070205080204" pitchFamily="50" charset="-128"/>
                  </a:rPr>
                  <a:t>true</a:t>
                </a:r>
                <a:endParaRPr lang="en-US" altLang="ja-JP">
                  <a:latin typeface="MS UI Gothic" panose="020B0600070205080204" pitchFamily="50" charset="-128"/>
                  <a:ea typeface="MS UI Gothic" panose="020B0600070205080204" pitchFamily="50" charset="-128"/>
                </a:endParaRPr>
              </a:p>
            </p:txBody>
          </p:sp>
          <p:sp>
            <p:nvSpPr>
              <p:cNvPr id="752657" name="Text Box 17">
                <a:extLst>
                  <a:ext uri="{FF2B5EF4-FFF2-40B4-BE49-F238E27FC236}">
                    <a16:creationId xmlns:a16="http://schemas.microsoft.com/office/drawing/2014/main" id="{B15579CC-B5BC-473F-C77D-AB7584021BFA}"/>
                  </a:ext>
                </a:extLst>
              </p:cNvPr>
              <p:cNvSpPr txBox="1">
                <a:spLocks noChangeArrowheads="1"/>
              </p:cNvSpPr>
              <p:nvPr/>
            </p:nvSpPr>
            <p:spPr bwMode="auto">
              <a:xfrm>
                <a:off x="1592" y="2694"/>
                <a:ext cx="240" cy="1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lnSpc>
                    <a:spcPct val="96000"/>
                  </a:lnSpc>
                </a:pPr>
                <a:r>
                  <a:rPr lang="en-US" altLang="ja-JP" sz="1100" b="0">
                    <a:latin typeface="MS UI Gothic" panose="020B0600070205080204" pitchFamily="50" charset="-128"/>
                    <a:ea typeface="MS UI Gothic" panose="020B0600070205080204" pitchFamily="50" charset="-128"/>
                  </a:rPr>
                  <a:t>false</a:t>
                </a:r>
                <a:endParaRPr lang="en-US" altLang="ja-JP">
                  <a:latin typeface="MS UI Gothic" panose="020B0600070205080204" pitchFamily="50" charset="-128"/>
                  <a:ea typeface="MS UI Gothic" panose="020B0600070205080204" pitchFamily="50" charset="-128"/>
                </a:endParaRPr>
              </a:p>
            </p:txBody>
          </p:sp>
          <p:sp>
            <p:nvSpPr>
              <p:cNvPr id="752658" name="AutoShape 18">
                <a:extLst>
                  <a:ext uri="{FF2B5EF4-FFF2-40B4-BE49-F238E27FC236}">
                    <a16:creationId xmlns:a16="http://schemas.microsoft.com/office/drawing/2014/main" id="{102D1481-DE77-9F9E-34B4-7876BCEE38CE}"/>
                  </a:ext>
                </a:extLst>
              </p:cNvPr>
              <p:cNvSpPr>
                <a:spLocks noChangeArrowheads="1"/>
              </p:cNvSpPr>
              <p:nvPr/>
            </p:nvSpPr>
            <p:spPr bwMode="auto">
              <a:xfrm>
                <a:off x="1607" y="2970"/>
                <a:ext cx="846" cy="284"/>
              </a:xfrm>
              <a:prstGeom prst="flowChartDecision">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ja-JP" altLang="en-US" sz="1100" b="0">
                    <a:latin typeface="MS UI Gothic" panose="020B0600070205080204" pitchFamily="50" charset="-128"/>
                    <a:ea typeface="MS UI Gothic" panose="020B0600070205080204" pitchFamily="50" charset="-128"/>
                  </a:rPr>
                  <a:t>ｘ</a:t>
                </a:r>
                <a:r>
                  <a:rPr lang="en-US" altLang="ja-JP" sz="1100" b="0">
                    <a:latin typeface="MS UI Gothic" panose="020B0600070205080204" pitchFamily="50" charset="-128"/>
                    <a:ea typeface="MS UI Gothic" panose="020B0600070205080204" pitchFamily="50" charset="-128"/>
                  </a:rPr>
                  <a:t>=0</a:t>
                </a:r>
                <a:r>
                  <a:rPr lang="ja-JP" altLang="en-US" sz="1100" b="0">
                    <a:latin typeface="MS UI Gothic" panose="020B0600070205080204" pitchFamily="50" charset="-128"/>
                    <a:ea typeface="MS UI Gothic" panose="020B0600070205080204" pitchFamily="50" charset="-128"/>
                  </a:rPr>
                  <a:t>？</a:t>
                </a:r>
                <a:endParaRPr lang="ja-JP" altLang="en-US">
                  <a:latin typeface="MS UI Gothic" panose="020B0600070205080204" pitchFamily="50" charset="-128"/>
                  <a:ea typeface="MS UI Gothic" panose="020B0600070205080204" pitchFamily="50" charset="-128"/>
                </a:endParaRPr>
              </a:p>
            </p:txBody>
          </p:sp>
          <p:sp>
            <p:nvSpPr>
              <p:cNvPr id="752659" name="AutoShape 19">
                <a:extLst>
                  <a:ext uri="{FF2B5EF4-FFF2-40B4-BE49-F238E27FC236}">
                    <a16:creationId xmlns:a16="http://schemas.microsoft.com/office/drawing/2014/main" id="{CCF9CE13-069C-833E-7E55-9206E9D793AF}"/>
                  </a:ext>
                </a:extLst>
              </p:cNvPr>
              <p:cNvSpPr>
                <a:spLocks noChangeArrowheads="1"/>
              </p:cNvSpPr>
              <p:nvPr/>
            </p:nvSpPr>
            <p:spPr bwMode="auto">
              <a:xfrm>
                <a:off x="1676" y="3405"/>
                <a:ext cx="728" cy="218"/>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100" b="0">
                    <a:latin typeface="MS UI Gothic" panose="020B0600070205080204" pitchFamily="50" charset="-128"/>
                    <a:ea typeface="MS UI Gothic" panose="020B0600070205080204" pitchFamily="50" charset="-128"/>
                  </a:rPr>
                  <a:t>Hiển thị </a:t>
                </a:r>
                <a:r>
                  <a:rPr lang="ja-JP" altLang="en-US" sz="1100" b="0">
                    <a:latin typeface="MS UI Gothic" panose="020B0600070205080204" pitchFamily="50" charset="-128"/>
                    <a:ea typeface="MS UI Gothic" panose="020B0600070205080204" pitchFamily="50" charset="-128"/>
                  </a:rPr>
                  <a:t>「</a:t>
                </a:r>
                <a:r>
                  <a:rPr lang="en-US" altLang="ja-JP" sz="1100" b="0">
                    <a:latin typeface="MS UI Gothic" panose="020B0600070205080204" pitchFamily="50" charset="-128"/>
                    <a:ea typeface="MS UI Gothic" panose="020B0600070205080204" pitchFamily="50" charset="-128"/>
                  </a:rPr>
                  <a:t>0</a:t>
                </a:r>
                <a:r>
                  <a:rPr lang="ja-JP" altLang="en-US" sz="1100" b="0">
                    <a:latin typeface="MS UI Gothic" panose="020B0600070205080204" pitchFamily="50" charset="-128"/>
                    <a:ea typeface="MS UI Gothic" panose="020B0600070205080204" pitchFamily="50" charset="-128"/>
                  </a:rPr>
                  <a:t>」</a:t>
                </a:r>
                <a:endParaRPr lang="ja-JP" altLang="en-US">
                  <a:latin typeface="MS UI Gothic" panose="020B0600070205080204" pitchFamily="50" charset="-128"/>
                  <a:ea typeface="MS UI Gothic" panose="020B0600070205080204" pitchFamily="50" charset="-128"/>
                </a:endParaRPr>
              </a:p>
            </p:txBody>
          </p:sp>
          <p:sp>
            <p:nvSpPr>
              <p:cNvPr id="752660" name="Line 20">
                <a:extLst>
                  <a:ext uri="{FF2B5EF4-FFF2-40B4-BE49-F238E27FC236}">
                    <a16:creationId xmlns:a16="http://schemas.microsoft.com/office/drawing/2014/main" id="{E73BD54A-5A33-971F-2A3B-B5BA5556A8D7}"/>
                  </a:ext>
                </a:extLst>
              </p:cNvPr>
              <p:cNvSpPr>
                <a:spLocks noChangeShapeType="1"/>
              </p:cNvSpPr>
              <p:nvPr/>
            </p:nvSpPr>
            <p:spPr bwMode="auto">
              <a:xfrm>
                <a:off x="2454" y="3111"/>
                <a:ext cx="431"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2661" name="Line 21">
                <a:extLst>
                  <a:ext uri="{FF2B5EF4-FFF2-40B4-BE49-F238E27FC236}">
                    <a16:creationId xmlns:a16="http://schemas.microsoft.com/office/drawing/2014/main" id="{B50474E6-BCD4-6A19-76B9-656167C997AB}"/>
                  </a:ext>
                </a:extLst>
              </p:cNvPr>
              <p:cNvSpPr>
                <a:spLocks noChangeShapeType="1"/>
              </p:cNvSpPr>
              <p:nvPr/>
            </p:nvSpPr>
            <p:spPr bwMode="auto">
              <a:xfrm>
                <a:off x="2882" y="3105"/>
                <a:ext cx="0" cy="63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2662" name="AutoShape 22">
                <a:extLst>
                  <a:ext uri="{FF2B5EF4-FFF2-40B4-BE49-F238E27FC236}">
                    <a16:creationId xmlns:a16="http://schemas.microsoft.com/office/drawing/2014/main" id="{C7527476-F165-E8CC-5A2D-65EA0824DA98}"/>
                  </a:ext>
                </a:extLst>
              </p:cNvPr>
              <p:cNvSpPr>
                <a:spLocks noChangeArrowheads="1"/>
              </p:cNvSpPr>
              <p:nvPr/>
            </p:nvSpPr>
            <p:spPr bwMode="auto">
              <a:xfrm>
                <a:off x="2516" y="3391"/>
                <a:ext cx="728" cy="219"/>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100" b="0">
                    <a:latin typeface="MS UI Gothic" panose="020B0600070205080204" pitchFamily="50" charset="-128"/>
                    <a:ea typeface="MS UI Gothic" panose="020B0600070205080204" pitchFamily="50" charset="-128"/>
                  </a:rPr>
                  <a:t>Hiển thị </a:t>
                </a:r>
                <a:r>
                  <a:rPr lang="ja-JP" altLang="en-US" sz="1100" b="0">
                    <a:latin typeface="MS UI Gothic" panose="020B0600070205080204" pitchFamily="50" charset="-128"/>
                    <a:ea typeface="MS UI Gothic" panose="020B0600070205080204" pitchFamily="50" charset="-128"/>
                  </a:rPr>
                  <a:t>「</a:t>
                </a:r>
                <a:r>
                  <a:rPr lang="en-US" altLang="ja-JP" sz="1100" b="0">
                    <a:latin typeface="MS UI Gothic" panose="020B0600070205080204" pitchFamily="50" charset="-128"/>
                    <a:ea typeface="MS UI Gothic" panose="020B0600070205080204" pitchFamily="50" charset="-128"/>
                  </a:rPr>
                  <a:t>số dương</a:t>
                </a:r>
                <a:r>
                  <a:rPr lang="ja-JP" altLang="en-US" sz="1100" b="0">
                    <a:latin typeface="MS UI Gothic" panose="020B0600070205080204" pitchFamily="50" charset="-128"/>
                    <a:ea typeface="MS UI Gothic" panose="020B0600070205080204" pitchFamily="50" charset="-128"/>
                  </a:rPr>
                  <a:t>」</a:t>
                </a:r>
                <a:endParaRPr lang="ja-JP" altLang="en-US">
                  <a:latin typeface="MS UI Gothic" panose="020B0600070205080204" pitchFamily="50" charset="-128"/>
                  <a:ea typeface="MS UI Gothic" panose="020B0600070205080204" pitchFamily="50" charset="-128"/>
                </a:endParaRPr>
              </a:p>
            </p:txBody>
          </p:sp>
          <p:sp>
            <p:nvSpPr>
              <p:cNvPr id="752663" name="Line 23">
                <a:extLst>
                  <a:ext uri="{FF2B5EF4-FFF2-40B4-BE49-F238E27FC236}">
                    <a16:creationId xmlns:a16="http://schemas.microsoft.com/office/drawing/2014/main" id="{505BCAF5-5A11-D55B-0FA0-06CA6FA6A918}"/>
                  </a:ext>
                </a:extLst>
              </p:cNvPr>
              <p:cNvSpPr>
                <a:spLocks noChangeShapeType="1"/>
              </p:cNvSpPr>
              <p:nvPr/>
            </p:nvSpPr>
            <p:spPr bwMode="auto">
              <a:xfrm>
                <a:off x="2047" y="3736"/>
                <a:ext cx="839" cy="0"/>
              </a:xfrm>
              <a:prstGeom prst="line">
                <a:avLst/>
              </a:prstGeom>
              <a:noFill/>
              <a:ln w="1905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2664" name="Text Box 24">
                <a:extLst>
                  <a:ext uri="{FF2B5EF4-FFF2-40B4-BE49-F238E27FC236}">
                    <a16:creationId xmlns:a16="http://schemas.microsoft.com/office/drawing/2014/main" id="{A19A1CA2-6D1C-C2CB-54AD-91F3069640DF}"/>
                  </a:ext>
                </a:extLst>
              </p:cNvPr>
              <p:cNvSpPr txBox="1">
                <a:spLocks noChangeArrowheads="1"/>
              </p:cNvSpPr>
              <p:nvPr/>
            </p:nvSpPr>
            <p:spPr bwMode="auto">
              <a:xfrm>
                <a:off x="2482" y="2920"/>
                <a:ext cx="239" cy="1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lnSpc>
                    <a:spcPct val="96000"/>
                  </a:lnSpc>
                </a:pPr>
                <a:r>
                  <a:rPr lang="en-US" altLang="ja-JP" sz="1100" b="0">
                    <a:latin typeface="MS UI Gothic" panose="020B0600070205080204" pitchFamily="50" charset="-128"/>
                    <a:ea typeface="MS UI Gothic" panose="020B0600070205080204" pitchFamily="50" charset="-128"/>
                  </a:rPr>
                  <a:t>false</a:t>
                </a:r>
                <a:endParaRPr lang="en-US" altLang="ja-JP">
                  <a:latin typeface="MS UI Gothic" panose="020B0600070205080204" pitchFamily="50" charset="-128"/>
                  <a:ea typeface="MS UI Gothic" panose="020B0600070205080204" pitchFamily="50" charset="-128"/>
                </a:endParaRPr>
              </a:p>
            </p:txBody>
          </p:sp>
          <p:sp>
            <p:nvSpPr>
              <p:cNvPr id="752665" name="Text Box 25">
                <a:extLst>
                  <a:ext uri="{FF2B5EF4-FFF2-40B4-BE49-F238E27FC236}">
                    <a16:creationId xmlns:a16="http://schemas.microsoft.com/office/drawing/2014/main" id="{E19BE479-CCFF-5BC8-E854-E49B7ADC3D63}"/>
                  </a:ext>
                </a:extLst>
              </p:cNvPr>
              <p:cNvSpPr txBox="1">
                <a:spLocks noChangeArrowheads="1"/>
              </p:cNvSpPr>
              <p:nvPr/>
            </p:nvSpPr>
            <p:spPr bwMode="auto">
              <a:xfrm>
                <a:off x="2094" y="3232"/>
                <a:ext cx="239" cy="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lnSpc>
                    <a:spcPct val="96000"/>
                  </a:lnSpc>
                </a:pPr>
                <a:r>
                  <a:rPr lang="en-US" altLang="ja-JP" sz="1100" b="0">
                    <a:latin typeface="MS UI Gothic" panose="020B0600070205080204" pitchFamily="50" charset="-128"/>
                    <a:ea typeface="MS UI Gothic" panose="020B0600070205080204" pitchFamily="50" charset="-128"/>
                  </a:rPr>
                  <a:t>true</a:t>
                </a:r>
                <a:endParaRPr lang="en-US" altLang="ja-JP">
                  <a:latin typeface="MS UI Gothic" panose="020B0600070205080204" pitchFamily="50" charset="-128"/>
                  <a:ea typeface="MS UI Gothic" panose="020B0600070205080204" pitchFamily="50" charset="-128"/>
                </a:endParaRPr>
              </a:p>
            </p:txBody>
          </p:sp>
        </p:grpSp>
      </p:gr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8850" name="Rectangle 2">
            <a:extLst>
              <a:ext uri="{FF2B5EF4-FFF2-40B4-BE49-F238E27FC236}">
                <a16:creationId xmlns:a16="http://schemas.microsoft.com/office/drawing/2014/main" id="{334BEE2F-CEEE-E753-AFDC-C595FA40D65D}"/>
              </a:ext>
            </a:extLst>
          </p:cNvPr>
          <p:cNvSpPr>
            <a:spLocks noGrp="1" noRot="1" noChangeAspect="1" noChangeArrowheads="1" noTextEdit="1"/>
          </p:cNvSpPr>
          <p:nvPr>
            <p:ph type="sldImg"/>
          </p:nvPr>
        </p:nvSpPr>
        <p:spPr>
          <a:ln/>
        </p:spPr>
      </p:sp>
      <p:sp>
        <p:nvSpPr>
          <p:cNvPr id="718851" name="Rectangle 3">
            <a:extLst>
              <a:ext uri="{FF2B5EF4-FFF2-40B4-BE49-F238E27FC236}">
                <a16:creationId xmlns:a16="http://schemas.microsoft.com/office/drawing/2014/main" id="{112FF782-5D43-7B8D-E964-5507E32A551A}"/>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Nest của câu lệnh </a:t>
            </a:r>
            <a:r>
              <a:rPr lang="en-US" altLang="ja-JP">
                <a:latin typeface="Arial" panose="020B0604020202020204" pitchFamily="34" charset="0"/>
                <a:ea typeface="ＭＳ ゴシック" panose="020B0609070205080204" pitchFamily="49" charset="-128"/>
              </a:rPr>
              <a:t>if (lồng)</a:t>
            </a:r>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Trong block của câu lệnh </a:t>
            </a:r>
            <a:r>
              <a:rPr lang="en-US" altLang="ja-JP">
                <a:latin typeface="Arial" panose="020B0604020202020204" pitchFamily="34" charset="0"/>
                <a:ea typeface="ＭＳ ゴシック" panose="020B0609070205080204" pitchFamily="49" charset="-128"/>
              </a:rPr>
              <a:t>if, có thể viết thêm câu lệnh if</a:t>
            </a:r>
            <a:r>
              <a:rPr lang="en-US" altLang="ja-JP">
                <a:latin typeface="Arial" panose="020B0604020202020204" pitchFamily="34" charset="0"/>
              </a:rPr>
              <a:t> nữa.</a:t>
            </a:r>
          </a:p>
          <a:p>
            <a:pPr marL="0" indent="0"/>
            <a:r>
              <a:rPr lang="ja-JP" altLang="en-US">
                <a:latin typeface="Arial" panose="020B0604020202020204" pitchFamily="34" charset="0"/>
              </a:rPr>
              <a:t>　</a:t>
            </a:r>
            <a:r>
              <a:rPr lang="en-US" altLang="ja-JP">
                <a:latin typeface="Arial" panose="020B0604020202020204" pitchFamily="34" charset="0"/>
              </a:rPr>
              <a:t>Cấu tạo kiểu này được gọi là nest hoặc lồng của câu lệnh if.</a:t>
            </a:r>
          </a:p>
          <a:p>
            <a:pPr marL="0" indent="0"/>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Lấy câu if dưới đây làm ví dụ về đánh giá 2 biểu thức điều kiện bằng điều kiện AND.</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ja-JP" altLang="en-US">
                <a:latin typeface="Arial" panose="020B0604020202020204" pitchFamily="34" charset="0"/>
              </a:rPr>
              <a:t>　</a:t>
            </a:r>
          </a:p>
          <a:p>
            <a:pPr marL="0" indent="0"/>
            <a:r>
              <a:rPr lang="en-US" altLang="ja-JP">
                <a:latin typeface="Arial" panose="020B0604020202020204" pitchFamily="34" charset="0"/>
              </a:rPr>
              <a:t>Câu lệnh if viết trên có thể biểu diễn bằng cả nest của câu lệnh if sau.</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Hãy quyết định có sử dụng nest hay không tùy theo biểu diễn của design và tính dễ xem program.</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Cấu trúc của câu lệnh if sử dụng nest</a:t>
            </a:r>
          </a:p>
          <a:p>
            <a:pPr marL="0" indent="0"/>
            <a:r>
              <a:rPr lang="ja-JP" altLang="en-US">
                <a:latin typeface="Arial" panose="020B0604020202020204" pitchFamily="34" charset="0"/>
              </a:rPr>
              <a:t>　</a:t>
            </a:r>
            <a:r>
              <a:rPr lang="en-US" altLang="ja-JP">
                <a:latin typeface="Arial" panose="020B0604020202020204" pitchFamily="34" charset="0"/>
              </a:rPr>
              <a:t>Có thể nest câu lệnh if cho block của toàn bộ câu lệnh if</a:t>
            </a:r>
          </a:p>
          <a:p>
            <a:pPr marL="0" indent="0"/>
            <a:endParaRPr lang="en-US" altLang="ja-JP">
              <a:latin typeface="Arial" panose="020B0604020202020204" pitchFamily="34" charset="0"/>
            </a:endParaRPr>
          </a:p>
        </p:txBody>
      </p:sp>
      <p:sp>
        <p:nvSpPr>
          <p:cNvPr id="718852" name="Text Box 4">
            <a:extLst>
              <a:ext uri="{FF2B5EF4-FFF2-40B4-BE49-F238E27FC236}">
                <a16:creationId xmlns:a16="http://schemas.microsoft.com/office/drawing/2014/main" id="{5A1D0FFB-085B-1E2C-A7EE-82D5CC192D2E}"/>
              </a:ext>
            </a:extLst>
          </p:cNvPr>
          <p:cNvSpPr txBox="1">
            <a:spLocks noChangeArrowheads="1"/>
          </p:cNvSpPr>
          <p:nvPr/>
        </p:nvSpPr>
        <p:spPr bwMode="auto">
          <a:xfrm>
            <a:off x="746125" y="6151563"/>
            <a:ext cx="5854700" cy="557212"/>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10240" tIns="20483" rIns="10240" bIns="10240" anchor="ct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19367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4788"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ＭＳ ゴシック" panose="020B0609070205080204" pitchFamily="49" charset="-128"/>
              </a:rPr>
              <a:t>if (Biểu thức điều kiện </a:t>
            </a:r>
            <a:r>
              <a:rPr lang="en-US" altLang="ja-JP" b="0">
                <a:ea typeface="MS UI Gothic" panose="020B0600070205080204" pitchFamily="50" charset="-128"/>
              </a:rPr>
              <a:t>1</a:t>
            </a:r>
            <a:r>
              <a:rPr lang="en-US" altLang="ja-JP" b="0">
                <a:ea typeface="ＭＳ ゴシック" panose="020B0609070205080204" pitchFamily="49" charset="-128"/>
              </a:rPr>
              <a:t> &amp;&amp; Biểu thức điều kiện </a:t>
            </a:r>
            <a:r>
              <a:rPr lang="en-US" altLang="ja-JP" b="0">
                <a:ea typeface="MS UI Gothic" panose="020B0600070205080204" pitchFamily="50" charset="-128"/>
              </a:rPr>
              <a:t>2</a:t>
            </a:r>
            <a:r>
              <a:rPr lang="en-US" altLang="ja-JP" b="0">
                <a:ea typeface="ＭＳ ゴシック" panose="020B0609070205080204" pitchFamily="49" charset="-128"/>
              </a:rPr>
              <a:t>) {</a:t>
            </a:r>
          </a:p>
          <a:p>
            <a:pPr lvl="1" algn="just"/>
            <a:r>
              <a:rPr lang="en-US" altLang="ja-JP" b="0">
                <a:ea typeface="ＭＳ ゴシック" panose="020B0609070205080204" pitchFamily="49" charset="-128"/>
              </a:rPr>
              <a:t>    </a:t>
            </a:r>
            <a:r>
              <a:rPr lang="en-US" altLang="ja-JP" b="0">
                <a:ea typeface="MS UI Gothic" panose="020B0600070205080204" pitchFamily="50" charset="-128"/>
              </a:rPr>
              <a:t>Xử lý trong trường hợp thỏa mãn cả hai biểu thức điều kiện 1, 2</a:t>
            </a:r>
          </a:p>
          <a:p>
            <a:pPr lvl="1" algn="just"/>
            <a:r>
              <a:rPr lang="en-US" altLang="ja-JP" b="0">
                <a:ea typeface="ＭＳ ゴシック" panose="020B0609070205080204" pitchFamily="49" charset="-128"/>
              </a:rPr>
              <a:t>}</a:t>
            </a:r>
          </a:p>
        </p:txBody>
      </p:sp>
      <p:sp>
        <p:nvSpPr>
          <p:cNvPr id="718854" name="Text Box 6">
            <a:extLst>
              <a:ext uri="{FF2B5EF4-FFF2-40B4-BE49-F238E27FC236}">
                <a16:creationId xmlns:a16="http://schemas.microsoft.com/office/drawing/2014/main" id="{C8C97743-33A8-D449-937A-D69D0BF36D8A}"/>
              </a:ext>
            </a:extLst>
          </p:cNvPr>
          <p:cNvSpPr txBox="1">
            <a:spLocks noChangeArrowheads="1"/>
          </p:cNvSpPr>
          <p:nvPr/>
        </p:nvSpPr>
        <p:spPr bwMode="auto">
          <a:xfrm>
            <a:off x="746125" y="7051675"/>
            <a:ext cx="5854700" cy="849313"/>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10240" tIns="20483" rIns="10240" bIns="10240" anchor="ct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19367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4788"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ＭＳ ゴシック" panose="020B0609070205080204" pitchFamily="49" charset="-128"/>
              </a:rPr>
              <a:t>if (Biểu thức điều kiện 1){</a:t>
            </a:r>
          </a:p>
          <a:p>
            <a:pPr lvl="1" algn="just"/>
            <a:r>
              <a:rPr lang="en-US" altLang="ja-JP" b="0">
                <a:ea typeface="ＭＳ ゴシック" panose="020B0609070205080204" pitchFamily="49" charset="-128"/>
              </a:rPr>
              <a:t>    if (Biểu thức điều kiện 2){</a:t>
            </a:r>
          </a:p>
          <a:p>
            <a:pPr lvl="1" algn="just"/>
            <a:r>
              <a:rPr lang="en-US" altLang="ja-JP" b="0">
                <a:ea typeface="ＭＳ ゴシック" panose="020B0609070205080204" pitchFamily="49" charset="-128"/>
              </a:rPr>
              <a:t>        </a:t>
            </a:r>
            <a:r>
              <a:rPr lang="en-US" altLang="ja-JP" b="0">
                <a:ea typeface="MS UI Gothic" panose="020B0600070205080204" pitchFamily="50" charset="-128"/>
              </a:rPr>
              <a:t>Xử lý trong trường hợp thỏa mãn cả hai biểu thức điều kiện 1, 2</a:t>
            </a:r>
          </a:p>
          <a:p>
            <a:pPr lvl="1" algn="just"/>
            <a:r>
              <a:rPr lang="en-US" altLang="ja-JP" b="0">
                <a:ea typeface="ＭＳ ゴシック" panose="020B0609070205080204" pitchFamily="49" charset="-128"/>
              </a:rPr>
              <a:t>    }</a:t>
            </a:r>
          </a:p>
          <a:p>
            <a:pPr lvl="1" algn="just"/>
            <a:r>
              <a:rPr lang="en-US" altLang="ja-JP" b="0">
                <a:ea typeface="ＭＳ ゴシック" panose="020B0609070205080204" pitchFamily="49" charset="-128"/>
              </a:rPr>
              <a:t>}</a:t>
            </a:r>
          </a:p>
        </p:txBody>
      </p:sp>
      <p:sp>
        <p:nvSpPr>
          <p:cNvPr id="718862" name="Text Box 14">
            <a:extLst>
              <a:ext uri="{FF2B5EF4-FFF2-40B4-BE49-F238E27FC236}">
                <a16:creationId xmlns:a16="http://schemas.microsoft.com/office/drawing/2014/main" id="{4D7B4CD0-9885-24A3-ADBF-F280D171277F}"/>
              </a:ext>
            </a:extLst>
          </p:cNvPr>
          <p:cNvSpPr txBox="1">
            <a:spLocks noChangeArrowheads="1"/>
          </p:cNvSpPr>
          <p:nvPr/>
        </p:nvSpPr>
        <p:spPr bwMode="auto">
          <a:xfrm>
            <a:off x="719138" y="8937625"/>
            <a:ext cx="5853112" cy="890588"/>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10240" tIns="20483" rIns="10240" bIns="10240" anchor="ct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19367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4788"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ＭＳ ゴシック" panose="020B0609070205080204" pitchFamily="49" charset="-128"/>
              </a:rPr>
              <a:t>if (Biểu thức điều kiện){</a:t>
            </a:r>
          </a:p>
          <a:p>
            <a:pPr lvl="1" algn="just"/>
            <a:r>
              <a:rPr lang="en-US" altLang="ja-JP" b="0">
                <a:ea typeface="ＭＳ ゴシック" panose="020B0609070205080204" pitchFamily="49" charset="-128"/>
              </a:rPr>
              <a:t>    </a:t>
            </a:r>
            <a:r>
              <a:rPr lang="en-US" altLang="ja-JP" b="0">
                <a:ea typeface="MS UI Gothic" panose="020B0600070205080204" pitchFamily="50" charset="-128"/>
              </a:rPr>
              <a:t>Xử lý trong trường hợp thỏa mãn biểu thức điều kiện	// Có thể viết câu lệnh </a:t>
            </a:r>
            <a:r>
              <a:rPr lang="en-US" altLang="ja-JP" b="0">
                <a:ea typeface="ＭＳ ゴシック" panose="020B0609070205080204" pitchFamily="49" charset="-128"/>
              </a:rPr>
              <a:t>if ở đây</a:t>
            </a:r>
            <a:endParaRPr lang="en-US" altLang="ja-JP" b="0">
              <a:ea typeface="MS UI Gothic" panose="020B0600070205080204" pitchFamily="50" charset="-128"/>
            </a:endParaRPr>
          </a:p>
          <a:p>
            <a:pPr lvl="1" algn="just"/>
            <a:r>
              <a:rPr lang="en-US" altLang="ja-JP" b="0">
                <a:ea typeface="ＭＳ ゴシック" panose="020B0609070205080204" pitchFamily="49" charset="-128"/>
              </a:rPr>
              <a:t>} else {</a:t>
            </a:r>
          </a:p>
          <a:p>
            <a:pPr lvl="1" algn="just"/>
            <a:r>
              <a:rPr lang="en-US" altLang="ja-JP" b="0">
                <a:ea typeface="ＭＳ ゴシック" panose="020B0609070205080204" pitchFamily="49" charset="-128"/>
              </a:rPr>
              <a:t>    </a:t>
            </a:r>
            <a:r>
              <a:rPr lang="en-US" altLang="ja-JP" b="0">
                <a:ea typeface="MS UI Gothic" panose="020B0600070205080204" pitchFamily="50" charset="-128"/>
              </a:rPr>
              <a:t>Xử lý trong trường hợp không thỏa mãn biểu thức điều kiện	// Có thể viết câu lệnh </a:t>
            </a:r>
            <a:r>
              <a:rPr lang="en-US" altLang="ja-JP" b="0">
                <a:ea typeface="ＭＳ ゴシック" panose="020B0609070205080204" pitchFamily="49" charset="-128"/>
              </a:rPr>
              <a:t>if</a:t>
            </a:r>
            <a:endParaRPr lang="en-US" altLang="ja-JP" b="0">
              <a:ea typeface="MS UI Gothic" panose="020B0600070205080204" pitchFamily="50" charset="-128"/>
            </a:endParaRPr>
          </a:p>
          <a:p>
            <a:pPr lvl="1" algn="just"/>
            <a:r>
              <a:rPr lang="en-US" altLang="ja-JP" b="0">
                <a:ea typeface="ＭＳ ゴシック" panose="020B0609070205080204" pitchFamily="49" charset="-128"/>
              </a:rPr>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4690" name="Rectangle 2">
            <a:extLst>
              <a:ext uri="{FF2B5EF4-FFF2-40B4-BE49-F238E27FC236}">
                <a16:creationId xmlns:a16="http://schemas.microsoft.com/office/drawing/2014/main" id="{BD214154-EF0A-16E2-E5E0-566589F826D5}"/>
              </a:ext>
            </a:extLst>
          </p:cNvPr>
          <p:cNvSpPr>
            <a:spLocks noGrp="1" noRot="1" noChangeAspect="1" noChangeArrowheads="1" noTextEdit="1"/>
          </p:cNvSpPr>
          <p:nvPr>
            <p:ph type="sldImg"/>
          </p:nvPr>
        </p:nvSpPr>
        <p:spPr>
          <a:xfrm>
            <a:off x="531813" y="835025"/>
            <a:ext cx="6024562" cy="4170363"/>
          </a:xfrm>
          <a:ln/>
        </p:spPr>
      </p:sp>
      <p:sp>
        <p:nvSpPr>
          <p:cNvPr id="754691" name="Rectangle 3">
            <a:extLst>
              <a:ext uri="{FF2B5EF4-FFF2-40B4-BE49-F238E27FC236}">
                <a16:creationId xmlns:a16="http://schemas.microsoft.com/office/drawing/2014/main" id="{F6E39E6A-0416-7244-579F-66A19D58FADA}"/>
              </a:ext>
            </a:extLst>
          </p:cNvPr>
          <p:cNvSpPr>
            <a:spLocks noGrp="1" noChangeArrowheads="1"/>
          </p:cNvSpPr>
          <p:nvPr>
            <p:ph type="body" idx="1"/>
          </p:nvPr>
        </p:nvSpPr>
        <p:spPr/>
        <p:txBody>
          <a:bodyPr/>
          <a:lstStyle/>
          <a:p>
            <a:pPr marL="0" indent="0"/>
            <a:r>
              <a:rPr lang="en-US" altLang="ja-JP"/>
              <a:t>●</a:t>
            </a:r>
            <a:r>
              <a:rPr lang="ja-JP" altLang="en-US"/>
              <a:t>　</a:t>
            </a:r>
            <a:r>
              <a:rPr lang="en-US" altLang="ja-JP"/>
              <a:t>Ví dụ</a:t>
            </a:r>
          </a:p>
        </p:txBody>
      </p:sp>
      <p:grpSp>
        <p:nvGrpSpPr>
          <p:cNvPr id="754711" name="Group 23">
            <a:extLst>
              <a:ext uri="{FF2B5EF4-FFF2-40B4-BE49-F238E27FC236}">
                <a16:creationId xmlns:a16="http://schemas.microsoft.com/office/drawing/2014/main" id="{04A1C745-3D2B-C020-EFC1-70ED894713EE}"/>
              </a:ext>
            </a:extLst>
          </p:cNvPr>
          <p:cNvGrpSpPr>
            <a:grpSpLocks/>
          </p:cNvGrpSpPr>
          <p:nvPr/>
        </p:nvGrpSpPr>
        <p:grpSpPr bwMode="auto">
          <a:xfrm>
            <a:off x="746125" y="5683250"/>
            <a:ext cx="5978525" cy="3238500"/>
            <a:chOff x="393" y="3386"/>
            <a:chExt cx="3631" cy="1990"/>
          </a:xfrm>
        </p:grpSpPr>
        <p:sp>
          <p:nvSpPr>
            <p:cNvPr id="754712" name="Rectangle 24">
              <a:extLst>
                <a:ext uri="{FF2B5EF4-FFF2-40B4-BE49-F238E27FC236}">
                  <a16:creationId xmlns:a16="http://schemas.microsoft.com/office/drawing/2014/main" id="{2E790B27-B653-D87F-030F-8182FA59B2F7}"/>
                </a:ext>
              </a:extLst>
            </p:cNvPr>
            <p:cNvSpPr>
              <a:spLocks noChangeArrowheads="1"/>
            </p:cNvSpPr>
            <p:nvPr/>
          </p:nvSpPr>
          <p:spPr bwMode="auto">
            <a:xfrm>
              <a:off x="393" y="3386"/>
              <a:ext cx="3631" cy="1990"/>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54713" name="AutoShape 25">
              <a:extLst>
                <a:ext uri="{FF2B5EF4-FFF2-40B4-BE49-F238E27FC236}">
                  <a16:creationId xmlns:a16="http://schemas.microsoft.com/office/drawing/2014/main" id="{B4E168DD-6D72-7843-7C03-1EDA1AF54347}"/>
                </a:ext>
              </a:extLst>
            </p:cNvPr>
            <p:cNvSpPr>
              <a:spLocks noChangeArrowheads="1"/>
            </p:cNvSpPr>
            <p:nvPr/>
          </p:nvSpPr>
          <p:spPr bwMode="auto">
            <a:xfrm>
              <a:off x="2204" y="3994"/>
              <a:ext cx="1760" cy="988"/>
            </a:xfrm>
            <a:prstGeom prst="flowChartProcess">
              <a:avLst/>
            </a:prstGeom>
            <a:noFill/>
            <a:ln w="19050" algn="ctr">
              <a:solidFill>
                <a:srgbClr val="3FB007"/>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endParaRPr lang="ja-JP" altLang="ja-JP">
                <a:latin typeface="MS UI Gothic" panose="020B0600070205080204" pitchFamily="50" charset="-128"/>
                <a:ea typeface="MS UI Gothic" panose="020B0600070205080204" pitchFamily="50" charset="-128"/>
              </a:endParaRPr>
            </a:p>
          </p:txBody>
        </p:sp>
        <p:sp>
          <p:nvSpPr>
            <p:cNvPr id="754714" name="AutoShape 26">
              <a:extLst>
                <a:ext uri="{FF2B5EF4-FFF2-40B4-BE49-F238E27FC236}">
                  <a16:creationId xmlns:a16="http://schemas.microsoft.com/office/drawing/2014/main" id="{717E55A1-0F75-90BB-EF7E-BAE5C5F07C07}"/>
                </a:ext>
              </a:extLst>
            </p:cNvPr>
            <p:cNvSpPr>
              <a:spLocks noChangeArrowheads="1"/>
            </p:cNvSpPr>
            <p:nvPr/>
          </p:nvSpPr>
          <p:spPr bwMode="auto">
            <a:xfrm>
              <a:off x="470" y="4001"/>
              <a:ext cx="1633" cy="987"/>
            </a:xfrm>
            <a:prstGeom prst="flowChartProcess">
              <a:avLst/>
            </a:prstGeom>
            <a:noFill/>
            <a:ln w="19050" algn="ctr">
              <a:solidFill>
                <a:srgbClr val="3FB007"/>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endParaRPr lang="ja-JP" altLang="ja-JP">
                <a:latin typeface="MS UI Gothic" panose="020B0600070205080204" pitchFamily="50" charset="-128"/>
                <a:ea typeface="MS UI Gothic" panose="020B0600070205080204" pitchFamily="50" charset="-128"/>
              </a:endParaRPr>
            </a:p>
          </p:txBody>
        </p:sp>
        <p:sp>
          <p:nvSpPr>
            <p:cNvPr id="754715" name="Line 27">
              <a:extLst>
                <a:ext uri="{FF2B5EF4-FFF2-40B4-BE49-F238E27FC236}">
                  <a16:creationId xmlns:a16="http://schemas.microsoft.com/office/drawing/2014/main" id="{1AC440FE-4EA3-F4A3-C40F-E46256AE77B6}"/>
                </a:ext>
              </a:extLst>
            </p:cNvPr>
            <p:cNvSpPr>
              <a:spLocks noChangeShapeType="1"/>
            </p:cNvSpPr>
            <p:nvPr/>
          </p:nvSpPr>
          <p:spPr bwMode="auto">
            <a:xfrm>
              <a:off x="903" y="3460"/>
              <a:ext cx="0" cy="182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4716" name="AutoShape 28">
              <a:extLst>
                <a:ext uri="{FF2B5EF4-FFF2-40B4-BE49-F238E27FC236}">
                  <a16:creationId xmlns:a16="http://schemas.microsoft.com/office/drawing/2014/main" id="{7BBDB3B1-64EC-EC4B-0193-230EB145CAF7}"/>
                </a:ext>
              </a:extLst>
            </p:cNvPr>
            <p:cNvSpPr>
              <a:spLocks noChangeArrowheads="1"/>
            </p:cNvSpPr>
            <p:nvPr/>
          </p:nvSpPr>
          <p:spPr bwMode="auto">
            <a:xfrm>
              <a:off x="528" y="4468"/>
              <a:ext cx="774" cy="274"/>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latin typeface="MS UI Gothic" panose="020B0600070205080204" pitchFamily="50" charset="-128"/>
                  <a:ea typeface="MS UI Gothic" panose="020B0600070205080204" pitchFamily="50" charset="-128"/>
                </a:rPr>
                <a:t>Hiển thị là </a:t>
              </a:r>
              <a:r>
                <a:rPr lang="ja-JP" altLang="en-US" b="0">
                  <a:latin typeface="MS UI Gothic" panose="020B0600070205080204" pitchFamily="50" charset="-128"/>
                  <a:ea typeface="MS UI Gothic" panose="020B0600070205080204" pitchFamily="50" charset="-128"/>
                </a:rPr>
                <a:t>「</a:t>
              </a:r>
              <a:r>
                <a:rPr lang="en-US" altLang="ja-JP" b="0">
                  <a:latin typeface="MS UI Gothic" panose="020B0600070205080204" pitchFamily="50" charset="-128"/>
                  <a:ea typeface="MS UI Gothic" panose="020B0600070205080204" pitchFamily="50" charset="-128"/>
                </a:rPr>
                <a:t>Cả x và y đều &gt; 0</a:t>
              </a:r>
              <a:r>
                <a:rPr lang="ja-JP" altLang="en-US" b="0">
                  <a:latin typeface="MS UI Gothic" panose="020B0600070205080204" pitchFamily="50" charset="-128"/>
                  <a:ea typeface="MS UI Gothic" panose="020B0600070205080204" pitchFamily="50" charset="-128"/>
                </a:rPr>
                <a:t>」</a:t>
              </a:r>
              <a:endParaRPr lang="ja-JP" altLang="en-US">
                <a:latin typeface="MS UI Gothic" panose="020B0600070205080204" pitchFamily="50" charset="-128"/>
                <a:ea typeface="MS UI Gothic" panose="020B0600070205080204" pitchFamily="50" charset="-128"/>
              </a:endParaRPr>
            </a:p>
          </p:txBody>
        </p:sp>
        <p:sp>
          <p:nvSpPr>
            <p:cNvPr id="754717" name="Line 29">
              <a:extLst>
                <a:ext uri="{FF2B5EF4-FFF2-40B4-BE49-F238E27FC236}">
                  <a16:creationId xmlns:a16="http://schemas.microsoft.com/office/drawing/2014/main" id="{26EE8714-FAAB-4F80-F252-324341818382}"/>
                </a:ext>
              </a:extLst>
            </p:cNvPr>
            <p:cNvSpPr>
              <a:spLocks noChangeShapeType="1"/>
            </p:cNvSpPr>
            <p:nvPr/>
          </p:nvSpPr>
          <p:spPr bwMode="auto">
            <a:xfrm>
              <a:off x="1215" y="4189"/>
              <a:ext cx="668"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4718" name="Line 30">
              <a:extLst>
                <a:ext uri="{FF2B5EF4-FFF2-40B4-BE49-F238E27FC236}">
                  <a16:creationId xmlns:a16="http://schemas.microsoft.com/office/drawing/2014/main" id="{5A7556ED-813A-5B4F-4F2E-6EB724A7187F}"/>
                </a:ext>
              </a:extLst>
            </p:cNvPr>
            <p:cNvSpPr>
              <a:spLocks noChangeShapeType="1"/>
            </p:cNvSpPr>
            <p:nvPr/>
          </p:nvSpPr>
          <p:spPr bwMode="auto">
            <a:xfrm>
              <a:off x="1879" y="4182"/>
              <a:ext cx="6" cy="74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4719" name="Line 31">
              <a:extLst>
                <a:ext uri="{FF2B5EF4-FFF2-40B4-BE49-F238E27FC236}">
                  <a16:creationId xmlns:a16="http://schemas.microsoft.com/office/drawing/2014/main" id="{3D027C18-819F-5394-EF5B-B70CCABBB75A}"/>
                </a:ext>
              </a:extLst>
            </p:cNvPr>
            <p:cNvSpPr>
              <a:spLocks noChangeShapeType="1"/>
            </p:cNvSpPr>
            <p:nvPr/>
          </p:nvSpPr>
          <p:spPr bwMode="auto">
            <a:xfrm>
              <a:off x="907" y="4919"/>
              <a:ext cx="975" cy="0"/>
            </a:xfrm>
            <a:prstGeom prst="line">
              <a:avLst/>
            </a:prstGeom>
            <a:noFill/>
            <a:ln w="1905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4720" name="Text Box 32">
              <a:extLst>
                <a:ext uri="{FF2B5EF4-FFF2-40B4-BE49-F238E27FC236}">
                  <a16:creationId xmlns:a16="http://schemas.microsoft.com/office/drawing/2014/main" id="{49E16DFA-A821-93A4-40DB-0C4FE35E4E0E}"/>
                </a:ext>
              </a:extLst>
            </p:cNvPr>
            <p:cNvSpPr txBox="1">
              <a:spLocks noChangeArrowheads="1"/>
            </p:cNvSpPr>
            <p:nvPr/>
          </p:nvSpPr>
          <p:spPr bwMode="auto">
            <a:xfrm>
              <a:off x="740" y="4322"/>
              <a:ext cx="262" cy="1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lnSpc>
                  <a:spcPct val="96000"/>
                </a:lnSpc>
              </a:pPr>
              <a:r>
                <a:rPr lang="en-US" altLang="ja-JP" b="0">
                  <a:latin typeface="MS UI Gothic" panose="020B0600070205080204" pitchFamily="50" charset="-128"/>
                  <a:ea typeface="MS UI Gothic" panose="020B0600070205080204" pitchFamily="50" charset="-128"/>
                </a:rPr>
                <a:t>true</a:t>
              </a:r>
              <a:endParaRPr lang="en-US" altLang="ja-JP">
                <a:latin typeface="MS UI Gothic" panose="020B0600070205080204" pitchFamily="50" charset="-128"/>
                <a:ea typeface="MS UI Gothic" panose="020B0600070205080204" pitchFamily="50" charset="-128"/>
              </a:endParaRPr>
            </a:p>
          </p:txBody>
        </p:sp>
        <p:sp>
          <p:nvSpPr>
            <p:cNvPr id="754721" name="Text Box 33">
              <a:extLst>
                <a:ext uri="{FF2B5EF4-FFF2-40B4-BE49-F238E27FC236}">
                  <a16:creationId xmlns:a16="http://schemas.microsoft.com/office/drawing/2014/main" id="{F144D79C-9689-35BB-46D5-33401A5FB999}"/>
                </a:ext>
              </a:extLst>
            </p:cNvPr>
            <p:cNvSpPr txBox="1">
              <a:spLocks noChangeArrowheads="1"/>
            </p:cNvSpPr>
            <p:nvPr/>
          </p:nvSpPr>
          <p:spPr bwMode="auto">
            <a:xfrm>
              <a:off x="1195" y="4031"/>
              <a:ext cx="262" cy="1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lnSpc>
                  <a:spcPct val="96000"/>
                </a:lnSpc>
              </a:pPr>
              <a:r>
                <a:rPr lang="en-US" altLang="ja-JP" b="0">
                  <a:latin typeface="MS UI Gothic" panose="020B0600070205080204" pitchFamily="50" charset="-128"/>
                  <a:ea typeface="MS UI Gothic" panose="020B0600070205080204" pitchFamily="50" charset="-128"/>
                </a:rPr>
                <a:t>false</a:t>
              </a:r>
              <a:endParaRPr lang="en-US" altLang="ja-JP">
                <a:latin typeface="MS UI Gothic" panose="020B0600070205080204" pitchFamily="50" charset="-128"/>
                <a:ea typeface="MS UI Gothic" panose="020B0600070205080204" pitchFamily="50" charset="-128"/>
              </a:endParaRPr>
            </a:p>
          </p:txBody>
        </p:sp>
        <p:sp>
          <p:nvSpPr>
            <p:cNvPr id="754722" name="AutoShape 34">
              <a:extLst>
                <a:ext uri="{FF2B5EF4-FFF2-40B4-BE49-F238E27FC236}">
                  <a16:creationId xmlns:a16="http://schemas.microsoft.com/office/drawing/2014/main" id="{D0D46670-28E8-4572-0BAE-A524A3429EC4}"/>
                </a:ext>
              </a:extLst>
            </p:cNvPr>
            <p:cNvSpPr>
              <a:spLocks noChangeArrowheads="1"/>
            </p:cNvSpPr>
            <p:nvPr/>
          </p:nvSpPr>
          <p:spPr bwMode="auto">
            <a:xfrm>
              <a:off x="595" y="3558"/>
              <a:ext cx="622" cy="276"/>
            </a:xfrm>
            <a:prstGeom prst="flowChartDecision">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ja-JP" altLang="en-US" b="0">
                  <a:latin typeface="MS UI Gothic" panose="020B0600070205080204" pitchFamily="50" charset="-128"/>
                  <a:ea typeface="MS UI Gothic" panose="020B0600070205080204" pitchFamily="50" charset="-128"/>
                </a:rPr>
                <a:t>ｘ </a:t>
              </a:r>
              <a:r>
                <a:rPr lang="en-US" altLang="ja-JP" b="0">
                  <a:latin typeface="MS UI Gothic" panose="020B0600070205080204" pitchFamily="50" charset="-128"/>
                  <a:ea typeface="MS UI Gothic" panose="020B0600070205080204" pitchFamily="50" charset="-128"/>
                </a:rPr>
                <a:t>&gt; 0</a:t>
              </a:r>
              <a:r>
                <a:rPr lang="ja-JP" altLang="en-US" b="0">
                  <a:latin typeface="MS UI Gothic" panose="020B0600070205080204" pitchFamily="50" charset="-128"/>
                  <a:ea typeface="MS UI Gothic" panose="020B0600070205080204" pitchFamily="50" charset="-128"/>
                </a:rPr>
                <a:t>？</a:t>
              </a:r>
              <a:endParaRPr lang="ja-JP" altLang="en-US">
                <a:latin typeface="MS UI Gothic" panose="020B0600070205080204" pitchFamily="50" charset="-128"/>
                <a:ea typeface="MS UI Gothic" panose="020B0600070205080204" pitchFamily="50" charset="-128"/>
              </a:endParaRPr>
            </a:p>
          </p:txBody>
        </p:sp>
        <p:sp>
          <p:nvSpPr>
            <p:cNvPr id="754723" name="Line 35">
              <a:extLst>
                <a:ext uri="{FF2B5EF4-FFF2-40B4-BE49-F238E27FC236}">
                  <a16:creationId xmlns:a16="http://schemas.microsoft.com/office/drawing/2014/main" id="{6F6E9A29-50AD-F915-F256-6AED5331A2AF}"/>
                </a:ext>
              </a:extLst>
            </p:cNvPr>
            <p:cNvSpPr>
              <a:spLocks noChangeShapeType="1"/>
            </p:cNvSpPr>
            <p:nvPr/>
          </p:nvSpPr>
          <p:spPr bwMode="auto">
            <a:xfrm>
              <a:off x="1216" y="3696"/>
              <a:ext cx="1448"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4724" name="Line 36">
              <a:extLst>
                <a:ext uri="{FF2B5EF4-FFF2-40B4-BE49-F238E27FC236}">
                  <a16:creationId xmlns:a16="http://schemas.microsoft.com/office/drawing/2014/main" id="{05B00026-2D63-7AC8-86F9-9AF6D78A072F}"/>
                </a:ext>
              </a:extLst>
            </p:cNvPr>
            <p:cNvSpPr>
              <a:spLocks noChangeShapeType="1"/>
            </p:cNvSpPr>
            <p:nvPr/>
          </p:nvSpPr>
          <p:spPr bwMode="auto">
            <a:xfrm>
              <a:off x="926" y="5143"/>
              <a:ext cx="1744" cy="0"/>
            </a:xfrm>
            <a:prstGeom prst="line">
              <a:avLst/>
            </a:prstGeom>
            <a:noFill/>
            <a:ln w="1905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4725" name="Text Box 37">
              <a:extLst>
                <a:ext uri="{FF2B5EF4-FFF2-40B4-BE49-F238E27FC236}">
                  <a16:creationId xmlns:a16="http://schemas.microsoft.com/office/drawing/2014/main" id="{3A8A40D7-DC98-A894-0517-B03F1E6F4372}"/>
                </a:ext>
              </a:extLst>
            </p:cNvPr>
            <p:cNvSpPr txBox="1">
              <a:spLocks noChangeArrowheads="1"/>
            </p:cNvSpPr>
            <p:nvPr/>
          </p:nvSpPr>
          <p:spPr bwMode="auto">
            <a:xfrm>
              <a:off x="740" y="3834"/>
              <a:ext cx="262" cy="1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lnSpc>
                  <a:spcPct val="96000"/>
                </a:lnSpc>
              </a:pPr>
              <a:r>
                <a:rPr lang="en-US" altLang="ja-JP" b="0">
                  <a:latin typeface="MS UI Gothic" panose="020B0600070205080204" pitchFamily="50" charset="-128"/>
                  <a:ea typeface="MS UI Gothic" panose="020B0600070205080204" pitchFamily="50" charset="-128"/>
                </a:rPr>
                <a:t>true</a:t>
              </a:r>
              <a:endParaRPr lang="en-US" altLang="ja-JP">
                <a:latin typeface="MS UI Gothic" panose="020B0600070205080204" pitchFamily="50" charset="-128"/>
                <a:ea typeface="MS UI Gothic" panose="020B0600070205080204" pitchFamily="50" charset="-128"/>
              </a:endParaRPr>
            </a:p>
          </p:txBody>
        </p:sp>
        <p:sp>
          <p:nvSpPr>
            <p:cNvPr id="754726" name="Text Box 38">
              <a:extLst>
                <a:ext uri="{FF2B5EF4-FFF2-40B4-BE49-F238E27FC236}">
                  <a16:creationId xmlns:a16="http://schemas.microsoft.com/office/drawing/2014/main" id="{2B1D4A25-F50D-B0D4-D389-7CB5879794E9}"/>
                </a:ext>
              </a:extLst>
            </p:cNvPr>
            <p:cNvSpPr txBox="1">
              <a:spLocks noChangeArrowheads="1"/>
            </p:cNvSpPr>
            <p:nvPr/>
          </p:nvSpPr>
          <p:spPr bwMode="auto">
            <a:xfrm>
              <a:off x="1206" y="3536"/>
              <a:ext cx="262" cy="1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lnSpc>
                  <a:spcPct val="96000"/>
                </a:lnSpc>
              </a:pPr>
              <a:r>
                <a:rPr lang="en-US" altLang="ja-JP" b="0">
                  <a:latin typeface="MS UI Gothic" panose="020B0600070205080204" pitchFamily="50" charset="-128"/>
                  <a:ea typeface="MS UI Gothic" panose="020B0600070205080204" pitchFamily="50" charset="-128"/>
                </a:rPr>
                <a:t>false</a:t>
              </a:r>
              <a:endParaRPr lang="en-US" altLang="ja-JP">
                <a:latin typeface="MS UI Gothic" panose="020B0600070205080204" pitchFamily="50" charset="-128"/>
                <a:ea typeface="MS UI Gothic" panose="020B0600070205080204" pitchFamily="50" charset="-128"/>
              </a:endParaRPr>
            </a:p>
          </p:txBody>
        </p:sp>
        <p:sp>
          <p:nvSpPr>
            <p:cNvPr id="754727" name="Line 39">
              <a:extLst>
                <a:ext uri="{FF2B5EF4-FFF2-40B4-BE49-F238E27FC236}">
                  <a16:creationId xmlns:a16="http://schemas.microsoft.com/office/drawing/2014/main" id="{AEC37B0A-4C54-4396-B964-F2D70B041EC2}"/>
                </a:ext>
              </a:extLst>
            </p:cNvPr>
            <p:cNvSpPr>
              <a:spLocks noChangeShapeType="1"/>
            </p:cNvSpPr>
            <p:nvPr/>
          </p:nvSpPr>
          <p:spPr bwMode="auto">
            <a:xfrm>
              <a:off x="2659" y="3693"/>
              <a:ext cx="7" cy="145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4728" name="Line 40">
              <a:extLst>
                <a:ext uri="{FF2B5EF4-FFF2-40B4-BE49-F238E27FC236}">
                  <a16:creationId xmlns:a16="http://schemas.microsoft.com/office/drawing/2014/main" id="{7F0177A0-C2FC-71EF-3B29-6F4AA08F8BA2}"/>
                </a:ext>
              </a:extLst>
            </p:cNvPr>
            <p:cNvSpPr>
              <a:spLocks noChangeShapeType="1"/>
            </p:cNvSpPr>
            <p:nvPr/>
          </p:nvSpPr>
          <p:spPr bwMode="auto">
            <a:xfrm>
              <a:off x="2960" y="4170"/>
              <a:ext cx="57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4729" name="Line 41">
              <a:extLst>
                <a:ext uri="{FF2B5EF4-FFF2-40B4-BE49-F238E27FC236}">
                  <a16:creationId xmlns:a16="http://schemas.microsoft.com/office/drawing/2014/main" id="{382299FC-9E94-3A35-8B69-0E8D19E024A1}"/>
                </a:ext>
              </a:extLst>
            </p:cNvPr>
            <p:cNvSpPr>
              <a:spLocks noChangeShapeType="1"/>
            </p:cNvSpPr>
            <p:nvPr/>
          </p:nvSpPr>
          <p:spPr bwMode="auto">
            <a:xfrm>
              <a:off x="3532" y="4164"/>
              <a:ext cx="7" cy="731"/>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4730" name="Line 42">
              <a:extLst>
                <a:ext uri="{FF2B5EF4-FFF2-40B4-BE49-F238E27FC236}">
                  <a16:creationId xmlns:a16="http://schemas.microsoft.com/office/drawing/2014/main" id="{63493F6B-53DF-1CE9-EC14-89B24AE732A7}"/>
                </a:ext>
              </a:extLst>
            </p:cNvPr>
            <p:cNvSpPr>
              <a:spLocks noChangeShapeType="1"/>
            </p:cNvSpPr>
            <p:nvPr/>
          </p:nvSpPr>
          <p:spPr bwMode="auto">
            <a:xfrm>
              <a:off x="2674" y="4890"/>
              <a:ext cx="868" cy="0"/>
            </a:xfrm>
            <a:prstGeom prst="line">
              <a:avLst/>
            </a:prstGeom>
            <a:noFill/>
            <a:ln w="1905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4731" name="Text Box 43">
              <a:extLst>
                <a:ext uri="{FF2B5EF4-FFF2-40B4-BE49-F238E27FC236}">
                  <a16:creationId xmlns:a16="http://schemas.microsoft.com/office/drawing/2014/main" id="{9B5D06F0-34F9-A290-8BA2-9A817A90BBFF}"/>
                </a:ext>
              </a:extLst>
            </p:cNvPr>
            <p:cNvSpPr txBox="1">
              <a:spLocks noChangeArrowheads="1"/>
            </p:cNvSpPr>
            <p:nvPr/>
          </p:nvSpPr>
          <p:spPr bwMode="auto">
            <a:xfrm>
              <a:off x="2478" y="4292"/>
              <a:ext cx="262" cy="1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lnSpc>
                  <a:spcPct val="96000"/>
                </a:lnSpc>
              </a:pPr>
              <a:r>
                <a:rPr lang="en-US" altLang="ja-JP" b="0">
                  <a:latin typeface="MS UI Gothic" panose="020B0600070205080204" pitchFamily="50" charset="-128"/>
                  <a:ea typeface="MS UI Gothic" panose="020B0600070205080204" pitchFamily="50" charset="-128"/>
                </a:rPr>
                <a:t>true</a:t>
              </a:r>
              <a:endParaRPr lang="en-US" altLang="ja-JP">
                <a:latin typeface="MS UI Gothic" panose="020B0600070205080204" pitchFamily="50" charset="-128"/>
                <a:ea typeface="MS UI Gothic" panose="020B0600070205080204" pitchFamily="50" charset="-128"/>
              </a:endParaRPr>
            </a:p>
          </p:txBody>
        </p:sp>
        <p:sp>
          <p:nvSpPr>
            <p:cNvPr id="754732" name="Text Box 44">
              <a:extLst>
                <a:ext uri="{FF2B5EF4-FFF2-40B4-BE49-F238E27FC236}">
                  <a16:creationId xmlns:a16="http://schemas.microsoft.com/office/drawing/2014/main" id="{B1FB20EC-17C3-30E2-5AC3-2A3FFF436235}"/>
                </a:ext>
              </a:extLst>
            </p:cNvPr>
            <p:cNvSpPr txBox="1">
              <a:spLocks noChangeArrowheads="1"/>
            </p:cNvSpPr>
            <p:nvPr/>
          </p:nvSpPr>
          <p:spPr bwMode="auto">
            <a:xfrm>
              <a:off x="2928" y="3994"/>
              <a:ext cx="262" cy="1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lnSpc>
                  <a:spcPct val="96000"/>
                </a:lnSpc>
              </a:pPr>
              <a:r>
                <a:rPr lang="en-US" altLang="ja-JP" b="0">
                  <a:latin typeface="MS UI Gothic" panose="020B0600070205080204" pitchFamily="50" charset="-128"/>
                  <a:ea typeface="MS UI Gothic" panose="020B0600070205080204" pitchFamily="50" charset="-128"/>
                </a:rPr>
                <a:t>false</a:t>
              </a:r>
              <a:endParaRPr lang="en-US" altLang="ja-JP">
                <a:latin typeface="MS UI Gothic" panose="020B0600070205080204" pitchFamily="50" charset="-128"/>
                <a:ea typeface="MS UI Gothic" panose="020B0600070205080204" pitchFamily="50" charset="-128"/>
              </a:endParaRPr>
            </a:p>
          </p:txBody>
        </p:sp>
        <p:sp>
          <p:nvSpPr>
            <p:cNvPr id="754733" name="AutoShape 45">
              <a:extLst>
                <a:ext uri="{FF2B5EF4-FFF2-40B4-BE49-F238E27FC236}">
                  <a16:creationId xmlns:a16="http://schemas.microsoft.com/office/drawing/2014/main" id="{7EF1F687-AD44-E39B-CD1F-0D48E84C986F}"/>
                </a:ext>
              </a:extLst>
            </p:cNvPr>
            <p:cNvSpPr>
              <a:spLocks noChangeArrowheads="1"/>
            </p:cNvSpPr>
            <p:nvPr/>
          </p:nvSpPr>
          <p:spPr bwMode="auto">
            <a:xfrm>
              <a:off x="593" y="4052"/>
              <a:ext cx="622" cy="276"/>
            </a:xfrm>
            <a:prstGeom prst="flowChartDecision">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en-US" altLang="ja-JP" b="0">
                  <a:latin typeface="MS UI Gothic" panose="020B0600070205080204" pitchFamily="50" charset="-128"/>
                  <a:ea typeface="MS UI Gothic" panose="020B0600070205080204" pitchFamily="50" charset="-128"/>
                </a:rPr>
                <a:t>y &gt; 0</a:t>
              </a:r>
              <a:r>
                <a:rPr lang="ja-JP" altLang="en-US" b="0">
                  <a:latin typeface="MS UI Gothic" panose="020B0600070205080204" pitchFamily="50" charset="-128"/>
                  <a:ea typeface="MS UI Gothic" panose="020B0600070205080204" pitchFamily="50" charset="-128"/>
                </a:rPr>
                <a:t>？</a:t>
              </a:r>
              <a:endParaRPr lang="ja-JP" altLang="en-US">
                <a:latin typeface="MS UI Gothic" panose="020B0600070205080204" pitchFamily="50" charset="-128"/>
                <a:ea typeface="MS UI Gothic" panose="020B0600070205080204" pitchFamily="50" charset="-128"/>
              </a:endParaRPr>
            </a:p>
          </p:txBody>
        </p:sp>
        <p:sp>
          <p:nvSpPr>
            <p:cNvPr id="754734" name="AutoShape 46">
              <a:extLst>
                <a:ext uri="{FF2B5EF4-FFF2-40B4-BE49-F238E27FC236}">
                  <a16:creationId xmlns:a16="http://schemas.microsoft.com/office/drawing/2014/main" id="{CDB57479-DDD1-8744-DCE1-8BB1F401973B}"/>
                </a:ext>
              </a:extLst>
            </p:cNvPr>
            <p:cNvSpPr>
              <a:spLocks noChangeArrowheads="1"/>
            </p:cNvSpPr>
            <p:nvPr/>
          </p:nvSpPr>
          <p:spPr bwMode="auto">
            <a:xfrm>
              <a:off x="1344" y="4468"/>
              <a:ext cx="717" cy="274"/>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latin typeface="MS UI Gothic" panose="020B0600070205080204" pitchFamily="50" charset="-128"/>
                  <a:ea typeface="MS UI Gothic" panose="020B0600070205080204" pitchFamily="50" charset="-128"/>
                </a:rPr>
                <a:t>Hiển thị là </a:t>
              </a:r>
              <a:r>
                <a:rPr lang="ja-JP" altLang="en-US" b="0">
                  <a:latin typeface="MS UI Gothic" panose="020B0600070205080204" pitchFamily="50" charset="-128"/>
                  <a:ea typeface="MS UI Gothic" panose="020B0600070205080204" pitchFamily="50" charset="-128"/>
                </a:rPr>
                <a:t>「</a:t>
              </a:r>
              <a:r>
                <a:rPr lang="en-US" altLang="ja-JP" b="0">
                  <a:latin typeface="MS UI Gothic" panose="020B0600070205080204" pitchFamily="50" charset="-128"/>
                  <a:ea typeface="MS UI Gothic" panose="020B0600070205080204" pitchFamily="50" charset="-128"/>
                </a:rPr>
                <a:t>x &gt; 0, </a:t>
              </a:r>
              <a:br>
                <a:rPr lang="en-US" altLang="ja-JP" b="0">
                  <a:latin typeface="MS UI Gothic" panose="020B0600070205080204" pitchFamily="50" charset="-128"/>
                  <a:ea typeface="MS UI Gothic" panose="020B0600070205080204" pitchFamily="50" charset="-128"/>
                </a:rPr>
              </a:br>
              <a:r>
                <a:rPr lang="en-US" altLang="ja-JP" b="0">
                  <a:latin typeface="MS UI Gothic" panose="020B0600070205080204" pitchFamily="50" charset="-128"/>
                  <a:ea typeface="MS UI Gothic" panose="020B0600070205080204" pitchFamily="50" charset="-128"/>
                </a:rPr>
                <a:t>y &lt;= 0</a:t>
              </a:r>
              <a:r>
                <a:rPr lang="ja-JP" altLang="en-US" b="0">
                  <a:latin typeface="MS UI Gothic" panose="020B0600070205080204" pitchFamily="50" charset="-128"/>
                  <a:ea typeface="MS UI Gothic" panose="020B0600070205080204" pitchFamily="50" charset="-128"/>
                </a:rPr>
                <a:t>」</a:t>
              </a:r>
              <a:endParaRPr lang="ja-JP" altLang="en-US">
                <a:latin typeface="MS UI Gothic" panose="020B0600070205080204" pitchFamily="50" charset="-128"/>
                <a:ea typeface="MS UI Gothic" panose="020B0600070205080204" pitchFamily="50" charset="-128"/>
              </a:endParaRPr>
            </a:p>
          </p:txBody>
        </p:sp>
        <p:sp>
          <p:nvSpPr>
            <p:cNvPr id="754735" name="AutoShape 47">
              <a:extLst>
                <a:ext uri="{FF2B5EF4-FFF2-40B4-BE49-F238E27FC236}">
                  <a16:creationId xmlns:a16="http://schemas.microsoft.com/office/drawing/2014/main" id="{42131192-6291-B443-3BA1-2A2CEA4728CB}"/>
                </a:ext>
              </a:extLst>
            </p:cNvPr>
            <p:cNvSpPr>
              <a:spLocks noChangeArrowheads="1"/>
            </p:cNvSpPr>
            <p:nvPr/>
          </p:nvSpPr>
          <p:spPr bwMode="auto">
            <a:xfrm>
              <a:off x="2348" y="4033"/>
              <a:ext cx="622" cy="276"/>
            </a:xfrm>
            <a:prstGeom prst="flowChartDecision">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en-US" altLang="ja-JP" b="0">
                  <a:latin typeface="MS UI Gothic" panose="020B0600070205080204" pitchFamily="50" charset="-128"/>
                  <a:ea typeface="MS UI Gothic" panose="020B0600070205080204" pitchFamily="50" charset="-128"/>
                </a:rPr>
                <a:t>y &gt; 0</a:t>
              </a:r>
              <a:r>
                <a:rPr lang="ja-JP" altLang="en-US" b="0">
                  <a:latin typeface="MS UI Gothic" panose="020B0600070205080204" pitchFamily="50" charset="-128"/>
                  <a:ea typeface="MS UI Gothic" panose="020B0600070205080204" pitchFamily="50" charset="-128"/>
                </a:rPr>
                <a:t>？</a:t>
              </a:r>
              <a:endParaRPr lang="ja-JP" altLang="en-US">
                <a:latin typeface="MS UI Gothic" panose="020B0600070205080204" pitchFamily="50" charset="-128"/>
                <a:ea typeface="MS UI Gothic" panose="020B0600070205080204" pitchFamily="50" charset="-128"/>
              </a:endParaRPr>
            </a:p>
          </p:txBody>
        </p:sp>
        <p:sp>
          <p:nvSpPr>
            <p:cNvPr id="754736" name="AutoShape 48">
              <a:extLst>
                <a:ext uri="{FF2B5EF4-FFF2-40B4-BE49-F238E27FC236}">
                  <a16:creationId xmlns:a16="http://schemas.microsoft.com/office/drawing/2014/main" id="{749AAE2F-2610-3FAC-7DCB-9F7E80E3433B}"/>
                </a:ext>
              </a:extLst>
            </p:cNvPr>
            <p:cNvSpPr>
              <a:spLocks noChangeArrowheads="1"/>
            </p:cNvSpPr>
            <p:nvPr/>
          </p:nvSpPr>
          <p:spPr bwMode="auto">
            <a:xfrm>
              <a:off x="2301" y="4456"/>
              <a:ext cx="749" cy="274"/>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latin typeface="MS UI Gothic" panose="020B0600070205080204" pitchFamily="50" charset="-128"/>
                  <a:ea typeface="MS UI Gothic" panose="020B0600070205080204" pitchFamily="50" charset="-128"/>
                </a:rPr>
                <a:t>Hiển thị là </a:t>
              </a:r>
              <a:r>
                <a:rPr lang="ja-JP" altLang="en-US" b="0">
                  <a:latin typeface="MS UI Gothic" panose="020B0600070205080204" pitchFamily="50" charset="-128"/>
                  <a:ea typeface="MS UI Gothic" panose="020B0600070205080204" pitchFamily="50" charset="-128"/>
                </a:rPr>
                <a:t>「</a:t>
              </a:r>
              <a:r>
                <a:rPr lang="en-US" altLang="ja-JP" b="0">
                  <a:latin typeface="MS UI Gothic" panose="020B0600070205080204" pitchFamily="50" charset="-128"/>
                  <a:ea typeface="MS UI Gothic" panose="020B0600070205080204" pitchFamily="50" charset="-128"/>
                </a:rPr>
                <a:t>x &lt;= 0, </a:t>
              </a:r>
              <a:br>
                <a:rPr lang="en-US" altLang="ja-JP" b="0">
                  <a:latin typeface="MS UI Gothic" panose="020B0600070205080204" pitchFamily="50" charset="-128"/>
                  <a:ea typeface="MS UI Gothic" panose="020B0600070205080204" pitchFamily="50" charset="-128"/>
                </a:rPr>
              </a:br>
              <a:r>
                <a:rPr lang="en-US" altLang="ja-JP" b="0">
                  <a:latin typeface="MS UI Gothic" panose="020B0600070205080204" pitchFamily="50" charset="-128"/>
                  <a:ea typeface="MS UI Gothic" panose="020B0600070205080204" pitchFamily="50" charset="-128"/>
                </a:rPr>
                <a:t>y &gt; 0</a:t>
              </a:r>
              <a:r>
                <a:rPr lang="ja-JP" altLang="en-US" b="0">
                  <a:latin typeface="MS UI Gothic" panose="020B0600070205080204" pitchFamily="50" charset="-128"/>
                  <a:ea typeface="MS UI Gothic" panose="020B0600070205080204" pitchFamily="50" charset="-128"/>
                </a:rPr>
                <a:t>」</a:t>
              </a:r>
              <a:endParaRPr lang="ja-JP" altLang="en-US">
                <a:latin typeface="MS UI Gothic" panose="020B0600070205080204" pitchFamily="50" charset="-128"/>
                <a:ea typeface="MS UI Gothic" panose="020B0600070205080204" pitchFamily="50" charset="-128"/>
              </a:endParaRPr>
            </a:p>
          </p:txBody>
        </p:sp>
        <p:sp>
          <p:nvSpPr>
            <p:cNvPr id="754737" name="AutoShape 49">
              <a:extLst>
                <a:ext uri="{FF2B5EF4-FFF2-40B4-BE49-F238E27FC236}">
                  <a16:creationId xmlns:a16="http://schemas.microsoft.com/office/drawing/2014/main" id="{245B04B7-F614-645D-E2AA-8BB0146F95B1}"/>
                </a:ext>
              </a:extLst>
            </p:cNvPr>
            <p:cNvSpPr>
              <a:spLocks noChangeArrowheads="1"/>
            </p:cNvSpPr>
            <p:nvPr/>
          </p:nvSpPr>
          <p:spPr bwMode="auto">
            <a:xfrm>
              <a:off x="3243" y="4462"/>
              <a:ext cx="649" cy="274"/>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latin typeface="MS UI Gothic" panose="020B0600070205080204" pitchFamily="50" charset="-128"/>
                  <a:ea typeface="MS UI Gothic" panose="020B0600070205080204" pitchFamily="50" charset="-128"/>
                </a:rPr>
                <a:t>Hiển thị là </a:t>
              </a:r>
              <a:r>
                <a:rPr lang="ja-JP" altLang="en-US" b="0">
                  <a:latin typeface="MS UI Gothic" panose="020B0600070205080204" pitchFamily="50" charset="-128"/>
                  <a:ea typeface="MS UI Gothic" panose="020B0600070205080204" pitchFamily="50" charset="-128"/>
                </a:rPr>
                <a:t>「</a:t>
              </a:r>
              <a:r>
                <a:rPr lang="en-US" altLang="ja-JP" b="0">
                  <a:latin typeface="MS UI Gothic" panose="020B0600070205080204" pitchFamily="50" charset="-128"/>
                  <a:ea typeface="MS UI Gothic" panose="020B0600070205080204" pitchFamily="50" charset="-128"/>
                </a:rPr>
                <a:t>cả x và y đều &lt;= 0</a:t>
              </a:r>
              <a:r>
                <a:rPr lang="ja-JP" altLang="en-US" b="0">
                  <a:latin typeface="MS UI Gothic" panose="020B0600070205080204" pitchFamily="50" charset="-128"/>
                  <a:ea typeface="MS UI Gothic" panose="020B0600070205080204" pitchFamily="50" charset="-128"/>
                </a:rPr>
                <a:t>」</a:t>
              </a:r>
              <a:endParaRPr lang="ja-JP" altLang="en-US">
                <a:latin typeface="MS UI Gothic" panose="020B0600070205080204" pitchFamily="50" charset="-128"/>
                <a:ea typeface="MS UI Gothic" panose="020B0600070205080204" pitchFamily="50" charset="-128"/>
              </a:endParaRPr>
            </a:p>
          </p:txBody>
        </p:sp>
      </p:gr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42" name="Rectangle 2">
            <a:extLst>
              <a:ext uri="{FF2B5EF4-FFF2-40B4-BE49-F238E27FC236}">
                <a16:creationId xmlns:a16="http://schemas.microsoft.com/office/drawing/2014/main" id="{EB6C29DE-C9C3-5AEB-3D63-31B3F5BC3126}"/>
              </a:ext>
            </a:extLst>
          </p:cNvPr>
          <p:cNvSpPr>
            <a:spLocks noGrp="1" noRot="1" noChangeAspect="1" noChangeArrowheads="1" noTextEdit="1"/>
          </p:cNvSpPr>
          <p:nvPr>
            <p:ph type="sldImg"/>
          </p:nvPr>
        </p:nvSpPr>
        <p:spPr>
          <a:ln/>
        </p:spPr>
      </p:sp>
      <p:sp>
        <p:nvSpPr>
          <p:cNvPr id="727043" name="Rectangle 3">
            <a:extLst>
              <a:ext uri="{FF2B5EF4-FFF2-40B4-BE49-F238E27FC236}">
                <a16:creationId xmlns:a16="http://schemas.microsoft.com/office/drawing/2014/main" id="{76B304AE-39A4-4A01-11DD-8A5FF143CFBF}"/>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Câu lệnh </a:t>
            </a:r>
            <a:r>
              <a:rPr lang="en-US" altLang="ja-JP">
                <a:latin typeface="Arial" panose="020B0604020202020204" pitchFamily="34" charset="0"/>
                <a:ea typeface="ＭＳ ゴシック" panose="020B0609070205080204" pitchFamily="49" charset="-128"/>
              </a:rPr>
              <a:t>switch</a:t>
            </a:r>
            <a:r>
              <a:rPr lang="en-US" altLang="ja-JP">
                <a:latin typeface="Arial" panose="020B0604020202020204" pitchFamily="34" charset="0"/>
              </a:rPr>
              <a:t> là:</a:t>
            </a:r>
          </a:p>
          <a:p>
            <a:pPr marL="0" indent="0"/>
            <a:r>
              <a:rPr lang="ja-JP" altLang="en-US">
                <a:latin typeface="Arial" panose="020B0604020202020204" pitchFamily="34" charset="0"/>
              </a:rPr>
              <a:t>　</a:t>
            </a:r>
            <a:r>
              <a:rPr lang="en-US" altLang="ja-JP">
                <a:latin typeface="Arial" panose="020B0604020202020204" pitchFamily="34" charset="0"/>
              </a:rPr>
              <a:t>Câu lệnh </a:t>
            </a:r>
            <a:r>
              <a:rPr lang="en-US" altLang="ja-JP">
                <a:latin typeface="Arial" panose="020B0604020202020204" pitchFamily="34" charset="0"/>
                <a:ea typeface="ＭＳ ゴシック" panose="020B0609070205080204" pitchFamily="49" charset="-128"/>
              </a:rPr>
              <a:t>switch sử dụng trong trường hợp phân nhánh chu trình xử lý thành nhiều nhánh tùy theo kết quả đánh giá của 1 biểu thức điều kiện.</a:t>
            </a:r>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Biểu thức điều kiện có thể chỉ định giá trị hoặc biểu thức muốn đánh giá, nhưng trường hợp có nhiều  thì sẽ sử dụng câu lệnh switch trong trường hợp muốn phân nhánh xử lý đối với</a:t>
            </a:r>
            <a:r>
              <a:rPr lang="ja-JP" altLang="en-US">
                <a:latin typeface="Arial" panose="020B0604020202020204" pitchFamily="34" charset="0"/>
              </a:rPr>
              <a:t>「</a:t>
            </a:r>
            <a:r>
              <a:rPr lang="en-US" altLang="ja-JP">
                <a:latin typeface="Arial" panose="020B0604020202020204" pitchFamily="34" charset="0"/>
              </a:rPr>
              <a:t>giá trị của một biến số nào đó</a:t>
            </a:r>
            <a:r>
              <a:rPr lang="ja-JP" altLang="en-US">
                <a:latin typeface="Arial" panose="020B0604020202020204" pitchFamily="34" charset="0"/>
              </a:rPr>
              <a:t>」</a:t>
            </a:r>
          </a:p>
          <a:p>
            <a:pPr marL="0" indent="0"/>
            <a:endParaRPr lang="en-US" altLang="ja-JP">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4994" name="Rectangle 2">
            <a:extLst>
              <a:ext uri="{FF2B5EF4-FFF2-40B4-BE49-F238E27FC236}">
                <a16:creationId xmlns:a16="http://schemas.microsoft.com/office/drawing/2014/main" id="{5BC80FE1-872A-610D-22F7-EE381A332E48}"/>
              </a:ext>
            </a:extLst>
          </p:cNvPr>
          <p:cNvSpPr>
            <a:spLocks noGrp="1" noRot="1" noChangeAspect="1" noChangeArrowheads="1" noTextEdit="1"/>
          </p:cNvSpPr>
          <p:nvPr>
            <p:ph type="sldImg"/>
          </p:nvPr>
        </p:nvSpPr>
        <p:spPr>
          <a:ln/>
        </p:spPr>
      </p:sp>
      <p:sp>
        <p:nvSpPr>
          <p:cNvPr id="724995" name="Rectangle 3">
            <a:extLst>
              <a:ext uri="{FF2B5EF4-FFF2-40B4-BE49-F238E27FC236}">
                <a16:creationId xmlns:a16="http://schemas.microsoft.com/office/drawing/2014/main" id="{8F43021D-4160-0073-3B31-F2709CADA2BF}"/>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Câu lệnh switch chứa câu lệnh </a:t>
            </a:r>
            <a:r>
              <a:rPr lang="en-US" altLang="ja-JP">
                <a:latin typeface="Arial" panose="020B0604020202020204" pitchFamily="34" charset="0"/>
                <a:ea typeface="ＭＳ ゴシック" panose="020B0609070205080204" pitchFamily="49" charset="-128"/>
              </a:rPr>
              <a:t>break</a:t>
            </a:r>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Trong câu lệnh </a:t>
            </a:r>
            <a:r>
              <a:rPr lang="en-US" altLang="ja-JP">
                <a:latin typeface="Arial" panose="020B0604020202020204" pitchFamily="34" charset="0"/>
                <a:ea typeface="ＭＳ ゴシック" panose="020B0609070205080204" pitchFamily="49" charset="-128"/>
              </a:rPr>
              <a:t>switch có thể phân nhánh xử lý ứng với giá trị kết quả đánh giá của biểu thức.</a:t>
            </a:r>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Thông thường sẽ sử dụng kết hợp với câu lệnh break.</a:t>
            </a:r>
          </a:p>
          <a:p>
            <a:pPr marL="0" indent="0"/>
            <a:r>
              <a:rPr lang="ja-JP" altLang="en-US">
                <a:latin typeface="Arial" panose="020B0604020202020204" pitchFamily="34" charset="0"/>
              </a:rPr>
              <a:t>　</a:t>
            </a:r>
            <a:r>
              <a:rPr lang="en-US" altLang="ja-JP">
                <a:latin typeface="Arial" panose="020B0604020202020204" pitchFamily="34" charset="0"/>
              </a:rPr>
              <a:t>Thực hiện xử lý </a:t>
            </a:r>
            <a:r>
              <a:rPr lang="ja-JP" altLang="en-US">
                <a:latin typeface="Arial" panose="020B0604020202020204" pitchFamily="34" charset="0"/>
              </a:rPr>
              <a:t>「</a:t>
            </a:r>
            <a:r>
              <a:rPr lang="en-US" altLang="ja-JP">
                <a:latin typeface="Arial" panose="020B0604020202020204" pitchFamily="34" charset="0"/>
                <a:ea typeface="ＭＳ ゴシック" panose="020B0609070205080204" pitchFamily="49" charset="-128"/>
              </a:rPr>
              <a:t>case</a:t>
            </a:r>
            <a:r>
              <a:rPr lang="en-US" altLang="ja-JP">
                <a:latin typeface="Arial" panose="020B0604020202020204" pitchFamily="34" charset="0"/>
              </a:rPr>
              <a:t> biểu thức hằng số </a:t>
            </a:r>
            <a:r>
              <a:rPr lang="en-US" altLang="ja-JP">
                <a:latin typeface="Arial" panose="020B0604020202020204" pitchFamily="34" charset="0"/>
                <a:ea typeface="ＭＳ ゴシック" panose="020B0609070205080204" pitchFamily="49" charset="-128"/>
              </a:rPr>
              <a:t>:</a:t>
            </a:r>
            <a:r>
              <a:rPr lang="ja-JP" altLang="en-US">
                <a:latin typeface="Arial" panose="020B0604020202020204" pitchFamily="34" charset="0"/>
                <a:ea typeface="ＭＳ ゴシック" panose="020B0609070205080204" pitchFamily="49" charset="-128"/>
              </a:rPr>
              <a:t>」 </a:t>
            </a:r>
            <a:r>
              <a:rPr lang="en-US" altLang="ja-JP">
                <a:latin typeface="Arial" panose="020B0604020202020204" pitchFamily="34" charset="0"/>
              </a:rPr>
              <a:t>dưới</a:t>
            </a:r>
            <a:r>
              <a:rPr lang="en-US" altLang="ja-JP">
                <a:latin typeface="Arial" panose="020B0604020202020204" pitchFamily="34" charset="0"/>
                <a:ea typeface="ＭＳ ゴシック" panose="020B0609070205080204" pitchFamily="49" charset="-128"/>
              </a:rPr>
              <a:t> đây thỏa mãn điều kiện.</a:t>
            </a:r>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Trường hợp chỉ thực hiện xử lý trong các </a:t>
            </a:r>
            <a:r>
              <a:rPr lang="en-US" altLang="ja-JP">
                <a:latin typeface="Arial" panose="020B0604020202020204" pitchFamily="34" charset="0"/>
                <a:ea typeface="ＭＳ ゴシック" panose="020B0609070205080204" pitchFamily="49" charset="-128"/>
              </a:rPr>
              <a:t>case thì sẽ để câu lệnh break ở cuối của các xử lý case.</a:t>
            </a:r>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【Tham khảo】</a:t>
            </a:r>
            <a:r>
              <a:rPr lang="ja-JP" altLang="en-US">
                <a:latin typeface="Arial" panose="020B0604020202020204" pitchFamily="34" charset="0"/>
              </a:rPr>
              <a:t>　</a:t>
            </a:r>
            <a:r>
              <a:rPr lang="en-US" altLang="ja-JP">
                <a:latin typeface="Arial" panose="020B0604020202020204" pitchFamily="34" charset="0"/>
              </a:rPr>
              <a:t>Biểu thức hằng số</a:t>
            </a:r>
            <a:r>
              <a:rPr lang="en-US" altLang="ja-JP">
                <a:latin typeface="Arial" panose="020B0604020202020204" pitchFamily="34" charset="0"/>
                <a:ea typeface="ＭＳ ゴシック" panose="020B0609070205080204" pitchFamily="49" charset="-128"/>
              </a:rPr>
              <a:t>:</a:t>
            </a:r>
          </a:p>
          <a:p>
            <a:pPr marL="0" indent="0"/>
            <a:r>
              <a:rPr lang="ja-JP" altLang="en-US">
                <a:latin typeface="Arial" panose="020B0604020202020204" pitchFamily="34" charset="0"/>
              </a:rPr>
              <a:t>　「：」</a:t>
            </a:r>
            <a:r>
              <a:rPr lang="en-US" altLang="ja-JP">
                <a:latin typeface="Arial" panose="020B0604020202020204" pitchFamily="34" charset="0"/>
              </a:rPr>
              <a:t>là ký hiệu dùng khi chỉ định label. Trường hợp có label trong câu thì sẽ chỉ định là</a:t>
            </a:r>
            <a:r>
              <a:rPr lang="ja-JP" altLang="en-US">
                <a:latin typeface="Arial" panose="020B0604020202020204" pitchFamily="34" charset="0"/>
              </a:rPr>
              <a:t>「</a:t>
            </a:r>
            <a:r>
              <a:rPr lang="en-US" altLang="ja-JP">
                <a:latin typeface="Arial" panose="020B0604020202020204" pitchFamily="34" charset="0"/>
              </a:rPr>
              <a:t>Label name</a:t>
            </a:r>
            <a:r>
              <a:rPr lang="en-US" altLang="ja-JP">
                <a:latin typeface="Arial" panose="020B0604020202020204" pitchFamily="34" charset="0"/>
                <a:ea typeface="ＭＳ ゴシック" panose="020B0609070205080204" pitchFamily="49" charset="-128"/>
              </a:rPr>
              <a:t>:</a:t>
            </a:r>
            <a:r>
              <a:rPr lang="ja-JP" altLang="en-US">
                <a:latin typeface="Arial" panose="020B0604020202020204" pitchFamily="34" charset="0"/>
              </a:rPr>
              <a:t>」</a:t>
            </a:r>
            <a:r>
              <a:rPr lang="en-US" altLang="ja-JP">
                <a:latin typeface="Arial" panose="020B0604020202020204" pitchFamily="34" charset="0"/>
              </a:rPr>
              <a:t>.</a:t>
            </a:r>
          </a:p>
          <a:p>
            <a:pPr marL="0" indent="0"/>
            <a:r>
              <a:rPr lang="ja-JP" altLang="en-US">
                <a:latin typeface="Arial" panose="020B0604020202020204" pitchFamily="34" charset="0"/>
              </a:rPr>
              <a:t>　</a:t>
            </a:r>
            <a:r>
              <a:rPr lang="en-US" altLang="ja-JP">
                <a:latin typeface="Arial" panose="020B0604020202020204" pitchFamily="34" charset="0"/>
              </a:rPr>
              <a:t>Label là dấu hiệu để chỉ định dòng của program.</a:t>
            </a: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Cú pháp cơ bản</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【Tham khảo】</a:t>
            </a:r>
            <a:r>
              <a:rPr lang="ja-JP" altLang="en-US">
                <a:latin typeface="Arial" panose="020B0604020202020204" pitchFamily="34" charset="0"/>
              </a:rPr>
              <a:t>「</a:t>
            </a:r>
            <a:r>
              <a:rPr lang="en-US" altLang="ja-JP">
                <a:latin typeface="Arial" panose="020B0604020202020204" pitchFamily="34" charset="0"/>
              </a:rPr>
              <a:t>Giá trị hoặc biểu thức muốn đánh giá</a:t>
            </a:r>
            <a:r>
              <a:rPr lang="ja-JP" altLang="en-US">
                <a:latin typeface="Arial" panose="020B0604020202020204" pitchFamily="34" charset="0"/>
              </a:rPr>
              <a:t>」</a:t>
            </a:r>
            <a:r>
              <a:rPr lang="en-US" altLang="ja-JP">
                <a:latin typeface="Arial" panose="020B0604020202020204" pitchFamily="34" charset="0"/>
              </a:rPr>
              <a:t>của câu lệnh </a:t>
            </a:r>
            <a:r>
              <a:rPr lang="en-US" altLang="ja-JP">
                <a:latin typeface="Arial" panose="020B0604020202020204" pitchFamily="34" charset="0"/>
                <a:ea typeface="ＭＳ ゴシック" panose="020B0609070205080204" pitchFamily="49" charset="-128"/>
              </a:rPr>
              <a:t>switch</a:t>
            </a:r>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Chỉ định data mà kiểu có thể convert ngầm thành kiểu int.</a:t>
            </a:r>
          </a:p>
          <a:p>
            <a:pPr marL="0" indent="0"/>
            <a:r>
              <a:rPr lang="ja-JP" altLang="en-US">
                <a:latin typeface="Arial" panose="020B0604020202020204" pitchFamily="34" charset="0"/>
              </a:rPr>
              <a:t>　</a:t>
            </a:r>
            <a:r>
              <a:rPr lang="en-US" altLang="ja-JP">
                <a:latin typeface="Arial" panose="020B0604020202020204" pitchFamily="34" charset="0"/>
              </a:rPr>
              <a:t>Về nguyên tắc sẽ là những data có kiểu là một trong các kiểu </a:t>
            </a:r>
            <a:r>
              <a:rPr lang="en-US" altLang="ja-JP">
                <a:latin typeface="Arial" panose="020B0604020202020204" pitchFamily="34" charset="0"/>
                <a:ea typeface="ＭＳ ゴシック" panose="020B0609070205080204" pitchFamily="49" charset="-128"/>
              </a:rPr>
              <a:t>byte, short, int, char.</a:t>
            </a:r>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Những data có kiểu khác sẽ bị compile error.</a:t>
            </a:r>
          </a:p>
          <a:p>
            <a:pPr marL="0" indent="0"/>
            <a:r>
              <a:rPr lang="ja-JP" altLang="en-US">
                <a:latin typeface="Arial" panose="020B0604020202020204" pitchFamily="34" charset="0"/>
              </a:rPr>
              <a:t>　</a:t>
            </a:r>
            <a:r>
              <a:rPr lang="en-US" altLang="ja-JP">
                <a:latin typeface="Arial" panose="020B0604020202020204" pitchFamily="34" charset="0"/>
              </a:rPr>
              <a:t>(Từ Java SE5.0 đã có thể sử dụng wrapper class của kiểu liệt kê và kiểu data cơ bản trên.</a:t>
            </a:r>
          </a:p>
          <a:p>
            <a:pPr marL="0" indent="0"/>
            <a:r>
              <a:rPr lang="ja-JP" altLang="en-US">
                <a:latin typeface="Arial" panose="020B0604020202020204" pitchFamily="34" charset="0"/>
              </a:rPr>
              <a:t>　　</a:t>
            </a:r>
            <a:r>
              <a:rPr lang="en-US" altLang="ja-JP">
                <a:latin typeface="Arial" panose="020B0604020202020204" pitchFamily="34" charset="0"/>
              </a:rPr>
              <a:t>Chi tiết hãy tham khảo tài liệu Java SE…) </a:t>
            </a:r>
          </a:p>
          <a:p>
            <a:pPr marL="0" indent="0"/>
            <a:endParaRPr lang="en-US" altLang="ja-JP">
              <a:latin typeface="Arial" panose="020B0604020202020204" pitchFamily="34" charset="0"/>
            </a:endParaRPr>
          </a:p>
        </p:txBody>
      </p:sp>
      <p:sp>
        <p:nvSpPr>
          <p:cNvPr id="724996" name="Text Box 4">
            <a:extLst>
              <a:ext uri="{FF2B5EF4-FFF2-40B4-BE49-F238E27FC236}">
                <a16:creationId xmlns:a16="http://schemas.microsoft.com/office/drawing/2014/main" id="{3CB6D353-030B-4C52-9685-383C2ED3E230}"/>
              </a:ext>
            </a:extLst>
          </p:cNvPr>
          <p:cNvSpPr txBox="1">
            <a:spLocks noChangeArrowheads="1"/>
          </p:cNvSpPr>
          <p:nvPr/>
        </p:nvSpPr>
        <p:spPr bwMode="auto">
          <a:xfrm>
            <a:off x="746125" y="7178675"/>
            <a:ext cx="5854700" cy="1758950"/>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10240" tIns="20483" rIns="10240" bIns="10240" anchor="ct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19367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4788"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ＭＳ ゴシック" panose="020B0609070205080204" pitchFamily="49" charset="-128"/>
              </a:rPr>
              <a:t>switch (Giá trị hoặc biểu thức muốn đánh giá) {</a:t>
            </a:r>
          </a:p>
          <a:p>
            <a:pPr lvl="1" algn="just"/>
            <a:r>
              <a:rPr lang="en-US" altLang="ja-JP" b="0">
                <a:ea typeface="ＭＳ ゴシック" panose="020B0609070205080204" pitchFamily="49" charset="-128"/>
              </a:rPr>
              <a:t>    case </a:t>
            </a:r>
            <a:r>
              <a:rPr lang="en-US" altLang="ja-JP" b="0">
                <a:ea typeface="MS UI Gothic" panose="020B0600070205080204" pitchFamily="50" charset="-128"/>
              </a:rPr>
              <a:t>Biểu thức hằng số 1</a:t>
            </a:r>
            <a:r>
              <a:rPr lang="en-US" altLang="ja-JP" b="0">
                <a:ea typeface="ＭＳ ゴシック" panose="020B0609070205080204" pitchFamily="49" charset="-128"/>
              </a:rPr>
              <a:t>:</a:t>
            </a:r>
          </a:p>
          <a:p>
            <a:pPr lvl="1" algn="just"/>
            <a:r>
              <a:rPr lang="en-US" altLang="ja-JP" b="0">
                <a:ea typeface="ＭＳ ゴシック" panose="020B0609070205080204" pitchFamily="49" charset="-128"/>
              </a:rPr>
              <a:t>        </a:t>
            </a:r>
            <a:r>
              <a:rPr lang="en-US" altLang="ja-JP" b="0">
                <a:ea typeface="MS UI Gothic" panose="020B0600070205080204" pitchFamily="50" charset="-128"/>
              </a:rPr>
              <a:t>Xử lý trong trường hợp giá trị hoặc biểu thức muốn đánh giá bằng biểu thức hằng số 1</a:t>
            </a:r>
          </a:p>
          <a:p>
            <a:pPr lvl="1" algn="just"/>
            <a:r>
              <a:rPr lang="en-US" altLang="ja-JP" b="0">
                <a:ea typeface="ＭＳ ゴシック" panose="020B0609070205080204" pitchFamily="49" charset="-128"/>
              </a:rPr>
              <a:t>        break;</a:t>
            </a:r>
          </a:p>
          <a:p>
            <a:pPr lvl="1" algn="just"/>
            <a:r>
              <a:rPr lang="en-US" altLang="ja-JP" b="0">
                <a:ea typeface="ＭＳ ゴシック" panose="020B0609070205080204" pitchFamily="49" charset="-128"/>
              </a:rPr>
              <a:t>	 </a:t>
            </a:r>
            <a:r>
              <a:rPr lang="ja-JP" altLang="en-US" b="0">
                <a:ea typeface="ＭＳ ゴシック" panose="020B0609070205080204" pitchFamily="49" charset="-128"/>
              </a:rPr>
              <a:t>：</a:t>
            </a:r>
          </a:p>
          <a:p>
            <a:pPr lvl="1" algn="just"/>
            <a:r>
              <a:rPr lang="ja-JP" altLang="en-US" b="0">
                <a:ea typeface="ＭＳ ゴシック" panose="020B0609070205080204" pitchFamily="49" charset="-128"/>
              </a:rPr>
              <a:t>    </a:t>
            </a:r>
            <a:r>
              <a:rPr lang="en-US" altLang="ja-JP" b="0">
                <a:ea typeface="ＭＳ ゴシック" panose="020B0609070205080204" pitchFamily="49" charset="-128"/>
              </a:rPr>
              <a:t>case </a:t>
            </a:r>
            <a:r>
              <a:rPr lang="en-US" altLang="ja-JP" b="0">
                <a:ea typeface="MS UI Gothic" panose="020B0600070205080204" pitchFamily="50" charset="-128"/>
              </a:rPr>
              <a:t>Biểu thức hằng số n:</a:t>
            </a:r>
            <a:endParaRPr lang="en-US" altLang="ja-JP" b="0">
              <a:ea typeface="ＭＳ ゴシック" panose="020B0609070205080204" pitchFamily="49" charset="-128"/>
            </a:endParaRPr>
          </a:p>
          <a:p>
            <a:pPr lvl="1" algn="just"/>
            <a:r>
              <a:rPr lang="en-US" altLang="ja-JP" b="0">
                <a:ea typeface="ＭＳ ゴシック" panose="020B0609070205080204" pitchFamily="49" charset="-128"/>
              </a:rPr>
              <a:t>        </a:t>
            </a:r>
            <a:r>
              <a:rPr lang="en-US" altLang="ja-JP" b="0">
                <a:ea typeface="MS UI Gothic" panose="020B0600070205080204" pitchFamily="50" charset="-128"/>
              </a:rPr>
              <a:t>Xử lý trong trường hợp giá trị hoặc biểu thức muốn đánh giá bằng biểu thức hằng số n</a:t>
            </a:r>
          </a:p>
          <a:p>
            <a:pPr lvl="1" algn="just"/>
            <a:r>
              <a:rPr lang="en-US" altLang="ja-JP" b="0">
                <a:ea typeface="ＭＳ ゴシック" panose="020B0609070205080204" pitchFamily="49" charset="-128"/>
              </a:rPr>
              <a:t>        break;</a:t>
            </a:r>
          </a:p>
          <a:p>
            <a:pPr lvl="1" algn="just"/>
            <a:r>
              <a:rPr lang="en-US" altLang="ja-JP" b="0">
                <a:ea typeface="ＭＳ ゴシック" panose="020B0609070205080204" pitchFamily="49" charset="-128"/>
              </a:rPr>
              <a:t>    default:</a:t>
            </a:r>
          </a:p>
          <a:p>
            <a:pPr lvl="1" algn="just"/>
            <a:r>
              <a:rPr lang="en-US" altLang="ja-JP" b="0">
                <a:ea typeface="ＭＳ ゴシック" panose="020B0609070205080204" pitchFamily="49" charset="-128"/>
              </a:rPr>
              <a:t>        </a:t>
            </a:r>
            <a:r>
              <a:rPr lang="en-US" altLang="ja-JP" b="0">
                <a:ea typeface="MS UI Gothic" panose="020B0600070205080204" pitchFamily="50" charset="-128"/>
              </a:rPr>
              <a:t>Xử lý trong trường hợp không khớp với toàn bộ case</a:t>
            </a:r>
          </a:p>
          <a:p>
            <a:pPr lvl="1" algn="just"/>
            <a:r>
              <a:rPr lang="en-US" altLang="ja-JP" b="0">
                <a:ea typeface="ＭＳ ゴシック" panose="020B0609070205080204" pitchFamily="49" charset="-128"/>
              </a:rPr>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1138" name="Rectangle 2">
            <a:extLst>
              <a:ext uri="{FF2B5EF4-FFF2-40B4-BE49-F238E27FC236}">
                <a16:creationId xmlns:a16="http://schemas.microsoft.com/office/drawing/2014/main" id="{10FEF062-82B4-1BC1-53F9-A0F495A431B7}"/>
              </a:ext>
            </a:extLst>
          </p:cNvPr>
          <p:cNvSpPr>
            <a:spLocks noGrp="1" noRot="1" noChangeAspect="1" noChangeArrowheads="1" noTextEdit="1"/>
          </p:cNvSpPr>
          <p:nvPr>
            <p:ph type="sldImg"/>
          </p:nvPr>
        </p:nvSpPr>
        <p:spPr>
          <a:ln/>
        </p:spPr>
      </p:sp>
      <p:sp>
        <p:nvSpPr>
          <p:cNvPr id="731139" name="Rectangle 3">
            <a:extLst>
              <a:ext uri="{FF2B5EF4-FFF2-40B4-BE49-F238E27FC236}">
                <a16:creationId xmlns:a16="http://schemas.microsoft.com/office/drawing/2014/main" id="{7774EED2-3109-E703-C58C-C47B8307C9E4}"/>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Câu lệnh </a:t>
            </a:r>
            <a:r>
              <a:rPr lang="en-US" altLang="ja-JP">
                <a:latin typeface="Arial" panose="020B0604020202020204" pitchFamily="34" charset="0"/>
                <a:ea typeface="ＭＳ ゴシック" panose="020B0609070205080204" pitchFamily="49" charset="-128"/>
              </a:rPr>
              <a:t>switch</a:t>
            </a:r>
            <a:r>
              <a:rPr lang="en-US" altLang="ja-JP">
                <a:latin typeface="Arial" panose="020B0604020202020204" pitchFamily="34" charset="0"/>
              </a:rPr>
              <a:t> không chứa câu lệnh </a:t>
            </a:r>
            <a:r>
              <a:rPr lang="en-US" altLang="ja-JP">
                <a:latin typeface="Arial" panose="020B0604020202020204" pitchFamily="34" charset="0"/>
                <a:ea typeface="ＭＳ ゴシック" panose="020B0609070205080204" pitchFamily="49" charset="-128"/>
              </a:rPr>
              <a:t>break</a:t>
            </a:r>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Trường hợp thỏa mãn điều kiện nào đó thì sẽ thực hiện cả xử lý của case phía sau đó vô điều kiện.</a:t>
            </a: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Cú pháp</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ja-JP" altLang="en-US">
                <a:latin typeface="Arial" panose="020B0604020202020204" pitchFamily="34" charset="0"/>
              </a:rPr>
              <a:t>　</a:t>
            </a:r>
          </a:p>
          <a:p>
            <a:pPr marL="0" indent="0"/>
            <a:endParaRPr lang="en-US" altLang="ja-JP">
              <a:latin typeface="Arial" panose="020B0604020202020204" pitchFamily="34" charset="0"/>
            </a:endParaRPr>
          </a:p>
        </p:txBody>
      </p:sp>
      <p:sp>
        <p:nvSpPr>
          <p:cNvPr id="731149" name="Text Box 13">
            <a:extLst>
              <a:ext uri="{FF2B5EF4-FFF2-40B4-BE49-F238E27FC236}">
                <a16:creationId xmlns:a16="http://schemas.microsoft.com/office/drawing/2014/main" id="{452884FB-C976-F0F5-6DA7-A4831AB1F2D7}"/>
              </a:ext>
            </a:extLst>
          </p:cNvPr>
          <p:cNvSpPr txBox="1">
            <a:spLocks noChangeArrowheads="1"/>
          </p:cNvSpPr>
          <p:nvPr/>
        </p:nvSpPr>
        <p:spPr bwMode="auto">
          <a:xfrm>
            <a:off x="746125" y="6064250"/>
            <a:ext cx="6010275" cy="1558925"/>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10238" tIns="20478" rIns="10238" bIns="10238" anchor="ct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19367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3200"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ＭＳ ゴシック" panose="020B0609070205080204" pitchFamily="49" charset="-128"/>
              </a:rPr>
              <a:t>switch (Giá trị hoặc biểu thức muốn đánh giá) {</a:t>
            </a:r>
          </a:p>
          <a:p>
            <a:pPr lvl="1" algn="just"/>
            <a:r>
              <a:rPr lang="en-US" altLang="ja-JP" b="0">
                <a:ea typeface="ＭＳ ゴシック" panose="020B0609070205080204" pitchFamily="49" charset="-128"/>
              </a:rPr>
              <a:t>    case </a:t>
            </a:r>
            <a:r>
              <a:rPr lang="en-US" altLang="ja-JP" b="0">
                <a:ea typeface="MS UI Gothic" panose="020B0600070205080204" pitchFamily="50" charset="-128"/>
              </a:rPr>
              <a:t>Biểu thức hằng số 1</a:t>
            </a:r>
            <a:r>
              <a:rPr lang="en-US" altLang="ja-JP" b="0">
                <a:ea typeface="ＭＳ ゴシック" panose="020B0609070205080204" pitchFamily="49" charset="-128"/>
              </a:rPr>
              <a:t>:</a:t>
            </a:r>
          </a:p>
          <a:p>
            <a:pPr lvl="1" algn="just"/>
            <a:r>
              <a:rPr lang="en-US" altLang="ja-JP" b="0">
                <a:ea typeface="ＭＳ ゴシック" panose="020B0609070205080204" pitchFamily="49" charset="-128"/>
              </a:rPr>
              <a:t>        </a:t>
            </a:r>
            <a:r>
              <a:rPr lang="en-US" altLang="ja-JP" b="0">
                <a:ea typeface="MS UI Gothic" panose="020B0600070205080204" pitchFamily="50" charset="-128"/>
              </a:rPr>
              <a:t>Xử lý trong trường hợp giá trị hoặc biểu thức muốn đánh giá bằng biểu thức hằng số 1</a:t>
            </a:r>
          </a:p>
          <a:p>
            <a:pPr lvl="1" algn="just"/>
            <a:r>
              <a:rPr lang="en-US" altLang="ja-JP" b="0">
                <a:ea typeface="ＭＳ ゴシック" panose="020B0609070205080204" pitchFamily="49" charset="-128"/>
              </a:rPr>
              <a:t>           </a:t>
            </a:r>
            <a:r>
              <a:rPr lang="ja-JP" altLang="en-US" b="0">
                <a:ea typeface="ＭＳ ゴシック" panose="020B0609070205080204" pitchFamily="49" charset="-128"/>
              </a:rPr>
              <a:t>：</a:t>
            </a:r>
          </a:p>
          <a:p>
            <a:pPr lvl="1" algn="just"/>
            <a:r>
              <a:rPr lang="ja-JP" altLang="en-US" b="0">
                <a:ea typeface="ＭＳ ゴシック" panose="020B0609070205080204" pitchFamily="49" charset="-128"/>
              </a:rPr>
              <a:t>    </a:t>
            </a:r>
            <a:r>
              <a:rPr lang="en-US" altLang="ja-JP" b="0">
                <a:ea typeface="ＭＳ ゴシック" panose="020B0609070205080204" pitchFamily="49" charset="-128"/>
              </a:rPr>
              <a:t>case </a:t>
            </a:r>
            <a:r>
              <a:rPr lang="en-US" altLang="ja-JP" b="0">
                <a:ea typeface="MS UI Gothic" panose="020B0600070205080204" pitchFamily="50" charset="-128"/>
              </a:rPr>
              <a:t>Biểu thức hằng số n:</a:t>
            </a:r>
            <a:endParaRPr lang="en-US" altLang="ja-JP" b="0">
              <a:ea typeface="ＭＳ ゴシック" panose="020B0609070205080204" pitchFamily="49" charset="-128"/>
            </a:endParaRPr>
          </a:p>
          <a:p>
            <a:pPr lvl="1" algn="just"/>
            <a:r>
              <a:rPr lang="en-US" altLang="ja-JP" b="0">
                <a:ea typeface="ＭＳ ゴシック" panose="020B0609070205080204" pitchFamily="49" charset="-128"/>
              </a:rPr>
              <a:t>        </a:t>
            </a:r>
            <a:r>
              <a:rPr lang="en-US" altLang="ja-JP" b="0">
                <a:ea typeface="MS UI Gothic" panose="020B0600070205080204" pitchFamily="50" charset="-128"/>
              </a:rPr>
              <a:t>Xử lý trong trường hợp giá trị hoặc biểu thức muốn đánh giá bằng biểu thức hằng số n</a:t>
            </a:r>
          </a:p>
          <a:p>
            <a:pPr lvl="1" algn="just"/>
            <a:r>
              <a:rPr lang="ja-JP" altLang="en-US" b="0">
                <a:ea typeface="ＭＳ ゴシック" panose="020B0609070205080204" pitchFamily="49" charset="-128"/>
              </a:rPr>
              <a:t>　　</a:t>
            </a:r>
            <a:r>
              <a:rPr lang="en-US" altLang="ja-JP" b="0">
                <a:ea typeface="ＭＳ ゴシック" panose="020B0609070205080204" pitchFamily="49" charset="-128"/>
              </a:rPr>
              <a:t>default:</a:t>
            </a:r>
          </a:p>
          <a:p>
            <a:pPr lvl="1" algn="just"/>
            <a:r>
              <a:rPr lang="en-US" altLang="ja-JP" b="0">
                <a:ea typeface="ＭＳ ゴシック" panose="020B0609070205080204" pitchFamily="49" charset="-128"/>
              </a:rPr>
              <a:t>        </a:t>
            </a:r>
            <a:r>
              <a:rPr lang="en-US" altLang="ja-JP" b="0">
                <a:ea typeface="MS UI Gothic" panose="020B0600070205080204" pitchFamily="50" charset="-128"/>
              </a:rPr>
              <a:t>Xử lý trong trường hợp không khớp với toàn bộ case</a:t>
            </a:r>
          </a:p>
          <a:p>
            <a:pPr lvl="1" algn="just"/>
            <a:r>
              <a:rPr lang="en-US" altLang="ja-JP" b="0">
                <a:ea typeface="ＭＳ ゴシック" panose="020B0609070205080204" pitchFamily="49" charset="-128"/>
              </a:rPr>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6738" name="Rectangle 2">
            <a:extLst>
              <a:ext uri="{FF2B5EF4-FFF2-40B4-BE49-F238E27FC236}">
                <a16:creationId xmlns:a16="http://schemas.microsoft.com/office/drawing/2014/main" id="{E0F58D44-3D46-A9E9-4E2A-57CD931B3716}"/>
              </a:ext>
            </a:extLst>
          </p:cNvPr>
          <p:cNvSpPr>
            <a:spLocks noGrp="1" noRot="1" noChangeAspect="1" noChangeArrowheads="1" noTextEdit="1"/>
          </p:cNvSpPr>
          <p:nvPr>
            <p:ph type="sldImg"/>
          </p:nvPr>
        </p:nvSpPr>
        <p:spPr>
          <a:ln/>
        </p:spPr>
      </p:sp>
      <p:sp>
        <p:nvSpPr>
          <p:cNvPr id="756739" name="Rectangle 3">
            <a:extLst>
              <a:ext uri="{FF2B5EF4-FFF2-40B4-BE49-F238E27FC236}">
                <a16:creationId xmlns:a16="http://schemas.microsoft.com/office/drawing/2014/main" id="{7F7DC385-4FE7-F1A7-7DFA-4724F955E9D0}"/>
              </a:ext>
            </a:extLst>
          </p:cNvPr>
          <p:cNvSpPr>
            <a:spLocks noGrp="1" noChangeArrowheads="1"/>
          </p:cNvSpPr>
          <p:nvPr>
            <p:ph type="body" idx="1"/>
          </p:nvPr>
        </p:nvSpPr>
        <p:spPr/>
        <p:txBody>
          <a:bodyPr/>
          <a:lstStyle/>
          <a:p>
            <a:pPr marL="0" indent="0"/>
            <a:r>
              <a:rPr lang="en-US" altLang="ja-JP">
                <a:latin typeface="Arial" panose="020B0604020202020204" pitchFamily="34" charset="0"/>
              </a:rPr>
              <a:t>【Chu trình xử lý của ví dụ trên không chỉ định câu lệnh </a:t>
            </a:r>
            <a:r>
              <a:rPr lang="en-US" altLang="ja-JP">
                <a:latin typeface="Arial" panose="020B0604020202020204" pitchFamily="34" charset="0"/>
                <a:ea typeface="ＭＳ ゴシック" panose="020B0609070205080204" pitchFamily="49" charset="-128"/>
              </a:rPr>
              <a:t>break</a:t>
            </a:r>
            <a:r>
              <a:rPr lang="en-US" altLang="ja-JP">
                <a:latin typeface="Arial" panose="020B0604020202020204" pitchFamily="34" charset="0"/>
              </a:rPr>
              <a:t>】</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p:txBody>
      </p:sp>
      <p:grpSp>
        <p:nvGrpSpPr>
          <p:cNvPr id="756740" name="Group 4">
            <a:extLst>
              <a:ext uri="{FF2B5EF4-FFF2-40B4-BE49-F238E27FC236}">
                <a16:creationId xmlns:a16="http://schemas.microsoft.com/office/drawing/2014/main" id="{A9AF9CDD-3D41-04AF-A85B-E3FEF708F587}"/>
              </a:ext>
            </a:extLst>
          </p:cNvPr>
          <p:cNvGrpSpPr>
            <a:grpSpLocks/>
          </p:cNvGrpSpPr>
          <p:nvPr/>
        </p:nvGrpSpPr>
        <p:grpSpPr bwMode="auto">
          <a:xfrm>
            <a:off x="555625" y="5575300"/>
            <a:ext cx="5853113" cy="3271838"/>
            <a:chOff x="464" y="1310"/>
            <a:chExt cx="3687" cy="2061"/>
          </a:xfrm>
        </p:grpSpPr>
        <p:sp>
          <p:nvSpPr>
            <p:cNvPr id="756741" name="Rectangle 5">
              <a:extLst>
                <a:ext uri="{FF2B5EF4-FFF2-40B4-BE49-F238E27FC236}">
                  <a16:creationId xmlns:a16="http://schemas.microsoft.com/office/drawing/2014/main" id="{98F56A63-51B9-273B-A364-25CEB7863D1B}"/>
                </a:ext>
              </a:extLst>
            </p:cNvPr>
            <p:cNvSpPr>
              <a:spLocks noChangeArrowheads="1"/>
            </p:cNvSpPr>
            <p:nvPr/>
          </p:nvSpPr>
          <p:spPr bwMode="auto">
            <a:xfrm>
              <a:off x="464" y="1310"/>
              <a:ext cx="3687" cy="2061"/>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grpSp>
          <p:nvGrpSpPr>
            <p:cNvPr id="756742" name="Group 6">
              <a:extLst>
                <a:ext uri="{FF2B5EF4-FFF2-40B4-BE49-F238E27FC236}">
                  <a16:creationId xmlns:a16="http://schemas.microsoft.com/office/drawing/2014/main" id="{9FFB8F10-799F-C1E9-484E-E7CB7D533B45}"/>
                </a:ext>
              </a:extLst>
            </p:cNvPr>
            <p:cNvGrpSpPr>
              <a:grpSpLocks/>
            </p:cNvGrpSpPr>
            <p:nvPr/>
          </p:nvGrpSpPr>
          <p:grpSpPr bwMode="auto">
            <a:xfrm>
              <a:off x="1301" y="1353"/>
              <a:ext cx="2045" cy="1981"/>
              <a:chOff x="876" y="3015"/>
              <a:chExt cx="1972" cy="1932"/>
            </a:xfrm>
          </p:grpSpPr>
          <p:sp>
            <p:nvSpPr>
              <p:cNvPr id="756743" name="Line 7">
                <a:extLst>
                  <a:ext uri="{FF2B5EF4-FFF2-40B4-BE49-F238E27FC236}">
                    <a16:creationId xmlns:a16="http://schemas.microsoft.com/office/drawing/2014/main" id="{AF1AB86A-BE5A-79C9-9073-2F21E62640AB}"/>
                  </a:ext>
                </a:extLst>
              </p:cNvPr>
              <p:cNvSpPr>
                <a:spLocks noChangeShapeType="1"/>
              </p:cNvSpPr>
              <p:nvPr/>
            </p:nvSpPr>
            <p:spPr bwMode="auto">
              <a:xfrm>
                <a:off x="1343" y="3015"/>
                <a:ext cx="0" cy="193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6744" name="AutoShape 8">
                <a:extLst>
                  <a:ext uri="{FF2B5EF4-FFF2-40B4-BE49-F238E27FC236}">
                    <a16:creationId xmlns:a16="http://schemas.microsoft.com/office/drawing/2014/main" id="{01E3D43D-9C52-0230-D2BC-374C8EF67B93}"/>
                  </a:ext>
                </a:extLst>
              </p:cNvPr>
              <p:cNvSpPr>
                <a:spLocks noChangeArrowheads="1"/>
              </p:cNvSpPr>
              <p:nvPr/>
            </p:nvSpPr>
            <p:spPr bwMode="auto">
              <a:xfrm>
                <a:off x="876" y="3171"/>
                <a:ext cx="929" cy="314"/>
              </a:xfrm>
              <a:prstGeom prst="flowChartDecision">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ja-JP" altLang="en-US" sz="1100" b="0"/>
                  <a:t>ｘ </a:t>
                </a:r>
                <a:r>
                  <a:rPr lang="en-US" altLang="ja-JP" sz="1100" b="0"/>
                  <a:t>là 1</a:t>
                </a:r>
                <a:r>
                  <a:rPr lang="ja-JP" altLang="en-US" sz="1100" b="0"/>
                  <a:t>？</a:t>
                </a:r>
                <a:endParaRPr lang="ja-JP" altLang="en-US">
                  <a:ea typeface="MS UI Gothic" panose="020B0600070205080204" pitchFamily="50" charset="-128"/>
                </a:endParaRPr>
              </a:p>
            </p:txBody>
          </p:sp>
          <p:sp>
            <p:nvSpPr>
              <p:cNvPr id="756745" name="Line 9">
                <a:extLst>
                  <a:ext uri="{FF2B5EF4-FFF2-40B4-BE49-F238E27FC236}">
                    <a16:creationId xmlns:a16="http://schemas.microsoft.com/office/drawing/2014/main" id="{96551F65-2129-C3A4-D026-E690ADB7D00A}"/>
                  </a:ext>
                </a:extLst>
              </p:cNvPr>
              <p:cNvSpPr>
                <a:spLocks noChangeShapeType="1"/>
              </p:cNvSpPr>
              <p:nvPr/>
            </p:nvSpPr>
            <p:spPr bwMode="auto">
              <a:xfrm>
                <a:off x="1791" y="3327"/>
                <a:ext cx="696"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6746" name="Line 10">
                <a:extLst>
                  <a:ext uri="{FF2B5EF4-FFF2-40B4-BE49-F238E27FC236}">
                    <a16:creationId xmlns:a16="http://schemas.microsoft.com/office/drawing/2014/main" id="{39E60672-2019-92FC-4B0C-067CF7B050C1}"/>
                  </a:ext>
                </a:extLst>
              </p:cNvPr>
              <p:cNvSpPr>
                <a:spLocks noChangeShapeType="1"/>
              </p:cNvSpPr>
              <p:nvPr/>
            </p:nvSpPr>
            <p:spPr bwMode="auto">
              <a:xfrm>
                <a:off x="2481" y="3322"/>
                <a:ext cx="7" cy="1101"/>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6747" name="Line 11">
                <a:extLst>
                  <a:ext uri="{FF2B5EF4-FFF2-40B4-BE49-F238E27FC236}">
                    <a16:creationId xmlns:a16="http://schemas.microsoft.com/office/drawing/2014/main" id="{9516A658-DF48-13BB-FC74-77D302CBA2E2}"/>
                  </a:ext>
                </a:extLst>
              </p:cNvPr>
              <p:cNvSpPr>
                <a:spLocks noChangeShapeType="1"/>
              </p:cNvSpPr>
              <p:nvPr/>
            </p:nvSpPr>
            <p:spPr bwMode="auto">
              <a:xfrm flipV="1">
                <a:off x="1349" y="4418"/>
                <a:ext cx="1146" cy="2"/>
              </a:xfrm>
              <a:prstGeom prst="line">
                <a:avLst/>
              </a:prstGeom>
              <a:noFill/>
              <a:ln w="1905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6748" name="Text Box 12">
                <a:extLst>
                  <a:ext uri="{FF2B5EF4-FFF2-40B4-BE49-F238E27FC236}">
                    <a16:creationId xmlns:a16="http://schemas.microsoft.com/office/drawing/2014/main" id="{2D0B20D5-930F-FA92-59A3-5399863480DD}"/>
                  </a:ext>
                </a:extLst>
              </p:cNvPr>
              <p:cNvSpPr txBox="1">
                <a:spLocks noChangeArrowheads="1"/>
              </p:cNvSpPr>
              <p:nvPr/>
            </p:nvSpPr>
            <p:spPr bwMode="auto">
              <a:xfrm>
                <a:off x="1795" y="3173"/>
                <a:ext cx="242" cy="1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lnSpc>
                    <a:spcPct val="96000"/>
                  </a:lnSpc>
                </a:pPr>
                <a:r>
                  <a:rPr lang="en-US" altLang="ja-JP" sz="1100" b="0"/>
                  <a:t>true</a:t>
                </a:r>
                <a:endParaRPr lang="en-US" altLang="ja-JP">
                  <a:ea typeface="MS UI Gothic" panose="020B0600070205080204" pitchFamily="50" charset="-128"/>
                </a:endParaRPr>
              </a:p>
            </p:txBody>
          </p:sp>
          <p:sp>
            <p:nvSpPr>
              <p:cNvPr id="756749" name="Text Box 13">
                <a:extLst>
                  <a:ext uri="{FF2B5EF4-FFF2-40B4-BE49-F238E27FC236}">
                    <a16:creationId xmlns:a16="http://schemas.microsoft.com/office/drawing/2014/main" id="{226A3851-A316-9DF3-9E49-D43B3DDD7190}"/>
                  </a:ext>
                </a:extLst>
              </p:cNvPr>
              <p:cNvSpPr txBox="1">
                <a:spLocks noChangeArrowheads="1"/>
              </p:cNvSpPr>
              <p:nvPr/>
            </p:nvSpPr>
            <p:spPr bwMode="auto">
              <a:xfrm>
                <a:off x="1392" y="3500"/>
                <a:ext cx="243" cy="1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lnSpc>
                    <a:spcPct val="96000"/>
                  </a:lnSpc>
                </a:pPr>
                <a:r>
                  <a:rPr lang="en-US" altLang="ja-JP" sz="1100" b="0"/>
                  <a:t>false</a:t>
                </a:r>
                <a:endParaRPr lang="en-US" altLang="ja-JP">
                  <a:ea typeface="MS UI Gothic" panose="020B0600070205080204" pitchFamily="50" charset="-128"/>
                </a:endParaRPr>
              </a:p>
            </p:txBody>
          </p:sp>
          <p:sp>
            <p:nvSpPr>
              <p:cNvPr id="756750" name="AutoShape 14">
                <a:extLst>
                  <a:ext uri="{FF2B5EF4-FFF2-40B4-BE49-F238E27FC236}">
                    <a16:creationId xmlns:a16="http://schemas.microsoft.com/office/drawing/2014/main" id="{C88883B6-DD1C-93EB-BB6B-18F77C6447AD}"/>
                  </a:ext>
                </a:extLst>
              </p:cNvPr>
              <p:cNvSpPr>
                <a:spLocks noChangeArrowheads="1"/>
              </p:cNvSpPr>
              <p:nvPr/>
            </p:nvSpPr>
            <p:spPr bwMode="auto">
              <a:xfrm>
                <a:off x="919" y="3713"/>
                <a:ext cx="857" cy="267"/>
              </a:xfrm>
              <a:prstGeom prst="flowChartDecision">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ja-JP" altLang="en-US" sz="1100" b="0"/>
                  <a:t>ｘ </a:t>
                </a:r>
                <a:r>
                  <a:rPr lang="en-US" altLang="ja-JP" sz="1100" b="0"/>
                  <a:t>là 2</a:t>
                </a:r>
                <a:r>
                  <a:rPr lang="ja-JP" altLang="en-US" sz="1100" b="0"/>
                  <a:t>？</a:t>
                </a:r>
                <a:endParaRPr lang="ja-JP" altLang="en-US">
                  <a:ea typeface="MS UI Gothic" panose="020B0600070205080204" pitchFamily="50" charset="-128"/>
                </a:endParaRPr>
              </a:p>
            </p:txBody>
          </p:sp>
          <p:sp>
            <p:nvSpPr>
              <p:cNvPr id="756751" name="AutoShape 15">
                <a:extLst>
                  <a:ext uri="{FF2B5EF4-FFF2-40B4-BE49-F238E27FC236}">
                    <a16:creationId xmlns:a16="http://schemas.microsoft.com/office/drawing/2014/main" id="{F5A9EF16-B36D-5C1D-7079-421BA5F4A92A}"/>
                  </a:ext>
                </a:extLst>
              </p:cNvPr>
              <p:cNvSpPr>
                <a:spLocks noChangeArrowheads="1"/>
              </p:cNvSpPr>
              <p:nvPr/>
            </p:nvSpPr>
            <p:spPr bwMode="auto">
              <a:xfrm>
                <a:off x="2110" y="4006"/>
                <a:ext cx="738" cy="205"/>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en-US" altLang="ja-JP" sz="1100" b="0"/>
                  <a:t>Hiển thị là </a:t>
                </a:r>
                <a:r>
                  <a:rPr lang="ja-JP" altLang="en-US" sz="1100" b="0"/>
                  <a:t>「</a:t>
                </a:r>
                <a:r>
                  <a:rPr lang="en-US" altLang="ja-JP" sz="1100" b="0"/>
                  <a:t>2</a:t>
                </a:r>
                <a:r>
                  <a:rPr lang="ja-JP" altLang="en-US" sz="1100" b="0"/>
                  <a:t>」</a:t>
                </a:r>
                <a:endParaRPr lang="ja-JP" altLang="en-US">
                  <a:ea typeface="MS UI Gothic" panose="020B0600070205080204" pitchFamily="50" charset="-128"/>
                </a:endParaRPr>
              </a:p>
            </p:txBody>
          </p:sp>
          <p:sp>
            <p:nvSpPr>
              <p:cNvPr id="756752" name="AutoShape 16">
                <a:extLst>
                  <a:ext uri="{FF2B5EF4-FFF2-40B4-BE49-F238E27FC236}">
                    <a16:creationId xmlns:a16="http://schemas.microsoft.com/office/drawing/2014/main" id="{FF1F3AB7-2641-E0FB-7218-67C4752E98DD}"/>
                  </a:ext>
                </a:extLst>
              </p:cNvPr>
              <p:cNvSpPr>
                <a:spLocks noChangeArrowheads="1"/>
              </p:cNvSpPr>
              <p:nvPr/>
            </p:nvSpPr>
            <p:spPr bwMode="auto">
              <a:xfrm>
                <a:off x="979" y="4539"/>
                <a:ext cx="738" cy="205"/>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en-US" altLang="ja-JP" sz="1100" b="0"/>
                  <a:t>Hiển thị là </a:t>
                </a:r>
                <a:r>
                  <a:rPr lang="ja-JP" altLang="en-US" sz="1100" b="0"/>
                  <a:t>「</a:t>
                </a:r>
                <a:r>
                  <a:rPr lang="en-US" altLang="ja-JP" sz="1100" b="0"/>
                  <a:t>khác 1, 2</a:t>
                </a:r>
                <a:r>
                  <a:rPr lang="ja-JP" altLang="en-US" sz="1100" b="0"/>
                  <a:t>」</a:t>
                </a:r>
                <a:endParaRPr lang="ja-JP" altLang="en-US">
                  <a:ea typeface="MS UI Gothic" panose="020B0600070205080204" pitchFamily="50" charset="-128"/>
                </a:endParaRPr>
              </a:p>
            </p:txBody>
          </p:sp>
          <p:sp>
            <p:nvSpPr>
              <p:cNvPr id="756753" name="Text Box 17">
                <a:extLst>
                  <a:ext uri="{FF2B5EF4-FFF2-40B4-BE49-F238E27FC236}">
                    <a16:creationId xmlns:a16="http://schemas.microsoft.com/office/drawing/2014/main" id="{634E3682-D2BF-492B-350F-B24B6C479B46}"/>
                  </a:ext>
                </a:extLst>
              </p:cNvPr>
              <p:cNvSpPr txBox="1">
                <a:spLocks noChangeArrowheads="1"/>
              </p:cNvSpPr>
              <p:nvPr/>
            </p:nvSpPr>
            <p:spPr bwMode="auto">
              <a:xfrm>
                <a:off x="1392" y="4025"/>
                <a:ext cx="243" cy="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lnSpc>
                    <a:spcPct val="96000"/>
                  </a:lnSpc>
                </a:pPr>
                <a:r>
                  <a:rPr lang="en-US" altLang="ja-JP" sz="1100" b="0"/>
                  <a:t>false</a:t>
                </a:r>
                <a:endParaRPr lang="en-US" altLang="ja-JP">
                  <a:ea typeface="MS UI Gothic" panose="020B0600070205080204" pitchFamily="50" charset="-128"/>
                </a:endParaRPr>
              </a:p>
            </p:txBody>
          </p:sp>
          <p:sp>
            <p:nvSpPr>
              <p:cNvPr id="756754" name="Text Box 18">
                <a:extLst>
                  <a:ext uri="{FF2B5EF4-FFF2-40B4-BE49-F238E27FC236}">
                    <a16:creationId xmlns:a16="http://schemas.microsoft.com/office/drawing/2014/main" id="{C4C5BD38-D214-2FB1-DA82-B2BED4383D49}"/>
                  </a:ext>
                </a:extLst>
              </p:cNvPr>
              <p:cNvSpPr txBox="1">
                <a:spLocks noChangeArrowheads="1"/>
              </p:cNvSpPr>
              <p:nvPr/>
            </p:nvSpPr>
            <p:spPr bwMode="auto">
              <a:xfrm>
                <a:off x="1792" y="3689"/>
                <a:ext cx="243" cy="1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lnSpc>
                    <a:spcPct val="96000"/>
                  </a:lnSpc>
                </a:pPr>
                <a:r>
                  <a:rPr lang="en-US" altLang="ja-JP" sz="1100" b="0"/>
                  <a:t>true</a:t>
                </a:r>
                <a:endParaRPr lang="en-US" altLang="ja-JP">
                  <a:ea typeface="MS UI Gothic" panose="020B0600070205080204" pitchFamily="50" charset="-128"/>
                </a:endParaRPr>
              </a:p>
            </p:txBody>
          </p:sp>
          <p:sp>
            <p:nvSpPr>
              <p:cNvPr id="756755" name="AutoShape 19">
                <a:extLst>
                  <a:ext uri="{FF2B5EF4-FFF2-40B4-BE49-F238E27FC236}">
                    <a16:creationId xmlns:a16="http://schemas.microsoft.com/office/drawing/2014/main" id="{3ECAD29A-6D04-1720-A687-9B4882EA2F2D}"/>
                  </a:ext>
                </a:extLst>
              </p:cNvPr>
              <p:cNvSpPr>
                <a:spLocks noChangeArrowheads="1"/>
              </p:cNvSpPr>
              <p:nvPr/>
            </p:nvSpPr>
            <p:spPr bwMode="auto">
              <a:xfrm>
                <a:off x="2107" y="3489"/>
                <a:ext cx="737" cy="205"/>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en-US" altLang="ja-JP" sz="1100" b="0"/>
                  <a:t>Hiển thị là </a:t>
                </a:r>
                <a:r>
                  <a:rPr lang="ja-JP" altLang="en-US" sz="1100" b="0"/>
                  <a:t>「</a:t>
                </a:r>
                <a:r>
                  <a:rPr lang="en-US" altLang="ja-JP" sz="1100" b="0"/>
                  <a:t>1</a:t>
                </a:r>
                <a:r>
                  <a:rPr lang="ja-JP" altLang="en-US" sz="1100" b="0"/>
                  <a:t>」</a:t>
                </a:r>
                <a:endParaRPr lang="ja-JP" altLang="en-US">
                  <a:ea typeface="MS UI Gothic" panose="020B0600070205080204" pitchFamily="50" charset="-128"/>
                </a:endParaRPr>
              </a:p>
            </p:txBody>
          </p:sp>
          <p:sp>
            <p:nvSpPr>
              <p:cNvPr id="756756" name="Line 20">
                <a:extLst>
                  <a:ext uri="{FF2B5EF4-FFF2-40B4-BE49-F238E27FC236}">
                    <a16:creationId xmlns:a16="http://schemas.microsoft.com/office/drawing/2014/main" id="{30516775-6ECE-29E2-02FB-8151869CB7AB}"/>
                  </a:ext>
                </a:extLst>
              </p:cNvPr>
              <p:cNvSpPr>
                <a:spLocks noChangeShapeType="1"/>
              </p:cNvSpPr>
              <p:nvPr/>
            </p:nvSpPr>
            <p:spPr bwMode="auto">
              <a:xfrm>
                <a:off x="1774" y="3847"/>
                <a:ext cx="703"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grpSp>
      </p:grpSp>
      <p:sp>
        <p:nvSpPr>
          <p:cNvPr id="756758" name="Text Box 22">
            <a:extLst>
              <a:ext uri="{FF2B5EF4-FFF2-40B4-BE49-F238E27FC236}">
                <a16:creationId xmlns:a16="http://schemas.microsoft.com/office/drawing/2014/main" id="{921567C2-D346-F639-92E0-9E195FFDA92A}"/>
              </a:ext>
            </a:extLst>
          </p:cNvPr>
          <p:cNvSpPr txBox="1">
            <a:spLocks noChangeArrowheads="1"/>
          </p:cNvSpPr>
          <p:nvPr/>
        </p:nvSpPr>
        <p:spPr bwMode="auto">
          <a:xfrm>
            <a:off x="538163" y="9075738"/>
            <a:ext cx="5913437" cy="884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79317" tIns="119988" rIns="379317" bIns="119988" anchor="ctr"/>
          <a:lstStyle>
            <a:lvl1pPr defTabSz="928688">
              <a:defRPr kumimoji="1">
                <a:solidFill>
                  <a:schemeClr val="tx1"/>
                </a:solidFill>
                <a:latin typeface="Arial" panose="020B0604020202020204" pitchFamily="34" charset="0"/>
                <a:ea typeface="ＭＳ Ｐゴシック" panose="020B0600070205080204" pitchFamily="50" charset="-128"/>
              </a:defRPr>
            </a:lvl1pPr>
            <a:lvl2pPr marL="492125" defTabSz="928688">
              <a:defRPr kumimoji="1">
                <a:solidFill>
                  <a:schemeClr val="tx1"/>
                </a:solidFill>
                <a:latin typeface="Arial" panose="020B0604020202020204" pitchFamily="34" charset="0"/>
                <a:ea typeface="ＭＳ Ｐゴシック" panose="020B0600070205080204" pitchFamily="50" charset="-128"/>
              </a:defRPr>
            </a:lvl2pPr>
            <a:lvl3pPr marL="982663" defTabSz="928688">
              <a:defRPr kumimoji="1">
                <a:solidFill>
                  <a:schemeClr val="tx1"/>
                </a:solidFill>
                <a:latin typeface="Arial" panose="020B0604020202020204" pitchFamily="34" charset="0"/>
                <a:ea typeface="ＭＳ Ｐゴシック" panose="020B0600070205080204" pitchFamily="50" charset="-128"/>
              </a:defRPr>
            </a:lvl3pPr>
            <a:lvl4pPr marL="1474788" defTabSz="928688">
              <a:defRPr kumimoji="1">
                <a:solidFill>
                  <a:schemeClr val="tx1"/>
                </a:solidFill>
                <a:latin typeface="Arial" panose="020B0604020202020204" pitchFamily="34" charset="0"/>
                <a:ea typeface="ＭＳ Ｐゴシック" panose="020B0600070205080204" pitchFamily="50" charset="-128"/>
              </a:defRPr>
            </a:lvl4pPr>
            <a:lvl5pPr marL="1966913" defTabSz="928688">
              <a:defRPr kumimoji="1">
                <a:solidFill>
                  <a:schemeClr val="tx1"/>
                </a:solidFill>
                <a:latin typeface="Arial" panose="020B0604020202020204" pitchFamily="34" charset="0"/>
                <a:ea typeface="ＭＳ Ｐゴシック" panose="020B0600070205080204" pitchFamily="50" charset="-128"/>
              </a:defRPr>
            </a:lvl5pPr>
            <a:lvl6pPr marL="24241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endParaRPr lang="en-US" altLang="ja-JP">
              <a:ea typeface="ＭＳ ゴシック" panose="020B0609070205080204" pitchFamily="49" charset="-128"/>
            </a:endParaRPr>
          </a:p>
          <a:p>
            <a:r>
              <a:rPr lang="en-US" altLang="ja-JP">
                <a:ea typeface="ＭＳ ゴシック" panose="020B0609070205080204" pitchFamily="49" charset="-128"/>
              </a:rPr>
              <a:t>Câu lệnh break</a:t>
            </a:r>
            <a:endParaRPr lang="en-US" altLang="ja-JP">
              <a:ea typeface="MS UI Gothic" panose="020B0600070205080204" pitchFamily="50" charset="-128"/>
            </a:endParaRPr>
          </a:p>
          <a:p>
            <a:pPr>
              <a:lnSpc>
                <a:spcPct val="50000"/>
              </a:lnSpc>
            </a:pPr>
            <a:r>
              <a:rPr lang="ja-JP" altLang="en-US" b="0">
                <a:ea typeface="MS UI Gothic" panose="020B0600070205080204" pitchFamily="50" charset="-128"/>
              </a:rPr>
              <a:t>　</a:t>
            </a:r>
          </a:p>
          <a:p>
            <a:r>
              <a:rPr lang="en-US" altLang="ja-JP" b="0">
                <a:ea typeface="ＭＳ ゴシック" panose="020B0609070205080204" pitchFamily="49" charset="-128"/>
              </a:rPr>
              <a:t>Cho dù không chỉ định câu lệnh break trong câu lệnh switch thì về mặt ngữ pháp cũng không phải là sai.</a:t>
            </a:r>
            <a:endParaRPr lang="en-US" altLang="ja-JP" b="0">
              <a:ea typeface="MS UI Gothic" panose="020B0600070205080204" pitchFamily="50" charset="-128"/>
            </a:endParaRPr>
          </a:p>
          <a:p>
            <a:r>
              <a:rPr lang="en-US" altLang="ja-JP" b="0">
                <a:ea typeface="MS UI Gothic" panose="020B0600070205080204" pitchFamily="50" charset="-128"/>
              </a:rPr>
              <a:t>Trường hợp không có lý do như muốn sử dụng xử lý sau khi phổ biến (common) thì đừng quên chỉ định câu lệnh break.</a:t>
            </a:r>
          </a:p>
        </p:txBody>
      </p:sp>
      <p:grpSp>
        <p:nvGrpSpPr>
          <p:cNvPr id="756759" name="Group 23">
            <a:extLst>
              <a:ext uri="{FF2B5EF4-FFF2-40B4-BE49-F238E27FC236}">
                <a16:creationId xmlns:a16="http://schemas.microsoft.com/office/drawing/2014/main" id="{3A1BF567-A06E-2C22-55BE-B8C88E295B1F}"/>
              </a:ext>
            </a:extLst>
          </p:cNvPr>
          <p:cNvGrpSpPr>
            <a:grpSpLocks/>
          </p:cNvGrpSpPr>
          <p:nvPr/>
        </p:nvGrpSpPr>
        <p:grpSpPr bwMode="auto">
          <a:xfrm>
            <a:off x="565150" y="8921750"/>
            <a:ext cx="5916613" cy="292100"/>
            <a:chOff x="351" y="1572"/>
            <a:chExt cx="4968" cy="224"/>
          </a:xfrm>
        </p:grpSpPr>
        <p:pic>
          <p:nvPicPr>
            <p:cNvPr id="756760" name="Picture 24">
              <a:extLst>
                <a:ext uri="{FF2B5EF4-FFF2-40B4-BE49-F238E27FC236}">
                  <a16:creationId xmlns:a16="http://schemas.microsoft.com/office/drawing/2014/main" id="{7C4F2CC0-8A13-A591-FD08-96CBDC424B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 y="1572"/>
              <a:ext cx="4968" cy="174"/>
            </a:xfrm>
            <a:prstGeom prst="rect">
              <a:avLst/>
            </a:prstGeom>
            <a:noFill/>
            <a:extLst>
              <a:ext uri="{909E8E84-426E-40DD-AFC4-6F175D3DCCD1}">
                <a14:hiddenFill xmlns:a14="http://schemas.microsoft.com/office/drawing/2010/main">
                  <a:solidFill>
                    <a:srgbClr val="FFFFFF"/>
                  </a:solidFill>
                </a14:hiddenFill>
              </a:ext>
            </a:extLst>
          </p:spPr>
        </p:pic>
        <p:sp>
          <p:nvSpPr>
            <p:cNvPr id="756761" name="Text Box 25">
              <a:extLst>
                <a:ext uri="{FF2B5EF4-FFF2-40B4-BE49-F238E27FC236}">
                  <a16:creationId xmlns:a16="http://schemas.microsoft.com/office/drawing/2014/main" id="{9FEFD148-85FE-7990-F561-1F99208C63DD}"/>
                </a:ext>
              </a:extLst>
            </p:cNvPr>
            <p:cNvSpPr txBox="1">
              <a:spLocks noChangeArrowheads="1"/>
            </p:cNvSpPr>
            <p:nvPr/>
          </p:nvSpPr>
          <p:spPr bwMode="auto">
            <a:xfrm>
              <a:off x="518" y="1591"/>
              <a:ext cx="453"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8314" tIns="49156" rIns="98314" bIns="49156">
              <a:spAutoFit/>
            </a:bodyPr>
            <a:lstStyle>
              <a:lvl1pPr defTabSz="928688">
                <a:defRPr kumimoji="1">
                  <a:solidFill>
                    <a:schemeClr val="tx1"/>
                  </a:solidFill>
                  <a:latin typeface="Arial" panose="020B0604020202020204" pitchFamily="34" charset="0"/>
                  <a:ea typeface="ＭＳ Ｐゴシック" panose="020B0600070205080204" pitchFamily="50" charset="-128"/>
                </a:defRPr>
              </a:lvl1pPr>
              <a:lvl2pPr marL="492125" defTabSz="928688">
                <a:defRPr kumimoji="1">
                  <a:solidFill>
                    <a:schemeClr val="tx1"/>
                  </a:solidFill>
                  <a:latin typeface="Arial" panose="020B0604020202020204" pitchFamily="34" charset="0"/>
                  <a:ea typeface="ＭＳ Ｐゴシック" panose="020B0600070205080204" pitchFamily="50" charset="-128"/>
                </a:defRPr>
              </a:lvl2pPr>
              <a:lvl3pPr marL="982663" defTabSz="928688">
                <a:defRPr kumimoji="1">
                  <a:solidFill>
                    <a:schemeClr val="tx1"/>
                  </a:solidFill>
                  <a:latin typeface="Arial" panose="020B0604020202020204" pitchFamily="34" charset="0"/>
                  <a:ea typeface="ＭＳ Ｐゴシック" panose="020B0600070205080204" pitchFamily="50" charset="-128"/>
                </a:defRPr>
              </a:lvl3pPr>
              <a:lvl4pPr marL="1474788" defTabSz="928688">
                <a:defRPr kumimoji="1">
                  <a:solidFill>
                    <a:schemeClr val="tx1"/>
                  </a:solidFill>
                  <a:latin typeface="Arial" panose="020B0604020202020204" pitchFamily="34" charset="0"/>
                  <a:ea typeface="ＭＳ Ｐゴシック" panose="020B0600070205080204" pitchFamily="50" charset="-128"/>
                </a:defRPr>
              </a:lvl4pPr>
              <a:lvl5pPr marL="1966913" defTabSz="928688">
                <a:defRPr kumimoji="1">
                  <a:solidFill>
                    <a:schemeClr val="tx1"/>
                  </a:solidFill>
                  <a:latin typeface="Arial" panose="020B0604020202020204" pitchFamily="34" charset="0"/>
                  <a:ea typeface="ＭＳ Ｐゴシック" panose="020B0600070205080204" pitchFamily="50" charset="-128"/>
                </a:defRPr>
              </a:lvl5pPr>
              <a:lvl6pPr marL="24241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sz="1100">
                  <a:solidFill>
                    <a:schemeClr val="bg1"/>
                  </a:solidFill>
                  <a:latin typeface="ＭＳ Ｐゴシック" panose="020B0600070205080204" pitchFamily="50" charset="-128"/>
                </a:rPr>
                <a:t>Chú ý</a:t>
              </a:r>
            </a:p>
          </p:txBody>
        </p:sp>
      </p:gr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82" name="Rectangle 2">
            <a:extLst>
              <a:ext uri="{FF2B5EF4-FFF2-40B4-BE49-F238E27FC236}">
                <a16:creationId xmlns:a16="http://schemas.microsoft.com/office/drawing/2014/main" id="{B90BB0ED-610C-CE0A-57CE-02E9AE826D4D}"/>
              </a:ext>
            </a:extLst>
          </p:cNvPr>
          <p:cNvSpPr>
            <a:spLocks noGrp="1" noRot="1" noChangeAspect="1" noChangeArrowheads="1" noTextEdit="1"/>
          </p:cNvSpPr>
          <p:nvPr>
            <p:ph type="sldImg"/>
          </p:nvPr>
        </p:nvSpPr>
        <p:spPr>
          <a:ln/>
        </p:spPr>
      </p:sp>
      <p:sp>
        <p:nvSpPr>
          <p:cNvPr id="737283" name="Rectangle 3">
            <a:extLst>
              <a:ext uri="{FF2B5EF4-FFF2-40B4-BE49-F238E27FC236}">
                <a16:creationId xmlns:a16="http://schemas.microsoft.com/office/drawing/2014/main" id="{6870D70B-FF93-25B2-08DB-3B0A4064A2DE}"/>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Điều kiện </a:t>
            </a:r>
            <a:r>
              <a:rPr lang="en-US" altLang="ja-JP">
                <a:latin typeface="Arial" panose="020B0604020202020204" pitchFamily="34" charset="0"/>
                <a:ea typeface="ＭＳ ゴシック" panose="020B0609070205080204" pitchFamily="49" charset="-128"/>
              </a:rPr>
              <a:t>OR và câu lệnh switch</a:t>
            </a:r>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Nếu chỉ định liên tục</a:t>
            </a:r>
            <a:r>
              <a:rPr lang="ja-JP" altLang="en-US">
                <a:latin typeface="Arial" panose="020B0604020202020204" pitchFamily="34" charset="0"/>
              </a:rPr>
              <a:t>「</a:t>
            </a:r>
            <a:r>
              <a:rPr lang="en-US" altLang="ja-JP">
                <a:latin typeface="Arial" panose="020B0604020202020204" pitchFamily="34" charset="0"/>
                <a:ea typeface="ＭＳ ゴシック" panose="020B0609070205080204" pitchFamily="49" charset="-128"/>
              </a:rPr>
              <a:t>case biểu thức hằng số:</a:t>
            </a:r>
            <a:r>
              <a:rPr lang="ja-JP" altLang="en-US">
                <a:latin typeface="Arial" panose="020B0604020202020204" pitchFamily="34" charset="0"/>
              </a:rPr>
              <a:t>」 </a:t>
            </a:r>
            <a:r>
              <a:rPr lang="en-US" altLang="ja-JP">
                <a:latin typeface="Arial" panose="020B0604020202020204" pitchFamily="34" charset="0"/>
              </a:rPr>
              <a:t>thì có thể biểu diễn điều kiện OR.</a:t>
            </a: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Cú pháp</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p:txBody>
      </p:sp>
      <p:sp>
        <p:nvSpPr>
          <p:cNvPr id="737292" name="Text Box 12">
            <a:extLst>
              <a:ext uri="{FF2B5EF4-FFF2-40B4-BE49-F238E27FC236}">
                <a16:creationId xmlns:a16="http://schemas.microsoft.com/office/drawing/2014/main" id="{AA09D236-82B4-10BF-FDFC-A8ABBA71964E}"/>
              </a:ext>
            </a:extLst>
          </p:cNvPr>
          <p:cNvSpPr txBox="1">
            <a:spLocks noChangeArrowheads="1"/>
          </p:cNvSpPr>
          <p:nvPr/>
        </p:nvSpPr>
        <p:spPr bwMode="auto">
          <a:xfrm>
            <a:off x="746125" y="6040438"/>
            <a:ext cx="6010275" cy="1208087"/>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10238" tIns="20478" rIns="10238" bIns="10238" anchor="ct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19367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3200"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ＭＳ ゴシック" panose="020B0609070205080204" pitchFamily="49" charset="-128"/>
              </a:rPr>
              <a:t>switch (Giá trị hoặc biểu thức muốn đánh giá) {</a:t>
            </a:r>
          </a:p>
          <a:p>
            <a:pPr lvl="1" algn="just"/>
            <a:r>
              <a:rPr lang="en-US" altLang="ja-JP" b="0">
                <a:ea typeface="ＭＳ ゴシック" panose="020B0609070205080204" pitchFamily="49" charset="-128"/>
              </a:rPr>
              <a:t>    case </a:t>
            </a:r>
            <a:r>
              <a:rPr lang="en-US" altLang="ja-JP" b="0">
                <a:ea typeface="MS UI Gothic" panose="020B0600070205080204" pitchFamily="50" charset="-128"/>
              </a:rPr>
              <a:t>Biểu thức hằng số 1</a:t>
            </a:r>
            <a:r>
              <a:rPr lang="en-US" altLang="ja-JP" b="0">
                <a:ea typeface="ＭＳ ゴシック" panose="020B0609070205080204" pitchFamily="49" charset="-128"/>
              </a:rPr>
              <a:t>:</a:t>
            </a:r>
          </a:p>
          <a:p>
            <a:pPr lvl="1" algn="just"/>
            <a:r>
              <a:rPr lang="ja-JP" altLang="en-US" b="0">
                <a:ea typeface="ＭＳ ゴシック" panose="020B0609070205080204" pitchFamily="49" charset="-128"/>
              </a:rPr>
              <a:t>　　</a:t>
            </a:r>
            <a:r>
              <a:rPr lang="en-US" altLang="ja-JP" b="0">
                <a:ea typeface="ＭＳ ゴシック" panose="020B0609070205080204" pitchFamily="49" charset="-128"/>
              </a:rPr>
              <a:t>case </a:t>
            </a:r>
            <a:r>
              <a:rPr lang="en-US" altLang="ja-JP" b="0">
                <a:ea typeface="MS UI Gothic" panose="020B0600070205080204" pitchFamily="50" charset="-128"/>
              </a:rPr>
              <a:t>Biểu thức hằng số 2:</a:t>
            </a:r>
            <a:endParaRPr lang="en-US" altLang="ja-JP" b="0">
              <a:ea typeface="ＭＳ ゴシック" panose="020B0609070205080204" pitchFamily="49" charset="-128"/>
            </a:endParaRPr>
          </a:p>
          <a:p>
            <a:pPr lvl="1" algn="just"/>
            <a:r>
              <a:rPr lang="ja-JP" altLang="en-US" b="0">
                <a:ea typeface="ＭＳ ゴシック" panose="020B0609070205080204" pitchFamily="49" charset="-128"/>
              </a:rPr>
              <a:t>　　　　：</a:t>
            </a:r>
          </a:p>
          <a:p>
            <a:pPr lvl="1" algn="just"/>
            <a:r>
              <a:rPr lang="ja-JP" altLang="en-US" b="0">
                <a:ea typeface="ＭＳ ゴシック" panose="020B0609070205080204" pitchFamily="49" charset="-128"/>
              </a:rPr>
              <a:t>    </a:t>
            </a:r>
            <a:r>
              <a:rPr lang="en-US" altLang="ja-JP" b="0">
                <a:ea typeface="ＭＳ ゴシック" panose="020B0609070205080204" pitchFamily="49" charset="-128"/>
              </a:rPr>
              <a:t>case </a:t>
            </a:r>
            <a:r>
              <a:rPr lang="en-US" altLang="ja-JP" b="0">
                <a:ea typeface="MS UI Gothic" panose="020B0600070205080204" pitchFamily="50" charset="-128"/>
              </a:rPr>
              <a:t>Biểu thức hằng số n:</a:t>
            </a:r>
            <a:endParaRPr lang="en-US" altLang="ja-JP" b="0">
              <a:ea typeface="ＭＳ ゴシック" panose="020B0609070205080204" pitchFamily="49" charset="-128"/>
            </a:endParaRPr>
          </a:p>
          <a:p>
            <a:pPr lvl="1" algn="just"/>
            <a:r>
              <a:rPr lang="en-US" altLang="ja-JP" b="0">
                <a:ea typeface="ＭＳ ゴシック" panose="020B0609070205080204" pitchFamily="49" charset="-128"/>
              </a:rPr>
              <a:t>        Trường hợp giá trị hoặc biểu thức muốn đánh giá bằng </a:t>
            </a:r>
            <a:r>
              <a:rPr lang="en-US" altLang="ja-JP" b="0">
                <a:ea typeface="MS UI Gothic" panose="020B0600070205080204" pitchFamily="50" charset="-128"/>
              </a:rPr>
              <a:t>biểu thức hằng số 1</a:t>
            </a:r>
            <a:r>
              <a:rPr lang="ja-JP" altLang="en-US" b="0">
                <a:ea typeface="MS UI Gothic" panose="020B0600070205080204" pitchFamily="50" charset="-128"/>
              </a:rPr>
              <a:t>、</a:t>
            </a:r>
            <a:r>
              <a:rPr lang="en-US" altLang="ja-JP" b="0">
                <a:ea typeface="MS UI Gothic" panose="020B0600070205080204" pitchFamily="50" charset="-128"/>
              </a:rPr>
              <a:t>2</a:t>
            </a:r>
            <a:r>
              <a:rPr lang="ja-JP" altLang="en-US" b="0">
                <a:ea typeface="MS UI Gothic" panose="020B0600070205080204" pitchFamily="50" charset="-128"/>
              </a:rPr>
              <a:t>、･･･</a:t>
            </a:r>
            <a:r>
              <a:rPr lang="en-US" altLang="ja-JP" b="0">
                <a:ea typeface="MS UI Gothic" panose="020B0600070205080204" pitchFamily="50" charset="-128"/>
              </a:rPr>
              <a:t>n</a:t>
            </a:r>
          </a:p>
          <a:p>
            <a:pPr lvl="1" algn="just"/>
            <a:r>
              <a:rPr lang="en-US" altLang="ja-JP" b="0">
                <a:ea typeface="ＭＳ ゴシック" panose="020B0609070205080204" pitchFamily="49" charset="-128"/>
              </a:rPr>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0834" name="Rectangle 2">
            <a:extLst>
              <a:ext uri="{FF2B5EF4-FFF2-40B4-BE49-F238E27FC236}">
                <a16:creationId xmlns:a16="http://schemas.microsoft.com/office/drawing/2014/main" id="{3D1CD6FF-7191-32EB-6FEF-2EDF7DD9A153}"/>
              </a:ext>
            </a:extLst>
          </p:cNvPr>
          <p:cNvSpPr>
            <a:spLocks noGrp="1" noRot="1" noChangeAspect="1" noChangeArrowheads="1" noTextEdit="1"/>
          </p:cNvSpPr>
          <p:nvPr>
            <p:ph type="sldImg"/>
          </p:nvPr>
        </p:nvSpPr>
        <p:spPr>
          <a:ln/>
        </p:spPr>
      </p:sp>
      <p:sp>
        <p:nvSpPr>
          <p:cNvPr id="760835" name="Rectangle 3">
            <a:extLst>
              <a:ext uri="{FF2B5EF4-FFF2-40B4-BE49-F238E27FC236}">
                <a16:creationId xmlns:a16="http://schemas.microsoft.com/office/drawing/2014/main" id="{CD8C2B56-14E0-BDB2-915C-1B7D5F43816B}"/>
              </a:ext>
            </a:extLst>
          </p:cNvPr>
          <p:cNvSpPr>
            <a:spLocks noGrp="1" noChangeArrowheads="1"/>
          </p:cNvSpPr>
          <p:nvPr>
            <p:ph type="body" idx="1"/>
          </p:nvPr>
        </p:nvSpPr>
        <p:spPr/>
        <p:txBody>
          <a:bodyPr/>
          <a:lstStyle/>
          <a:p>
            <a:pPr marL="0" indent="0"/>
            <a:r>
              <a:rPr lang="en-US" altLang="ja-JP">
                <a:latin typeface="Arial" panose="020B0604020202020204" pitchFamily="34" charset="0"/>
              </a:rPr>
              <a:t>【Chu trình xử lý của ví dụ trên sử dụng case label liên tục】</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p:txBody>
      </p:sp>
      <p:grpSp>
        <p:nvGrpSpPr>
          <p:cNvPr id="760884" name="Group 52">
            <a:extLst>
              <a:ext uri="{FF2B5EF4-FFF2-40B4-BE49-F238E27FC236}">
                <a16:creationId xmlns:a16="http://schemas.microsoft.com/office/drawing/2014/main" id="{E18C5E52-52A9-74EE-F9C8-1B7B596CFCB4}"/>
              </a:ext>
            </a:extLst>
          </p:cNvPr>
          <p:cNvGrpSpPr>
            <a:grpSpLocks/>
          </p:cNvGrpSpPr>
          <p:nvPr/>
        </p:nvGrpSpPr>
        <p:grpSpPr bwMode="auto">
          <a:xfrm>
            <a:off x="719138" y="5678488"/>
            <a:ext cx="5854700" cy="3808412"/>
            <a:chOff x="453" y="3577"/>
            <a:chExt cx="3688" cy="2399"/>
          </a:xfrm>
        </p:grpSpPr>
        <p:sp>
          <p:nvSpPr>
            <p:cNvPr id="760859" name="Rectangle 27">
              <a:extLst>
                <a:ext uri="{FF2B5EF4-FFF2-40B4-BE49-F238E27FC236}">
                  <a16:creationId xmlns:a16="http://schemas.microsoft.com/office/drawing/2014/main" id="{9A7F054C-4DA4-A634-0FAF-C931E1B81470}"/>
                </a:ext>
              </a:extLst>
            </p:cNvPr>
            <p:cNvSpPr>
              <a:spLocks noChangeArrowheads="1"/>
            </p:cNvSpPr>
            <p:nvPr/>
          </p:nvSpPr>
          <p:spPr bwMode="auto">
            <a:xfrm>
              <a:off x="453" y="3577"/>
              <a:ext cx="3688" cy="2399"/>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60861" name="Line 29">
              <a:extLst>
                <a:ext uri="{FF2B5EF4-FFF2-40B4-BE49-F238E27FC236}">
                  <a16:creationId xmlns:a16="http://schemas.microsoft.com/office/drawing/2014/main" id="{50159CDD-110D-FE88-002E-9493EE5BBD2D}"/>
                </a:ext>
              </a:extLst>
            </p:cNvPr>
            <p:cNvSpPr>
              <a:spLocks noChangeShapeType="1"/>
            </p:cNvSpPr>
            <p:nvPr/>
          </p:nvSpPr>
          <p:spPr bwMode="auto">
            <a:xfrm>
              <a:off x="1026" y="3663"/>
              <a:ext cx="0" cy="2227"/>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60862" name="AutoShape 30">
              <a:extLst>
                <a:ext uri="{FF2B5EF4-FFF2-40B4-BE49-F238E27FC236}">
                  <a16:creationId xmlns:a16="http://schemas.microsoft.com/office/drawing/2014/main" id="{67DD17F5-E15B-F2B7-A3BA-233209BC43BE}"/>
                </a:ext>
              </a:extLst>
            </p:cNvPr>
            <p:cNvSpPr>
              <a:spLocks noChangeArrowheads="1"/>
            </p:cNvSpPr>
            <p:nvPr/>
          </p:nvSpPr>
          <p:spPr bwMode="auto">
            <a:xfrm>
              <a:off x="538" y="3770"/>
              <a:ext cx="973" cy="352"/>
            </a:xfrm>
            <a:prstGeom prst="flowChartDecision">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ja-JP" altLang="en-US" sz="1100" b="0"/>
                <a:t>ｘ </a:t>
              </a:r>
              <a:r>
                <a:rPr lang="en-US" altLang="ja-JP" sz="1100" b="0"/>
                <a:t>là 1</a:t>
              </a:r>
              <a:r>
                <a:rPr lang="ja-JP" altLang="en-US" sz="1100" b="0"/>
                <a:t>？</a:t>
              </a:r>
              <a:endParaRPr lang="ja-JP" altLang="en-US">
                <a:ea typeface="MS UI Gothic" panose="020B0600070205080204" pitchFamily="50" charset="-128"/>
              </a:endParaRPr>
            </a:p>
          </p:txBody>
        </p:sp>
        <p:sp>
          <p:nvSpPr>
            <p:cNvPr id="760863" name="AutoShape 31">
              <a:extLst>
                <a:ext uri="{FF2B5EF4-FFF2-40B4-BE49-F238E27FC236}">
                  <a16:creationId xmlns:a16="http://schemas.microsoft.com/office/drawing/2014/main" id="{66AB6A02-0A80-C568-1156-D0190F0ACCF1}"/>
                </a:ext>
              </a:extLst>
            </p:cNvPr>
            <p:cNvSpPr>
              <a:spLocks noChangeArrowheads="1"/>
            </p:cNvSpPr>
            <p:nvPr/>
          </p:nvSpPr>
          <p:spPr bwMode="auto">
            <a:xfrm>
              <a:off x="658" y="4636"/>
              <a:ext cx="772" cy="294"/>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100" b="0"/>
                <a:t>Hiển thị là </a:t>
              </a:r>
              <a:r>
                <a:rPr lang="ja-JP" altLang="en-US" sz="1100" b="0"/>
                <a:t>「</a:t>
              </a:r>
              <a:r>
                <a:rPr lang="en-US" altLang="ja-JP" sz="1100" b="0"/>
                <a:t>Là 1 hoặc 2</a:t>
              </a:r>
              <a:r>
                <a:rPr lang="ja-JP" altLang="en-US" sz="1100" b="0"/>
                <a:t>」</a:t>
              </a:r>
              <a:endParaRPr lang="ja-JP" altLang="en-US">
                <a:ea typeface="MS UI Gothic" panose="020B0600070205080204" pitchFamily="50" charset="-128"/>
              </a:endParaRPr>
            </a:p>
          </p:txBody>
        </p:sp>
        <p:sp>
          <p:nvSpPr>
            <p:cNvPr id="760864" name="Line 32">
              <a:extLst>
                <a:ext uri="{FF2B5EF4-FFF2-40B4-BE49-F238E27FC236}">
                  <a16:creationId xmlns:a16="http://schemas.microsoft.com/office/drawing/2014/main" id="{B066E430-6FE8-31F9-944E-C860A5409D42}"/>
                </a:ext>
              </a:extLst>
            </p:cNvPr>
            <p:cNvSpPr>
              <a:spLocks noChangeShapeType="1"/>
            </p:cNvSpPr>
            <p:nvPr/>
          </p:nvSpPr>
          <p:spPr bwMode="auto">
            <a:xfrm>
              <a:off x="1505" y="3943"/>
              <a:ext cx="458"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60865" name="Line 33">
              <a:extLst>
                <a:ext uri="{FF2B5EF4-FFF2-40B4-BE49-F238E27FC236}">
                  <a16:creationId xmlns:a16="http://schemas.microsoft.com/office/drawing/2014/main" id="{A325A864-33F1-2318-18AC-1429D8EE30C8}"/>
                </a:ext>
              </a:extLst>
            </p:cNvPr>
            <p:cNvSpPr>
              <a:spLocks noChangeShapeType="1"/>
            </p:cNvSpPr>
            <p:nvPr/>
          </p:nvSpPr>
          <p:spPr bwMode="auto">
            <a:xfrm>
              <a:off x="1958" y="3942"/>
              <a:ext cx="0" cy="55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60866" name="Line 34">
              <a:extLst>
                <a:ext uri="{FF2B5EF4-FFF2-40B4-BE49-F238E27FC236}">
                  <a16:creationId xmlns:a16="http://schemas.microsoft.com/office/drawing/2014/main" id="{74C25288-6874-A02F-EB5D-9A0323939001}"/>
                </a:ext>
              </a:extLst>
            </p:cNvPr>
            <p:cNvSpPr>
              <a:spLocks noChangeShapeType="1"/>
            </p:cNvSpPr>
            <p:nvPr/>
          </p:nvSpPr>
          <p:spPr bwMode="auto">
            <a:xfrm>
              <a:off x="1044" y="4492"/>
              <a:ext cx="918" cy="0"/>
            </a:xfrm>
            <a:prstGeom prst="line">
              <a:avLst/>
            </a:prstGeom>
            <a:noFill/>
            <a:ln w="1905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60867" name="Text Box 35">
              <a:extLst>
                <a:ext uri="{FF2B5EF4-FFF2-40B4-BE49-F238E27FC236}">
                  <a16:creationId xmlns:a16="http://schemas.microsoft.com/office/drawing/2014/main" id="{EF0FDBE1-BFD6-36FF-6727-8116169CB756}"/>
                </a:ext>
              </a:extLst>
            </p:cNvPr>
            <p:cNvSpPr txBox="1">
              <a:spLocks noChangeArrowheads="1"/>
            </p:cNvSpPr>
            <p:nvPr/>
          </p:nvSpPr>
          <p:spPr bwMode="auto">
            <a:xfrm>
              <a:off x="1085" y="4127"/>
              <a:ext cx="255" cy="1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lnSpc>
                  <a:spcPct val="96000"/>
                </a:lnSpc>
              </a:pPr>
              <a:r>
                <a:rPr lang="en-US" altLang="ja-JP" sz="1100" b="0"/>
                <a:t>true</a:t>
              </a:r>
              <a:endParaRPr lang="en-US" altLang="ja-JP">
                <a:ea typeface="MS UI Gothic" panose="020B0600070205080204" pitchFamily="50" charset="-128"/>
              </a:endParaRPr>
            </a:p>
          </p:txBody>
        </p:sp>
        <p:sp>
          <p:nvSpPr>
            <p:cNvPr id="760868" name="Text Box 36">
              <a:extLst>
                <a:ext uri="{FF2B5EF4-FFF2-40B4-BE49-F238E27FC236}">
                  <a16:creationId xmlns:a16="http://schemas.microsoft.com/office/drawing/2014/main" id="{B579FB48-7E2F-30A2-1364-9F75F700AFA6}"/>
                </a:ext>
              </a:extLst>
            </p:cNvPr>
            <p:cNvSpPr txBox="1">
              <a:spLocks noChangeArrowheads="1"/>
            </p:cNvSpPr>
            <p:nvPr/>
          </p:nvSpPr>
          <p:spPr bwMode="auto">
            <a:xfrm>
              <a:off x="1454" y="3745"/>
              <a:ext cx="254" cy="1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lnSpc>
                  <a:spcPct val="96000"/>
                </a:lnSpc>
              </a:pPr>
              <a:r>
                <a:rPr lang="en-US" altLang="ja-JP" sz="1100" b="0"/>
                <a:t>false</a:t>
              </a:r>
              <a:endParaRPr lang="en-US" altLang="ja-JP">
                <a:ea typeface="MS UI Gothic" panose="020B0600070205080204" pitchFamily="50" charset="-128"/>
              </a:endParaRPr>
            </a:p>
          </p:txBody>
        </p:sp>
        <p:sp>
          <p:nvSpPr>
            <p:cNvPr id="760869" name="AutoShape 37">
              <a:extLst>
                <a:ext uri="{FF2B5EF4-FFF2-40B4-BE49-F238E27FC236}">
                  <a16:creationId xmlns:a16="http://schemas.microsoft.com/office/drawing/2014/main" id="{ABFC8BFF-57B0-C283-0D4B-D9ABFE5FE810}"/>
                </a:ext>
              </a:extLst>
            </p:cNvPr>
            <p:cNvSpPr>
              <a:spLocks noChangeArrowheads="1"/>
            </p:cNvSpPr>
            <p:nvPr/>
          </p:nvSpPr>
          <p:spPr bwMode="auto">
            <a:xfrm>
              <a:off x="1501" y="4035"/>
              <a:ext cx="898" cy="297"/>
            </a:xfrm>
            <a:prstGeom prst="flowChartDecision">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ja-JP" altLang="en-US" sz="1100" b="0"/>
                <a:t>ｘ </a:t>
              </a:r>
              <a:r>
                <a:rPr lang="en-US" altLang="ja-JP" sz="1100" b="0"/>
                <a:t>là 2</a:t>
              </a:r>
              <a:r>
                <a:rPr lang="ja-JP" altLang="en-US" sz="1100" b="0"/>
                <a:t>？</a:t>
              </a:r>
              <a:endParaRPr lang="ja-JP" altLang="en-US">
                <a:ea typeface="MS UI Gothic" panose="020B0600070205080204" pitchFamily="50" charset="-128"/>
              </a:endParaRPr>
            </a:p>
          </p:txBody>
        </p:sp>
        <p:sp>
          <p:nvSpPr>
            <p:cNvPr id="760871" name="Line 39">
              <a:extLst>
                <a:ext uri="{FF2B5EF4-FFF2-40B4-BE49-F238E27FC236}">
                  <a16:creationId xmlns:a16="http://schemas.microsoft.com/office/drawing/2014/main" id="{4324D2CF-7BB1-83DC-07AF-1FFEA8A562DF}"/>
                </a:ext>
              </a:extLst>
            </p:cNvPr>
            <p:cNvSpPr>
              <a:spLocks noChangeShapeType="1"/>
            </p:cNvSpPr>
            <p:nvPr/>
          </p:nvSpPr>
          <p:spPr bwMode="auto">
            <a:xfrm>
              <a:off x="2400" y="4183"/>
              <a:ext cx="457"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60872" name="Line 40">
              <a:extLst>
                <a:ext uri="{FF2B5EF4-FFF2-40B4-BE49-F238E27FC236}">
                  <a16:creationId xmlns:a16="http://schemas.microsoft.com/office/drawing/2014/main" id="{B3E9348C-0C25-6F29-5D56-163C60F2E99C}"/>
                </a:ext>
              </a:extLst>
            </p:cNvPr>
            <p:cNvSpPr>
              <a:spLocks noChangeShapeType="1"/>
            </p:cNvSpPr>
            <p:nvPr/>
          </p:nvSpPr>
          <p:spPr bwMode="auto">
            <a:xfrm>
              <a:off x="2852" y="4179"/>
              <a:ext cx="0" cy="11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60873" name="AutoShape 41">
              <a:extLst>
                <a:ext uri="{FF2B5EF4-FFF2-40B4-BE49-F238E27FC236}">
                  <a16:creationId xmlns:a16="http://schemas.microsoft.com/office/drawing/2014/main" id="{F94E3C68-C569-7E64-4977-D5717B0B819F}"/>
                </a:ext>
              </a:extLst>
            </p:cNvPr>
            <p:cNvSpPr>
              <a:spLocks noChangeArrowheads="1"/>
            </p:cNvSpPr>
            <p:nvPr/>
          </p:nvSpPr>
          <p:spPr bwMode="auto">
            <a:xfrm>
              <a:off x="2442" y="4758"/>
              <a:ext cx="790" cy="228"/>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100" b="0"/>
                <a:t>Hiển thị là </a:t>
              </a:r>
              <a:r>
                <a:rPr lang="ja-JP" altLang="en-US" sz="1100" b="0"/>
                <a:t>「</a:t>
              </a:r>
              <a:r>
                <a:rPr lang="en-US" altLang="ja-JP" sz="1100" b="0"/>
                <a:t>Là 3</a:t>
              </a:r>
              <a:r>
                <a:rPr lang="ja-JP" altLang="en-US" sz="1100" b="0"/>
                <a:t>」</a:t>
              </a:r>
              <a:endParaRPr lang="ja-JP" altLang="en-US">
                <a:ea typeface="MS UI Gothic" panose="020B0600070205080204" pitchFamily="50" charset="-128"/>
              </a:endParaRPr>
            </a:p>
          </p:txBody>
        </p:sp>
        <p:sp>
          <p:nvSpPr>
            <p:cNvPr id="760874" name="Line 42">
              <a:extLst>
                <a:ext uri="{FF2B5EF4-FFF2-40B4-BE49-F238E27FC236}">
                  <a16:creationId xmlns:a16="http://schemas.microsoft.com/office/drawing/2014/main" id="{394CC5A9-6CBB-B871-D756-2FF21E459A8C}"/>
                </a:ext>
              </a:extLst>
            </p:cNvPr>
            <p:cNvSpPr>
              <a:spLocks noChangeShapeType="1"/>
            </p:cNvSpPr>
            <p:nvPr/>
          </p:nvSpPr>
          <p:spPr bwMode="auto">
            <a:xfrm>
              <a:off x="1038" y="5327"/>
              <a:ext cx="1820" cy="0"/>
            </a:xfrm>
            <a:prstGeom prst="line">
              <a:avLst/>
            </a:prstGeom>
            <a:noFill/>
            <a:ln w="1905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60875" name="Text Box 43">
              <a:extLst>
                <a:ext uri="{FF2B5EF4-FFF2-40B4-BE49-F238E27FC236}">
                  <a16:creationId xmlns:a16="http://schemas.microsoft.com/office/drawing/2014/main" id="{6FBE8CB0-C4D6-259F-8611-658F084E1CF5}"/>
                </a:ext>
              </a:extLst>
            </p:cNvPr>
            <p:cNvSpPr txBox="1">
              <a:spLocks noChangeArrowheads="1"/>
            </p:cNvSpPr>
            <p:nvPr/>
          </p:nvSpPr>
          <p:spPr bwMode="auto">
            <a:xfrm>
              <a:off x="2430" y="4020"/>
              <a:ext cx="254" cy="1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lnSpc>
                  <a:spcPct val="96000"/>
                </a:lnSpc>
              </a:pPr>
              <a:r>
                <a:rPr lang="en-US" altLang="ja-JP" sz="1100" b="0"/>
                <a:t>false</a:t>
              </a:r>
              <a:endParaRPr lang="en-US" altLang="ja-JP">
                <a:ea typeface="MS UI Gothic" panose="020B0600070205080204" pitchFamily="50" charset="-128"/>
              </a:endParaRPr>
            </a:p>
          </p:txBody>
        </p:sp>
        <p:sp>
          <p:nvSpPr>
            <p:cNvPr id="760876" name="Text Box 44">
              <a:extLst>
                <a:ext uri="{FF2B5EF4-FFF2-40B4-BE49-F238E27FC236}">
                  <a16:creationId xmlns:a16="http://schemas.microsoft.com/office/drawing/2014/main" id="{B9A62C81-E1C4-0A68-31C4-F8ECA97290BC}"/>
                </a:ext>
              </a:extLst>
            </p:cNvPr>
            <p:cNvSpPr txBox="1">
              <a:spLocks noChangeArrowheads="1"/>
            </p:cNvSpPr>
            <p:nvPr/>
          </p:nvSpPr>
          <p:spPr bwMode="auto">
            <a:xfrm>
              <a:off x="1998" y="4304"/>
              <a:ext cx="254" cy="1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lnSpc>
                  <a:spcPct val="96000"/>
                </a:lnSpc>
              </a:pPr>
              <a:r>
                <a:rPr lang="en-US" altLang="ja-JP" sz="1100" b="0"/>
                <a:t>true</a:t>
              </a:r>
              <a:endParaRPr lang="en-US" altLang="ja-JP">
                <a:ea typeface="MS UI Gothic" panose="020B0600070205080204" pitchFamily="50" charset="-128"/>
              </a:endParaRPr>
            </a:p>
          </p:txBody>
        </p:sp>
        <p:sp>
          <p:nvSpPr>
            <p:cNvPr id="760877" name="AutoShape 45">
              <a:extLst>
                <a:ext uri="{FF2B5EF4-FFF2-40B4-BE49-F238E27FC236}">
                  <a16:creationId xmlns:a16="http://schemas.microsoft.com/office/drawing/2014/main" id="{C1550EB9-1212-17E7-D301-8A7779A804E1}"/>
                </a:ext>
              </a:extLst>
            </p:cNvPr>
            <p:cNvSpPr>
              <a:spLocks noChangeArrowheads="1"/>
            </p:cNvSpPr>
            <p:nvPr/>
          </p:nvSpPr>
          <p:spPr bwMode="auto">
            <a:xfrm>
              <a:off x="2399" y="4303"/>
              <a:ext cx="898" cy="297"/>
            </a:xfrm>
            <a:prstGeom prst="flowChartDecision">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ja-JP" altLang="en-US" sz="1100" b="0"/>
                <a:t>ｘ </a:t>
              </a:r>
              <a:r>
                <a:rPr lang="en-US" altLang="ja-JP" sz="1100" b="0"/>
                <a:t>là 3</a:t>
              </a:r>
              <a:r>
                <a:rPr lang="ja-JP" altLang="en-US" sz="1100" b="0"/>
                <a:t>？</a:t>
              </a:r>
              <a:endParaRPr lang="ja-JP" altLang="en-US">
                <a:ea typeface="MS UI Gothic" panose="020B0600070205080204" pitchFamily="50" charset="-128"/>
              </a:endParaRPr>
            </a:p>
          </p:txBody>
        </p:sp>
        <p:sp>
          <p:nvSpPr>
            <p:cNvPr id="760878" name="Text Box 46">
              <a:extLst>
                <a:ext uri="{FF2B5EF4-FFF2-40B4-BE49-F238E27FC236}">
                  <a16:creationId xmlns:a16="http://schemas.microsoft.com/office/drawing/2014/main" id="{2D86BD6A-BC69-E61B-BF66-3D4FDECD4CAD}"/>
                </a:ext>
              </a:extLst>
            </p:cNvPr>
            <p:cNvSpPr txBox="1">
              <a:spLocks noChangeArrowheads="1"/>
            </p:cNvSpPr>
            <p:nvPr/>
          </p:nvSpPr>
          <p:spPr bwMode="auto">
            <a:xfrm>
              <a:off x="3328" y="4288"/>
              <a:ext cx="254" cy="1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lnSpc>
                  <a:spcPct val="96000"/>
                </a:lnSpc>
              </a:pPr>
              <a:r>
                <a:rPr lang="en-US" altLang="ja-JP" sz="1100" b="0"/>
                <a:t>false</a:t>
              </a:r>
              <a:endParaRPr lang="en-US" altLang="ja-JP">
                <a:ea typeface="MS UI Gothic" panose="020B0600070205080204" pitchFamily="50" charset="-128"/>
              </a:endParaRPr>
            </a:p>
          </p:txBody>
        </p:sp>
        <p:sp>
          <p:nvSpPr>
            <p:cNvPr id="760879" name="Text Box 47">
              <a:extLst>
                <a:ext uri="{FF2B5EF4-FFF2-40B4-BE49-F238E27FC236}">
                  <a16:creationId xmlns:a16="http://schemas.microsoft.com/office/drawing/2014/main" id="{AA015528-3F8D-3834-C7BD-14958EE9CCBD}"/>
                </a:ext>
              </a:extLst>
            </p:cNvPr>
            <p:cNvSpPr txBox="1">
              <a:spLocks noChangeArrowheads="1"/>
            </p:cNvSpPr>
            <p:nvPr/>
          </p:nvSpPr>
          <p:spPr bwMode="auto">
            <a:xfrm>
              <a:off x="2896" y="4572"/>
              <a:ext cx="254" cy="1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lnSpc>
                  <a:spcPct val="96000"/>
                </a:lnSpc>
              </a:pPr>
              <a:r>
                <a:rPr lang="en-US" altLang="ja-JP" sz="1100" b="0"/>
                <a:t>true</a:t>
              </a:r>
              <a:endParaRPr lang="en-US" altLang="ja-JP">
                <a:ea typeface="MS UI Gothic" panose="020B0600070205080204" pitchFamily="50" charset="-128"/>
              </a:endParaRPr>
            </a:p>
          </p:txBody>
        </p:sp>
        <p:sp>
          <p:nvSpPr>
            <p:cNvPr id="760880" name="Line 48">
              <a:extLst>
                <a:ext uri="{FF2B5EF4-FFF2-40B4-BE49-F238E27FC236}">
                  <a16:creationId xmlns:a16="http://schemas.microsoft.com/office/drawing/2014/main" id="{5D2BAF73-153C-ADB0-F522-63E06538EBB7}"/>
                </a:ext>
              </a:extLst>
            </p:cNvPr>
            <p:cNvSpPr>
              <a:spLocks noChangeShapeType="1"/>
            </p:cNvSpPr>
            <p:nvPr/>
          </p:nvSpPr>
          <p:spPr bwMode="auto">
            <a:xfrm>
              <a:off x="3298" y="4451"/>
              <a:ext cx="457"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60881" name="Line 49">
              <a:extLst>
                <a:ext uri="{FF2B5EF4-FFF2-40B4-BE49-F238E27FC236}">
                  <a16:creationId xmlns:a16="http://schemas.microsoft.com/office/drawing/2014/main" id="{7A90C18A-9E4A-A4EF-01EE-AB238BC74D4B}"/>
                </a:ext>
              </a:extLst>
            </p:cNvPr>
            <p:cNvSpPr>
              <a:spLocks noChangeShapeType="1"/>
            </p:cNvSpPr>
            <p:nvPr/>
          </p:nvSpPr>
          <p:spPr bwMode="auto">
            <a:xfrm>
              <a:off x="3750" y="4447"/>
              <a:ext cx="0" cy="11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60882" name="AutoShape 50">
              <a:extLst>
                <a:ext uri="{FF2B5EF4-FFF2-40B4-BE49-F238E27FC236}">
                  <a16:creationId xmlns:a16="http://schemas.microsoft.com/office/drawing/2014/main" id="{1E47363D-8338-FD35-D314-75700B9A7774}"/>
                </a:ext>
              </a:extLst>
            </p:cNvPr>
            <p:cNvSpPr>
              <a:spLocks noChangeArrowheads="1"/>
            </p:cNvSpPr>
            <p:nvPr/>
          </p:nvSpPr>
          <p:spPr bwMode="auto">
            <a:xfrm>
              <a:off x="3280" y="5026"/>
              <a:ext cx="820" cy="282"/>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100" b="0"/>
                <a:t>Hiển thị là </a:t>
              </a:r>
              <a:r>
                <a:rPr lang="ja-JP" altLang="en-US" sz="1100" b="0"/>
                <a:t>「</a:t>
              </a:r>
              <a:r>
                <a:rPr lang="en-US" altLang="ja-JP" sz="1100" b="0"/>
                <a:t>Khác 1, 2, 3</a:t>
              </a:r>
              <a:r>
                <a:rPr lang="ja-JP" altLang="en-US" sz="1100" b="0"/>
                <a:t>」</a:t>
              </a:r>
              <a:endParaRPr lang="ja-JP" altLang="en-US">
                <a:ea typeface="MS UI Gothic" panose="020B0600070205080204" pitchFamily="50" charset="-128"/>
              </a:endParaRPr>
            </a:p>
          </p:txBody>
        </p:sp>
        <p:sp>
          <p:nvSpPr>
            <p:cNvPr id="760883" name="Line 51">
              <a:extLst>
                <a:ext uri="{FF2B5EF4-FFF2-40B4-BE49-F238E27FC236}">
                  <a16:creationId xmlns:a16="http://schemas.microsoft.com/office/drawing/2014/main" id="{955C6A25-B83B-CC36-22BA-32ED1111B95F}"/>
                </a:ext>
              </a:extLst>
            </p:cNvPr>
            <p:cNvSpPr>
              <a:spLocks noChangeShapeType="1"/>
            </p:cNvSpPr>
            <p:nvPr/>
          </p:nvSpPr>
          <p:spPr bwMode="auto">
            <a:xfrm>
              <a:off x="1042" y="5595"/>
              <a:ext cx="2714" cy="0"/>
            </a:xfrm>
            <a:prstGeom prst="line">
              <a:avLst/>
            </a:prstGeom>
            <a:noFill/>
            <a:ln w="1905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gr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2">
            <a:extLst>
              <a:ext uri="{FF2B5EF4-FFF2-40B4-BE49-F238E27FC236}">
                <a16:creationId xmlns:a16="http://schemas.microsoft.com/office/drawing/2014/main" id="{38F536B1-583F-FFEE-6867-81C1D9D7F4CC}"/>
              </a:ext>
            </a:extLst>
          </p:cNvPr>
          <p:cNvSpPr>
            <a:spLocks noRot="1" noChangeAspect="1" noChangeArrowheads="1" noTextEdit="1"/>
          </p:cNvSpPr>
          <p:nvPr>
            <p:ph type="sldImg"/>
          </p:nvPr>
        </p:nvSpPr>
        <p:spPr>
          <a:xfrm>
            <a:off x="785813" y="766763"/>
            <a:ext cx="5541962" cy="3836987"/>
          </a:xfrm>
          <a:ln/>
        </p:spPr>
      </p:sp>
      <p:sp>
        <p:nvSpPr>
          <p:cNvPr id="257029" name="Rectangle 5">
            <a:extLst>
              <a:ext uri="{FF2B5EF4-FFF2-40B4-BE49-F238E27FC236}">
                <a16:creationId xmlns:a16="http://schemas.microsoft.com/office/drawing/2014/main" id="{7BBC91A6-22BA-0A93-7EBB-C4F946C27172}"/>
              </a:ext>
            </a:extLst>
          </p:cNvPr>
          <p:cNvSpPr>
            <a:spLocks noGrp="1" noChangeArrowheads="1"/>
          </p:cNvSpPr>
          <p:nvPr>
            <p:ph type="body" idx="1"/>
          </p:nvPr>
        </p:nvSpPr>
        <p:spPr/>
        <p:txBody>
          <a:bodyPr/>
          <a:lstStyle/>
          <a:p>
            <a:r>
              <a:rPr lang="en-US" altLang="ja-JP">
                <a:latin typeface="Arial" panose="020B0604020202020204" pitchFamily="34" charset="0"/>
              </a:rPr>
              <a:t>Tại chương 8 có những nội dung sau </a:t>
            </a:r>
          </a:p>
          <a:p>
            <a:endParaRPr lang="en-US" altLang="ja-JP">
              <a:latin typeface="Arial" panose="020B0604020202020204" pitchFamily="34" charset="0"/>
            </a:endParaRPr>
          </a:p>
          <a:p>
            <a:r>
              <a:rPr lang="en-US" altLang="ja-JP">
                <a:latin typeface="Arial" panose="020B0604020202020204" pitchFamily="34" charset="0"/>
              </a:rPr>
              <a:t>8.1</a:t>
            </a:r>
            <a:r>
              <a:rPr lang="ja-JP" altLang="en-US">
                <a:latin typeface="Arial" panose="020B0604020202020204" pitchFamily="34" charset="0"/>
              </a:rPr>
              <a:t>　</a:t>
            </a:r>
            <a:r>
              <a:rPr lang="en-US" altLang="ja-JP">
                <a:latin typeface="Arial" panose="020B0604020202020204" pitchFamily="34" charset="0"/>
              </a:rPr>
              <a:t>Control lặp là gì </a:t>
            </a:r>
            <a:r>
              <a:rPr lang="ja-JP" altLang="en-US">
                <a:latin typeface="Arial" panose="020B0604020202020204" pitchFamily="34" charset="0"/>
              </a:rPr>
              <a:t>　</a:t>
            </a:r>
          </a:p>
          <a:p>
            <a:r>
              <a:rPr lang="en-US" altLang="ja-JP">
                <a:latin typeface="Arial" panose="020B0604020202020204" pitchFamily="34" charset="0"/>
              </a:rPr>
              <a:t>8.2</a:t>
            </a:r>
            <a:r>
              <a:rPr lang="ja-JP" altLang="en-US">
                <a:latin typeface="Arial" panose="020B0604020202020204" pitchFamily="34" charset="0"/>
              </a:rPr>
              <a:t>　</a:t>
            </a:r>
            <a:r>
              <a:rPr lang="en-US" altLang="ja-JP">
                <a:latin typeface="Arial" panose="020B0604020202020204" pitchFamily="34" charset="0"/>
              </a:rPr>
              <a:t>Câu lệnh  </a:t>
            </a:r>
            <a:r>
              <a:rPr lang="en-US" altLang="ja-JP">
                <a:latin typeface="Arial" panose="020B0604020202020204" pitchFamily="34" charset="0"/>
                <a:ea typeface="ＭＳ ゴシック" panose="020B0609070205080204" pitchFamily="49" charset="-128"/>
              </a:rPr>
              <a:t>while</a:t>
            </a:r>
            <a:endParaRPr lang="en-US" altLang="ja-JP">
              <a:latin typeface="Arial" panose="020B0604020202020204" pitchFamily="34" charset="0"/>
            </a:endParaRPr>
          </a:p>
          <a:p>
            <a:r>
              <a:rPr lang="en-US" altLang="ja-JP">
                <a:latin typeface="Arial" panose="020B0604020202020204" pitchFamily="34" charset="0"/>
              </a:rPr>
              <a:t>8.3</a:t>
            </a:r>
            <a:r>
              <a:rPr lang="ja-JP" altLang="en-US">
                <a:latin typeface="Arial" panose="020B0604020202020204" pitchFamily="34" charset="0"/>
              </a:rPr>
              <a:t>　</a:t>
            </a:r>
            <a:r>
              <a:rPr lang="en-US" altLang="ja-JP">
                <a:latin typeface="Arial" panose="020B0604020202020204" pitchFamily="34" charset="0"/>
              </a:rPr>
              <a:t>Câu lệnh </a:t>
            </a:r>
            <a:r>
              <a:rPr lang="en-US" altLang="ja-JP">
                <a:latin typeface="Arial" panose="020B0604020202020204" pitchFamily="34" charset="0"/>
                <a:ea typeface="ＭＳ ゴシック" panose="020B0609070205080204" pitchFamily="49" charset="-128"/>
              </a:rPr>
              <a:t>do-while</a:t>
            </a:r>
            <a:endParaRPr lang="en-US" altLang="ja-JP">
              <a:latin typeface="Arial" panose="020B0604020202020204" pitchFamily="34" charset="0"/>
            </a:endParaRPr>
          </a:p>
          <a:p>
            <a:r>
              <a:rPr lang="en-US" altLang="ja-JP">
                <a:latin typeface="Arial" panose="020B0604020202020204" pitchFamily="34" charset="0"/>
              </a:rPr>
              <a:t>8.4</a:t>
            </a:r>
            <a:r>
              <a:rPr lang="ja-JP" altLang="en-US">
                <a:latin typeface="Arial" panose="020B0604020202020204" pitchFamily="34" charset="0"/>
              </a:rPr>
              <a:t>　</a:t>
            </a:r>
            <a:r>
              <a:rPr lang="en-US" altLang="ja-JP">
                <a:latin typeface="Arial" panose="020B0604020202020204" pitchFamily="34" charset="0"/>
              </a:rPr>
              <a:t>Câu lệnh </a:t>
            </a:r>
            <a:r>
              <a:rPr lang="en-US" altLang="ja-JP">
                <a:latin typeface="Arial" panose="020B0604020202020204" pitchFamily="34" charset="0"/>
                <a:ea typeface="ＭＳ ゴシック" panose="020B0609070205080204" pitchFamily="49" charset="-128"/>
              </a:rPr>
              <a:t>for(1)</a:t>
            </a:r>
          </a:p>
          <a:p>
            <a:r>
              <a:rPr lang="en-US" altLang="ja-JP">
                <a:latin typeface="Arial" panose="020B0604020202020204" pitchFamily="34" charset="0"/>
              </a:rPr>
              <a:t>8.5</a:t>
            </a:r>
            <a:r>
              <a:rPr lang="ja-JP" altLang="en-US">
                <a:latin typeface="Arial" panose="020B0604020202020204" pitchFamily="34" charset="0"/>
              </a:rPr>
              <a:t>　</a:t>
            </a:r>
            <a:r>
              <a:rPr lang="en-US" altLang="ja-JP">
                <a:latin typeface="Arial" panose="020B0604020202020204" pitchFamily="34" charset="0"/>
              </a:rPr>
              <a:t>Câu lệnh </a:t>
            </a:r>
            <a:r>
              <a:rPr lang="en-US" altLang="ja-JP">
                <a:latin typeface="Arial" panose="020B0604020202020204" pitchFamily="34" charset="0"/>
                <a:ea typeface="ＭＳ ゴシック" panose="020B0609070205080204" pitchFamily="49" charset="-128"/>
              </a:rPr>
              <a:t>for(2)</a:t>
            </a:r>
          </a:p>
          <a:p>
            <a:r>
              <a:rPr lang="en-US" altLang="ja-JP">
                <a:latin typeface="Arial" panose="020B0604020202020204" pitchFamily="34" charset="0"/>
              </a:rPr>
              <a:t>8.6</a:t>
            </a:r>
            <a:r>
              <a:rPr lang="ja-JP" altLang="en-US">
                <a:latin typeface="Arial" panose="020B0604020202020204" pitchFamily="34" charset="0"/>
              </a:rPr>
              <a:t>　</a:t>
            </a:r>
            <a:r>
              <a:rPr lang="en-US" altLang="ja-JP">
                <a:latin typeface="Arial" panose="020B0604020202020204" pitchFamily="34" charset="0"/>
              </a:rPr>
              <a:t>Control lặp và nest</a:t>
            </a:r>
          </a:p>
          <a:p>
            <a:r>
              <a:rPr lang="en-US" altLang="ja-JP">
                <a:latin typeface="Arial" panose="020B0604020202020204" pitchFamily="34" charset="0"/>
              </a:rPr>
              <a:t>8.7</a:t>
            </a:r>
            <a:r>
              <a:rPr lang="ja-JP" altLang="en-US">
                <a:latin typeface="Arial" panose="020B0604020202020204" pitchFamily="34" charset="0"/>
              </a:rPr>
              <a:t>　</a:t>
            </a:r>
            <a:r>
              <a:rPr lang="en-US" altLang="ja-JP">
                <a:latin typeface="Arial" panose="020B0604020202020204" pitchFamily="34" charset="0"/>
              </a:rPr>
              <a:t>Control lặp và câu lệnh b</a:t>
            </a:r>
            <a:r>
              <a:rPr lang="en-US" altLang="ja-JP">
                <a:latin typeface="Arial" panose="020B0604020202020204" pitchFamily="34" charset="0"/>
                <a:ea typeface="ＭＳ ゴシック" panose="020B0609070205080204" pitchFamily="49" charset="-128"/>
              </a:rPr>
              <a:t>reak</a:t>
            </a:r>
            <a:endParaRPr lang="en-US" altLang="ja-JP">
              <a:latin typeface="Arial" panose="020B0604020202020204" pitchFamily="34" charset="0"/>
            </a:endParaRPr>
          </a:p>
          <a:p>
            <a:r>
              <a:rPr lang="en-US" altLang="ja-JP">
                <a:latin typeface="Arial" panose="020B0604020202020204" pitchFamily="34" charset="0"/>
              </a:rPr>
              <a:t>8.8</a:t>
            </a:r>
            <a:r>
              <a:rPr lang="ja-JP" altLang="en-US">
                <a:latin typeface="Arial" panose="020B0604020202020204" pitchFamily="34" charset="0"/>
              </a:rPr>
              <a:t>　</a:t>
            </a:r>
            <a:r>
              <a:rPr lang="en-US" altLang="ja-JP">
                <a:latin typeface="Arial" panose="020B0604020202020204" pitchFamily="34" charset="0"/>
              </a:rPr>
              <a:t>Control lặp và câu lệnh </a:t>
            </a:r>
            <a:r>
              <a:rPr lang="en-US" altLang="ja-JP">
                <a:latin typeface="Arial" panose="020B0604020202020204" pitchFamily="34" charset="0"/>
                <a:ea typeface="ＭＳ ゴシック" panose="020B0609070205080204" pitchFamily="49" charset="-128"/>
              </a:rPr>
              <a:t>continue</a:t>
            </a:r>
            <a:endParaRPr lang="en-US" altLang="ja-JP">
              <a:latin typeface="Arial" panose="020B0604020202020204"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4" name="AutoShape 4">
            <a:extLst>
              <a:ext uri="{FF2B5EF4-FFF2-40B4-BE49-F238E27FC236}">
                <a16:creationId xmlns:a16="http://schemas.microsoft.com/office/drawing/2014/main" id="{B27CB924-39DC-AA78-FA03-99D63C2427DE}"/>
              </a:ext>
            </a:extLst>
          </p:cNvPr>
          <p:cNvSpPr>
            <a:spLocks noChangeArrowheads="1"/>
          </p:cNvSpPr>
          <p:nvPr/>
        </p:nvSpPr>
        <p:spPr bwMode="auto">
          <a:xfrm>
            <a:off x="493713" y="342900"/>
            <a:ext cx="6124575" cy="9402763"/>
          </a:xfrm>
          <a:prstGeom prst="roundRect">
            <a:avLst>
              <a:gd name="adj" fmla="val 3144"/>
            </a:avLst>
          </a:prstGeom>
          <a:noFill/>
          <a:ln w="28575">
            <a:solidFill>
              <a:srgbClr val="3366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5423" tIns="47711" rIns="95423" bIns="47711"/>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77838"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0338"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ja-JP" altLang="en-US" b="0">
                <a:ea typeface="MS UI Gothic" panose="020B0600070205080204" pitchFamily="50" charset="-128"/>
              </a:rPr>
              <a:t>　　　　　　　　　　　　　　　</a:t>
            </a:r>
            <a:endParaRPr lang="ja-JP" altLang="en-US" sz="1300">
              <a:ea typeface="MS UI Gothic" panose="020B0600070205080204" pitchFamily="50" charset="-128"/>
            </a:endParaRPr>
          </a:p>
          <a:p>
            <a:endParaRPr lang="ja-JP" altLang="en-US" b="0">
              <a:ea typeface="MS UI Gothic" panose="020B0600070205080204" pitchFamily="50" charset="-128"/>
            </a:endParaRPr>
          </a:p>
          <a:p>
            <a:endParaRPr lang="ja-JP" altLang="en-US" b="0">
              <a:ea typeface="MS UI Gothic" panose="020B0600070205080204" pitchFamily="50" charset="-128"/>
            </a:endParaRPr>
          </a:p>
          <a:p>
            <a:r>
              <a:rPr lang="ja-JP" altLang="en-US" b="0">
                <a:ea typeface="MS UI Gothic" panose="020B0600070205080204" pitchFamily="50" charset="-128"/>
              </a:rPr>
              <a:t>　</a:t>
            </a:r>
            <a:r>
              <a:rPr lang="en-US" altLang="ja-JP" b="0">
                <a:ea typeface="MS UI Gothic" panose="020B0600070205080204" pitchFamily="50" charset="-128"/>
              </a:rPr>
              <a:t>Tại chương này, sẽ học về control lặp</a:t>
            </a:r>
          </a:p>
          <a:p>
            <a:r>
              <a:rPr lang="ja-JP" altLang="en-US" b="0">
                <a:ea typeface="MS UI Gothic" panose="020B0600070205080204" pitchFamily="50" charset="-128"/>
              </a:rPr>
              <a:t>　</a:t>
            </a:r>
            <a:r>
              <a:rPr lang="en-US" altLang="ja-JP" b="0">
                <a:ea typeface="MS UI Gothic" panose="020B0600070205080204" pitchFamily="50" charset="-128"/>
              </a:rPr>
              <a:t>Sẽ học về câu lệnh  while, câu lệnh do-while, câu lệnh for</a:t>
            </a:r>
            <a:r>
              <a:rPr lang="en-US" altLang="ja-JP">
                <a:ea typeface="MS UI Gothic" panose="020B0600070205080204" pitchFamily="50" charset="-128"/>
              </a:rPr>
              <a:t> </a:t>
            </a:r>
            <a:r>
              <a:rPr lang="en-US" altLang="ja-JP" b="0">
                <a:ea typeface="MS UI Gothic" panose="020B0600070205080204" pitchFamily="50" charset="-128"/>
              </a:rPr>
              <a:t> là những câu lệnh control trong control lặp của  Java</a:t>
            </a:r>
            <a:r>
              <a:rPr lang="en-US" altLang="ja-JP" b="0">
                <a:ea typeface="ＭＳ ゴシック" panose="020B0609070205080204" pitchFamily="49" charset="-128"/>
              </a:rPr>
              <a:t>.</a:t>
            </a:r>
            <a:endParaRPr lang="en-US" altLang="ja-JP" b="0">
              <a:ea typeface="MS UI Gothic" panose="020B0600070205080204" pitchFamily="50" charset="-128"/>
            </a:endParaRPr>
          </a:p>
          <a:p>
            <a:r>
              <a:rPr lang="ja-JP" altLang="en-US" b="0">
                <a:ea typeface="MS UI Gothic" panose="020B0600070205080204" pitchFamily="50" charset="-128"/>
              </a:rPr>
              <a:t>　</a:t>
            </a:r>
            <a:r>
              <a:rPr lang="en-US" altLang="ja-JP" b="0">
                <a:ea typeface="MS UI Gothic" panose="020B0600070205080204" pitchFamily="50" charset="-128"/>
              </a:rPr>
              <a:t>Và cũng học cả về câu lệnh </a:t>
            </a:r>
            <a:r>
              <a:rPr lang="en-US" altLang="ja-JP" b="0">
                <a:ea typeface="ＭＳ ゴシック" panose="020B0609070205080204" pitchFamily="49" charset="-128"/>
              </a:rPr>
              <a:t>break, </a:t>
            </a:r>
            <a:r>
              <a:rPr lang="en-US" altLang="ja-JP" b="0">
                <a:ea typeface="MS UI Gothic" panose="020B0600070205080204" pitchFamily="50" charset="-128"/>
              </a:rPr>
              <a:t>câu lệnh</a:t>
            </a:r>
            <a:r>
              <a:rPr lang="en-US" altLang="ja-JP">
                <a:ea typeface="MS UI Gothic" panose="020B0600070205080204" pitchFamily="50" charset="-128"/>
              </a:rPr>
              <a:t> </a:t>
            </a:r>
            <a:r>
              <a:rPr lang="en-US" altLang="ja-JP" b="0">
                <a:ea typeface="ＭＳ ゴシック" panose="020B0609070205080204" pitchFamily="49" charset="-128"/>
              </a:rPr>
              <a:t>continue.</a:t>
            </a:r>
            <a:endParaRPr lang="en-US" altLang="ja-JP" b="0">
              <a:ea typeface="MS UI Gothic" panose="020B0600070205080204" pitchFamily="50" charset="-128"/>
            </a:endParaRPr>
          </a:p>
          <a:p>
            <a:endParaRPr lang="en-US" altLang="ja-JP" b="0">
              <a:ea typeface="MS UI Gothic" panose="020B0600070205080204" pitchFamily="50" charset="-128"/>
            </a:endParaRPr>
          </a:p>
          <a:p>
            <a:r>
              <a:rPr lang="ja-JP" altLang="en-US" b="0">
                <a:ea typeface="MS UI Gothic" panose="020B0600070205080204" pitchFamily="50" charset="-128"/>
              </a:rPr>
              <a:t>　</a:t>
            </a:r>
          </a:p>
          <a:p>
            <a:endParaRPr lang="ja-JP" altLang="en-US" b="0">
              <a:ea typeface="MS UI Gothic" panose="020B0600070205080204" pitchFamily="50" charset="-128"/>
            </a:endParaRPr>
          </a:p>
          <a:p>
            <a:endParaRPr lang="ja-JP" altLang="en-US" b="0">
              <a:ea typeface="MS UI Gothic" panose="020B0600070205080204" pitchFamily="50" charset="-128"/>
            </a:endParaRPr>
          </a:p>
          <a:p>
            <a:endParaRPr lang="ja-JP" altLang="en-US" b="0">
              <a:ea typeface="MS UI Gothic" panose="020B0600070205080204" pitchFamily="50" charset="-128"/>
            </a:endParaRPr>
          </a:p>
          <a:p>
            <a:endParaRPr lang="ja-JP" altLang="en-US" b="0">
              <a:ea typeface="MS UI Gothic" panose="020B0600070205080204" pitchFamily="50" charset="-128"/>
            </a:endParaRPr>
          </a:p>
          <a:p>
            <a:endParaRPr lang="ja-JP" altLang="en-US" b="0">
              <a:ea typeface="MS UI Gothic" panose="020B0600070205080204" pitchFamily="50" charset="-128"/>
            </a:endParaRPr>
          </a:p>
          <a:p>
            <a:endParaRPr lang="ja-JP" altLang="en-US" b="0">
              <a:ea typeface="MS UI Gothic" panose="020B0600070205080204" pitchFamily="50" charset="-128"/>
            </a:endParaRPr>
          </a:p>
          <a:p>
            <a:endParaRPr lang="ja-JP" altLang="en-US" b="0">
              <a:ea typeface="MS UI Gothic" panose="020B0600070205080204" pitchFamily="50" charset="-128"/>
            </a:endParaRPr>
          </a:p>
          <a:p>
            <a:endParaRPr lang="ja-JP" altLang="en-US" b="0">
              <a:ea typeface="MS UI Gothic" panose="020B0600070205080204" pitchFamily="50" charset="-128"/>
            </a:endParaRPr>
          </a:p>
          <a:p>
            <a:endParaRPr lang="ja-JP" altLang="en-US" b="0">
              <a:ea typeface="MS UI Gothic" panose="020B0600070205080204" pitchFamily="50" charset="-128"/>
            </a:endParaRPr>
          </a:p>
          <a:p>
            <a:endParaRPr lang="ja-JP" altLang="en-US" b="0">
              <a:ea typeface="MS UI Gothic" panose="020B0600070205080204" pitchFamily="50" charset="-128"/>
            </a:endParaRPr>
          </a:p>
          <a:p>
            <a:endParaRPr lang="ja-JP" altLang="en-US" b="0">
              <a:ea typeface="MS UI Gothic" panose="020B0600070205080204" pitchFamily="50" charset="-128"/>
            </a:endParaRPr>
          </a:p>
          <a:p>
            <a:endParaRPr lang="ja-JP" altLang="en-US" b="0">
              <a:ea typeface="MS UI Gothic" panose="020B0600070205080204" pitchFamily="50" charset="-128"/>
            </a:endParaRPr>
          </a:p>
          <a:p>
            <a:endParaRPr lang="ja-JP" altLang="en-US" b="0">
              <a:ea typeface="MS UI Gothic" panose="020B0600070205080204" pitchFamily="50" charset="-128"/>
            </a:endParaRPr>
          </a:p>
          <a:p>
            <a:endParaRPr lang="ja-JP" altLang="en-US" b="0">
              <a:ea typeface="MS UI Gothic" panose="020B0600070205080204" pitchFamily="50" charset="-128"/>
            </a:endParaRPr>
          </a:p>
          <a:p>
            <a:endParaRPr lang="ja-JP" altLang="en-US" b="0">
              <a:ea typeface="MS UI Gothic" panose="020B0600070205080204" pitchFamily="50" charset="-128"/>
            </a:endParaRPr>
          </a:p>
          <a:p>
            <a:endParaRPr lang="ja-JP" altLang="en-US" b="0">
              <a:ea typeface="MS UI Gothic" panose="020B0600070205080204" pitchFamily="50" charset="-128"/>
            </a:endParaRPr>
          </a:p>
          <a:p>
            <a:r>
              <a:rPr lang="ja-JP" altLang="en-US" b="0">
                <a:ea typeface="MS UI Gothic" panose="020B0600070205080204" pitchFamily="50" charset="-128"/>
              </a:rPr>
              <a:t>■　</a:t>
            </a:r>
            <a:r>
              <a:rPr lang="en-US" altLang="ja-JP" b="0">
                <a:ea typeface="MS UI Gothic" panose="020B0600070205080204" pitchFamily="50" charset="-128"/>
              </a:rPr>
              <a:t>Control lặp là gì </a:t>
            </a:r>
          </a:p>
          <a:p>
            <a:r>
              <a:rPr lang="ja-JP" altLang="en-US" b="0">
                <a:ea typeface="MS UI Gothic" panose="020B0600070205080204" pitchFamily="50" charset="-128"/>
              </a:rPr>
              <a:t>　</a:t>
            </a:r>
            <a:r>
              <a:rPr lang="en-US" altLang="ja-JP" b="0">
                <a:ea typeface="MS UI Gothic" panose="020B0600070205080204" pitchFamily="50" charset="-128"/>
              </a:rPr>
              <a:t>Là việc control để thực hiện xử lí lặp giống nhau. Câu lệnh control lặp còn được gọi là câu lệnh loop.</a:t>
            </a:r>
          </a:p>
          <a:p>
            <a:r>
              <a:rPr lang="ja-JP" altLang="en-US" b="0">
                <a:ea typeface="MS UI Gothic" panose="020B0600070205080204" pitchFamily="50" charset="-128"/>
              </a:rPr>
              <a:t>　</a:t>
            </a:r>
            <a:r>
              <a:rPr lang="en-US" altLang="ja-JP" b="0">
                <a:ea typeface="MS UI Gothic" panose="020B0600070205080204" pitchFamily="50" charset="-128"/>
              </a:rPr>
              <a:t>Câu lệnh control bao gồm câu lệnh </a:t>
            </a:r>
            <a:r>
              <a:rPr lang="en-US" altLang="ja-JP" b="0">
                <a:ea typeface="ＭＳ ゴシック" panose="020B0609070205080204" pitchFamily="49" charset="-128"/>
              </a:rPr>
              <a:t>while, câu lệnh do-while, câu lệnh for</a:t>
            </a:r>
            <a:r>
              <a:rPr lang="en-US" altLang="ja-JP" b="0">
                <a:ea typeface="MS UI Gothic" panose="020B0600070205080204" pitchFamily="50" charset="-128"/>
              </a:rPr>
              <a:t>.</a:t>
            </a:r>
          </a:p>
          <a:p>
            <a:endParaRPr lang="en-US" altLang="ja-JP" b="0">
              <a:ea typeface="MS UI Gothic" panose="020B0600070205080204" pitchFamily="50" charset="-128"/>
            </a:endParaRPr>
          </a:p>
          <a:p>
            <a:r>
              <a:rPr lang="en-US" altLang="ja-JP" b="0">
                <a:ea typeface="MS UI Gothic" panose="020B0600070205080204" pitchFamily="50" charset="-128"/>
              </a:rPr>
              <a:t>■</a:t>
            </a:r>
            <a:r>
              <a:rPr lang="ja-JP" altLang="en-US" b="0">
                <a:ea typeface="MS UI Gothic" panose="020B0600070205080204" pitchFamily="50" charset="-128"/>
              </a:rPr>
              <a:t>　</a:t>
            </a:r>
            <a:r>
              <a:rPr lang="en-US" altLang="ja-JP" b="0">
                <a:ea typeface="MS UI Gothic" panose="020B0600070205080204" pitchFamily="50" charset="-128"/>
              </a:rPr>
              <a:t>Câu lệnh </a:t>
            </a:r>
            <a:r>
              <a:rPr lang="en-US" altLang="ja-JP" b="0">
                <a:ea typeface="ＭＳ ゴシック" panose="020B0609070205080204" pitchFamily="49" charset="-128"/>
              </a:rPr>
              <a:t>while</a:t>
            </a:r>
            <a:endParaRPr lang="en-US" altLang="ja-JP" b="0">
              <a:ea typeface="MS UI Gothic" panose="020B0600070205080204" pitchFamily="50" charset="-128"/>
            </a:endParaRPr>
          </a:p>
          <a:p>
            <a:r>
              <a:rPr lang="ja-JP" altLang="en-US" b="0">
                <a:ea typeface="MS UI Gothic" panose="020B0600070205080204" pitchFamily="50" charset="-128"/>
              </a:rPr>
              <a:t>　</a:t>
            </a:r>
            <a:r>
              <a:rPr lang="en-US" altLang="ja-JP" b="0">
                <a:ea typeface="MS UI Gothic" panose="020B0600070205080204" pitchFamily="50" charset="-128"/>
              </a:rPr>
              <a:t>Chỉ định điều kiện để thực hiện xử lí lặp và thực hiện control lặp.</a:t>
            </a:r>
          </a:p>
          <a:p>
            <a:r>
              <a:rPr lang="ja-JP" altLang="en-US" b="0">
                <a:ea typeface="MS UI Gothic" panose="020B0600070205080204" pitchFamily="50" charset="-128"/>
              </a:rPr>
              <a:t>　</a:t>
            </a:r>
            <a:r>
              <a:rPr lang="en-US" altLang="ja-JP" b="0">
                <a:ea typeface="MS UI Gothic" panose="020B0600070205080204" pitchFamily="50" charset="-128"/>
              </a:rPr>
              <a:t>Thực hiện phán đoán điều kiện trước khi xử lí </a:t>
            </a:r>
          </a:p>
          <a:p>
            <a:endParaRPr lang="en-US" altLang="ja-JP" b="0">
              <a:ea typeface="MS UI Gothic" panose="020B0600070205080204" pitchFamily="50" charset="-128"/>
            </a:endParaRPr>
          </a:p>
          <a:p>
            <a:r>
              <a:rPr lang="en-US" altLang="ja-JP" b="0">
                <a:ea typeface="MS UI Gothic" panose="020B0600070205080204" pitchFamily="50" charset="-128"/>
              </a:rPr>
              <a:t>●</a:t>
            </a:r>
            <a:r>
              <a:rPr lang="ja-JP" altLang="en-US" b="0">
                <a:ea typeface="MS UI Gothic" panose="020B0600070205080204" pitchFamily="50" charset="-128"/>
              </a:rPr>
              <a:t>　</a:t>
            </a:r>
            <a:r>
              <a:rPr lang="en-US" altLang="ja-JP" b="0">
                <a:ea typeface="MS UI Gothic" panose="020B0600070205080204" pitchFamily="50" charset="-128"/>
              </a:rPr>
              <a:t>Cú pháp </a:t>
            </a:r>
          </a:p>
          <a:p>
            <a:endParaRPr lang="en-US" altLang="ja-JP" b="0">
              <a:ea typeface="MS UI Gothic" panose="020B0600070205080204" pitchFamily="50" charset="-128"/>
            </a:endParaRPr>
          </a:p>
          <a:p>
            <a:endParaRPr lang="en-US" altLang="ja-JP" b="0">
              <a:ea typeface="MS UI Gothic" panose="020B0600070205080204" pitchFamily="50" charset="-128"/>
            </a:endParaRPr>
          </a:p>
          <a:p>
            <a:endParaRPr lang="en-US" altLang="ja-JP" b="0">
              <a:ea typeface="MS UI Gothic" panose="020B0600070205080204" pitchFamily="50" charset="-128"/>
            </a:endParaRPr>
          </a:p>
          <a:p>
            <a:endParaRPr lang="en-US" altLang="ja-JP" b="0">
              <a:ea typeface="MS UI Gothic" panose="020B0600070205080204" pitchFamily="50" charset="-128"/>
            </a:endParaRPr>
          </a:p>
          <a:p>
            <a:endParaRPr lang="en-US" altLang="ja-JP" b="0">
              <a:ea typeface="MS UI Gothic" panose="020B0600070205080204" pitchFamily="50" charset="-128"/>
            </a:endParaRPr>
          </a:p>
          <a:p>
            <a:endParaRPr lang="en-US" altLang="ja-JP" b="0">
              <a:ea typeface="MS UI Gothic" panose="020B0600070205080204" pitchFamily="50" charset="-128"/>
            </a:endParaRPr>
          </a:p>
          <a:p>
            <a:endParaRPr lang="en-US" altLang="ja-JP" b="0">
              <a:ea typeface="MS UI Gothic" panose="020B0600070205080204" pitchFamily="50" charset="-128"/>
            </a:endParaRPr>
          </a:p>
          <a:p>
            <a:r>
              <a:rPr lang="en-US" altLang="ja-JP" b="0">
                <a:ea typeface="MS UI Gothic" panose="020B0600070205080204" pitchFamily="50" charset="-128"/>
              </a:rPr>
              <a:t>■</a:t>
            </a:r>
            <a:r>
              <a:rPr lang="ja-JP" altLang="en-US" b="0">
                <a:ea typeface="MS UI Gothic" panose="020B0600070205080204" pitchFamily="50" charset="-128"/>
              </a:rPr>
              <a:t>　</a:t>
            </a:r>
            <a:r>
              <a:rPr lang="en-US" altLang="ja-JP" b="0">
                <a:ea typeface="MS UI Gothic" panose="020B0600070205080204" pitchFamily="50" charset="-128"/>
              </a:rPr>
              <a:t>Câu lệnh </a:t>
            </a:r>
            <a:r>
              <a:rPr lang="en-US" altLang="ja-JP" b="0">
                <a:ea typeface="ＭＳ ゴシック" panose="020B0609070205080204" pitchFamily="49" charset="-128"/>
              </a:rPr>
              <a:t>do-while</a:t>
            </a:r>
            <a:endParaRPr lang="en-US" altLang="ja-JP" b="0">
              <a:ea typeface="MS UI Gothic" panose="020B0600070205080204" pitchFamily="50" charset="-128"/>
            </a:endParaRPr>
          </a:p>
          <a:p>
            <a:r>
              <a:rPr lang="ja-JP" altLang="en-US" b="0">
                <a:ea typeface="MS UI Gothic" panose="020B0600070205080204" pitchFamily="50" charset="-128"/>
              </a:rPr>
              <a:t>　</a:t>
            </a:r>
            <a:r>
              <a:rPr lang="en-US" altLang="ja-JP" b="0">
                <a:ea typeface="MS UI Gothic" panose="020B0600070205080204" pitchFamily="50" charset="-128"/>
              </a:rPr>
              <a:t>Chỉ định điều kiện để thực hiện xử lí lặp và thực hiện control lặp</a:t>
            </a:r>
          </a:p>
          <a:p>
            <a:r>
              <a:rPr lang="ja-JP" altLang="en-US" b="0">
                <a:ea typeface="MS UI Gothic" panose="020B0600070205080204" pitchFamily="50" charset="-128"/>
              </a:rPr>
              <a:t>　</a:t>
            </a:r>
            <a:r>
              <a:rPr lang="en-US" altLang="ja-JP" b="0">
                <a:ea typeface="MS UI Gothic" panose="020B0600070205080204" pitchFamily="50" charset="-128"/>
              </a:rPr>
              <a:t>Thực hiện phán đoán điều kiện sau khi xử lí</a:t>
            </a:r>
            <a:r>
              <a:rPr lang="en-US" altLang="ja-JP">
                <a:ea typeface="MS UI Gothic" panose="020B0600070205080204" pitchFamily="50" charset="-128"/>
              </a:rPr>
              <a:t> </a:t>
            </a:r>
            <a:endParaRPr lang="en-US" altLang="ja-JP" b="0">
              <a:ea typeface="MS UI Gothic" panose="020B0600070205080204" pitchFamily="50" charset="-128"/>
            </a:endParaRPr>
          </a:p>
          <a:p>
            <a:endParaRPr lang="en-US" altLang="ja-JP" b="0">
              <a:ea typeface="MS UI Gothic" panose="020B0600070205080204" pitchFamily="50" charset="-128"/>
            </a:endParaRPr>
          </a:p>
          <a:p>
            <a:r>
              <a:rPr lang="en-US" altLang="ja-JP" b="0">
                <a:ea typeface="MS UI Gothic" panose="020B0600070205080204" pitchFamily="50" charset="-128"/>
              </a:rPr>
              <a:t>●</a:t>
            </a:r>
            <a:r>
              <a:rPr lang="ja-JP" altLang="en-US" b="0">
                <a:ea typeface="MS UI Gothic" panose="020B0600070205080204" pitchFamily="50" charset="-128"/>
              </a:rPr>
              <a:t>　 </a:t>
            </a:r>
            <a:r>
              <a:rPr lang="en-US" altLang="ja-JP" b="0">
                <a:ea typeface="MS UI Gothic" panose="020B0600070205080204" pitchFamily="50" charset="-128"/>
              </a:rPr>
              <a:t>Cú pháp </a:t>
            </a:r>
          </a:p>
          <a:p>
            <a:endParaRPr lang="en-US" altLang="ja-JP" b="0">
              <a:ea typeface="MS UI Gothic" panose="020B0600070205080204" pitchFamily="50" charset="-128"/>
            </a:endParaRPr>
          </a:p>
          <a:p>
            <a:endParaRPr lang="en-US" altLang="ja-JP" b="0">
              <a:ea typeface="MS UI Gothic" panose="020B0600070205080204" pitchFamily="50" charset="-128"/>
            </a:endParaRPr>
          </a:p>
          <a:p>
            <a:endParaRPr lang="en-US" altLang="ja-JP" b="0">
              <a:ea typeface="MS UI Gothic" panose="020B0600070205080204" pitchFamily="50" charset="-128"/>
            </a:endParaRPr>
          </a:p>
        </p:txBody>
      </p:sp>
      <p:sp>
        <p:nvSpPr>
          <p:cNvPr id="404485" name="AutoShape 5">
            <a:extLst>
              <a:ext uri="{FF2B5EF4-FFF2-40B4-BE49-F238E27FC236}">
                <a16:creationId xmlns:a16="http://schemas.microsoft.com/office/drawing/2014/main" id="{8ABD26AF-709D-474F-2DF6-4C43A5204B01}"/>
              </a:ext>
            </a:extLst>
          </p:cNvPr>
          <p:cNvSpPr>
            <a:spLocks noChangeArrowheads="1"/>
          </p:cNvSpPr>
          <p:nvPr/>
        </p:nvSpPr>
        <p:spPr bwMode="auto">
          <a:xfrm>
            <a:off x="603250" y="442913"/>
            <a:ext cx="1512888" cy="239712"/>
          </a:xfrm>
          <a:prstGeom prst="roundRect">
            <a:avLst>
              <a:gd name="adj" fmla="val 16667"/>
            </a:avLst>
          </a:prstGeom>
          <a:solidFill>
            <a:srgbClr val="3366FF"/>
          </a:solidFill>
          <a:ln>
            <a:noFill/>
          </a:ln>
          <a:effectLst>
            <a:outerShdw dist="53882" dir="2700000" algn="ctr" rotWithShape="0">
              <a:srgbClr val="0033CC">
                <a:alpha val="50000"/>
              </a:srgbClr>
            </a:outerShdw>
          </a:effectLst>
          <a:extLst>
            <a:ext uri="{91240B29-F687-4F45-9708-019B960494DF}">
              <a14:hiddenLine xmlns:a14="http://schemas.microsoft.com/office/drawing/2010/main" w="9525" algn="ctr">
                <a:solidFill>
                  <a:schemeClr val="tx1"/>
                </a:solidFill>
                <a:round/>
                <a:headEnd/>
                <a:tailEnd/>
              </a14:hiddenLine>
            </a:ext>
          </a:extLst>
        </p:spPr>
        <p:txBody>
          <a:bodyPr wrap="none" lIns="95423" tIns="47711" rIns="95423" bIns="47711" anchor="ct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77838"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0338"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300">
                <a:solidFill>
                  <a:schemeClr val="bg1"/>
                </a:solidFill>
                <a:ea typeface="MS UI Gothic" panose="020B0600070205080204" pitchFamily="50" charset="-128"/>
              </a:rPr>
              <a:t>Mở đầu (1)</a:t>
            </a:r>
          </a:p>
        </p:txBody>
      </p:sp>
      <p:sp>
        <p:nvSpPr>
          <p:cNvPr id="404617" name="Rectangle 137">
            <a:extLst>
              <a:ext uri="{FF2B5EF4-FFF2-40B4-BE49-F238E27FC236}">
                <a16:creationId xmlns:a16="http://schemas.microsoft.com/office/drawing/2014/main" id="{1AE7A886-2BA2-DBC5-C485-458E783F44AF}"/>
              </a:ext>
            </a:extLst>
          </p:cNvPr>
          <p:cNvSpPr>
            <a:spLocks noChangeArrowheads="1"/>
          </p:cNvSpPr>
          <p:nvPr/>
        </p:nvSpPr>
        <p:spPr bwMode="auto">
          <a:xfrm>
            <a:off x="628650" y="1571625"/>
            <a:ext cx="5762625" cy="2406650"/>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4192" tIns="47096" rIns="94192" bIns="47096"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a:ea typeface="MS UI Gothic" panose="020B0600070205080204" pitchFamily="50" charset="-128"/>
            </a:endParaRPr>
          </a:p>
        </p:txBody>
      </p:sp>
      <p:sp>
        <p:nvSpPr>
          <p:cNvPr id="404570" name="Text Box 90">
            <a:extLst>
              <a:ext uri="{FF2B5EF4-FFF2-40B4-BE49-F238E27FC236}">
                <a16:creationId xmlns:a16="http://schemas.microsoft.com/office/drawing/2014/main" id="{4F0E5CE6-57D0-0909-4453-5C11B81BD362}"/>
              </a:ext>
            </a:extLst>
          </p:cNvPr>
          <p:cNvSpPr txBox="1">
            <a:spLocks noChangeArrowheads="1"/>
          </p:cNvSpPr>
          <p:nvPr/>
        </p:nvSpPr>
        <p:spPr bwMode="auto">
          <a:xfrm>
            <a:off x="1154113" y="1920875"/>
            <a:ext cx="4737100" cy="1690688"/>
          </a:xfrm>
          <a:prstGeom prst="rect">
            <a:avLst/>
          </a:prstGeom>
          <a:solidFill>
            <a:schemeClr val="bg1"/>
          </a:solidFill>
          <a:ln w="12700" algn="ctr">
            <a:solidFill>
              <a:srgbClr val="000000"/>
            </a:solidFill>
            <a:miter lim="800000"/>
            <a:headEnd/>
            <a:tailEnd/>
          </a:ln>
          <a:effectLst>
            <a:outerShdw dist="107763" dir="2700000" algn="ctr" rotWithShape="0">
              <a:srgbClr val="000000">
                <a:alpha val="50000"/>
              </a:srgbClr>
            </a:outerShdw>
          </a:effectLst>
        </p:spPr>
        <p:txBody>
          <a:bodyPr lIns="9939" tIns="19880" rIns="9939" bIns="9939"/>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187325"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0338"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endParaRPr lang="ja-JP" altLang="ja-JP" b="0">
              <a:ea typeface="ＭＳ ゴシック" panose="020B0609070205080204" pitchFamily="49" charset="-128"/>
            </a:endParaRPr>
          </a:p>
        </p:txBody>
      </p:sp>
      <p:sp>
        <p:nvSpPr>
          <p:cNvPr id="404601" name="Text Box 121">
            <a:extLst>
              <a:ext uri="{FF2B5EF4-FFF2-40B4-BE49-F238E27FC236}">
                <a16:creationId xmlns:a16="http://schemas.microsoft.com/office/drawing/2014/main" id="{B4E51220-D168-7A0C-4702-B18369120B60}"/>
              </a:ext>
            </a:extLst>
          </p:cNvPr>
          <p:cNvSpPr txBox="1">
            <a:spLocks noChangeArrowheads="1"/>
          </p:cNvSpPr>
          <p:nvPr/>
        </p:nvSpPr>
        <p:spPr bwMode="auto">
          <a:xfrm>
            <a:off x="1298575" y="2239963"/>
            <a:ext cx="1423988" cy="274637"/>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11" tIns="45707" rIns="91411" bIns="45707">
            <a:spAutoFit/>
          </a:bodyPr>
          <a:lstStyle/>
          <a:p>
            <a:pPr>
              <a:spcBef>
                <a:spcPct val="50000"/>
              </a:spcBef>
            </a:pPr>
            <a:r>
              <a:rPr lang="en-US" altLang="ja-JP" sz="1200" b="0"/>
              <a:t>Câu lệnh control</a:t>
            </a:r>
          </a:p>
        </p:txBody>
      </p:sp>
      <p:grpSp>
        <p:nvGrpSpPr>
          <p:cNvPr id="404608" name="Group 128">
            <a:extLst>
              <a:ext uri="{FF2B5EF4-FFF2-40B4-BE49-F238E27FC236}">
                <a16:creationId xmlns:a16="http://schemas.microsoft.com/office/drawing/2014/main" id="{4CFE89FD-3724-ED8D-5FB8-ADF5690EEAA4}"/>
              </a:ext>
            </a:extLst>
          </p:cNvPr>
          <p:cNvGrpSpPr>
            <a:grpSpLocks/>
          </p:cNvGrpSpPr>
          <p:nvPr/>
        </p:nvGrpSpPr>
        <p:grpSpPr bwMode="auto">
          <a:xfrm>
            <a:off x="2787650" y="2335213"/>
            <a:ext cx="1408113" cy="1204912"/>
            <a:chOff x="1508" y="1237"/>
            <a:chExt cx="780" cy="723"/>
          </a:xfrm>
        </p:grpSpPr>
        <p:sp>
          <p:nvSpPr>
            <p:cNvPr id="404602" name="AutoShape 122">
              <a:extLst>
                <a:ext uri="{FF2B5EF4-FFF2-40B4-BE49-F238E27FC236}">
                  <a16:creationId xmlns:a16="http://schemas.microsoft.com/office/drawing/2014/main" id="{E876371B-F156-391C-AA8F-DEE3C481351B}"/>
                </a:ext>
              </a:extLst>
            </p:cNvPr>
            <p:cNvSpPr>
              <a:spLocks noChangeArrowheads="1"/>
            </p:cNvSpPr>
            <p:nvPr/>
          </p:nvSpPr>
          <p:spPr bwMode="auto">
            <a:xfrm>
              <a:off x="1508" y="1237"/>
              <a:ext cx="780" cy="723"/>
            </a:xfrm>
            <a:prstGeom prst="roundRect">
              <a:avLst>
                <a:gd name="adj" fmla="val 16667"/>
              </a:avLst>
            </a:prstGeom>
            <a:solidFill>
              <a:srgbClr val="FFFFCC"/>
            </a:solidFill>
            <a:ln w="9525" algn="ctr">
              <a:solidFill>
                <a:schemeClr val="tx1"/>
              </a:solidFill>
              <a:round/>
              <a:headEnd/>
              <a:tailEnd/>
            </a:ln>
            <a:effectLst>
              <a:outerShdw dist="107763" dir="2700000" algn="ctr" rotWithShape="0">
                <a:schemeClr val="bg2">
                  <a:alpha val="50000"/>
                </a:schemeClr>
              </a:outerShdw>
            </a:effectLst>
          </p:spPr>
          <p:txBody>
            <a:bodyPr wrap="none" lIns="93727" tIns="46863" rIns="93727" bIns="46863"/>
            <a:lstStyle>
              <a:lvl1pPr defTabSz="938213">
                <a:defRPr kumimoji="1">
                  <a:solidFill>
                    <a:schemeClr val="tx1"/>
                  </a:solidFill>
                  <a:latin typeface="Arial" panose="020B0604020202020204" pitchFamily="34" charset="0"/>
                  <a:ea typeface="ＭＳ Ｐゴシック" panose="020B0600070205080204" pitchFamily="50" charset="-128"/>
                </a:defRPr>
              </a:lvl1pPr>
              <a:lvl2pPr marL="468313" defTabSz="938213">
                <a:defRPr kumimoji="1">
                  <a:solidFill>
                    <a:schemeClr val="tx1"/>
                  </a:solidFill>
                  <a:latin typeface="Arial" panose="020B0604020202020204" pitchFamily="34" charset="0"/>
                  <a:ea typeface="ＭＳ Ｐゴシック" panose="020B0600070205080204" pitchFamily="50" charset="-128"/>
                </a:defRPr>
              </a:lvl2pPr>
              <a:lvl3pPr marL="938213" defTabSz="938213">
                <a:defRPr kumimoji="1">
                  <a:solidFill>
                    <a:schemeClr val="tx1"/>
                  </a:solidFill>
                  <a:latin typeface="Arial" panose="020B0604020202020204" pitchFamily="34" charset="0"/>
                  <a:ea typeface="ＭＳ Ｐゴシック" panose="020B0600070205080204" pitchFamily="50" charset="-128"/>
                </a:defRPr>
              </a:lvl3pPr>
              <a:lvl4pPr marL="1406525" defTabSz="938213">
                <a:defRPr kumimoji="1">
                  <a:solidFill>
                    <a:schemeClr val="tx1"/>
                  </a:solidFill>
                  <a:latin typeface="Arial" panose="020B0604020202020204" pitchFamily="34" charset="0"/>
                  <a:ea typeface="ＭＳ Ｐゴシック" panose="020B0600070205080204" pitchFamily="50" charset="-128"/>
                </a:defRPr>
              </a:lvl4pPr>
              <a:lvl5pPr marL="1873250" defTabSz="938213">
                <a:defRPr kumimoji="1">
                  <a:solidFill>
                    <a:schemeClr val="tx1"/>
                  </a:solidFill>
                  <a:latin typeface="Arial" panose="020B0604020202020204" pitchFamily="34" charset="0"/>
                  <a:ea typeface="ＭＳ Ｐゴシック" panose="020B0600070205080204" pitchFamily="50" charset="-128"/>
                </a:defRPr>
              </a:lvl5pPr>
              <a:lvl6pPr marL="2330450" defTabSz="9382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87650" defTabSz="9382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44850" defTabSz="9382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2050" defTabSz="9382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200" b="0">
                  <a:ea typeface="MS UI Gothic" panose="020B0600070205080204" pitchFamily="50" charset="-128"/>
                </a:rPr>
                <a:t>Control </a:t>
              </a:r>
            </a:p>
            <a:p>
              <a:pPr algn="ctr"/>
              <a:r>
                <a:rPr lang="en-US" altLang="ja-JP" sz="1200" b="0">
                  <a:ea typeface="MS UI Gothic" panose="020B0600070205080204" pitchFamily="50" charset="-128"/>
                </a:rPr>
                <a:t>phân nhánh </a:t>
              </a:r>
            </a:p>
            <a:p>
              <a:pPr algn="ctr"/>
              <a:r>
                <a:rPr lang="en-US" altLang="ja-JP" sz="1200" b="0">
                  <a:ea typeface="MS UI Gothic" panose="020B0600070205080204" pitchFamily="50" charset="-128"/>
                </a:rPr>
                <a:t>điều kiện</a:t>
              </a:r>
            </a:p>
          </p:txBody>
        </p:sp>
        <p:sp>
          <p:nvSpPr>
            <p:cNvPr id="404603" name="Text Box 123">
              <a:extLst>
                <a:ext uri="{FF2B5EF4-FFF2-40B4-BE49-F238E27FC236}">
                  <a16:creationId xmlns:a16="http://schemas.microsoft.com/office/drawing/2014/main" id="{51E703DC-3360-E8A8-87D4-186B59151992}"/>
                </a:ext>
              </a:extLst>
            </p:cNvPr>
            <p:cNvSpPr txBox="1">
              <a:spLocks noChangeArrowheads="1"/>
            </p:cNvSpPr>
            <p:nvPr/>
          </p:nvSpPr>
          <p:spPr bwMode="auto">
            <a:xfrm>
              <a:off x="1560" y="1590"/>
              <a:ext cx="606" cy="24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4192" tIns="47096" rIns="94192" bIns="47096">
              <a:spAutoFit/>
            </a:bodyP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spcBef>
                  <a:spcPct val="50000"/>
                </a:spcBef>
              </a:pPr>
              <a:r>
                <a:rPr lang="ja-JP" altLang="en-US">
                  <a:ea typeface="MS UI Gothic" panose="020B0600070205080204" pitchFamily="50" charset="-128"/>
                </a:rPr>
                <a:t>・</a:t>
              </a:r>
              <a:r>
                <a:rPr lang="ja-JP" altLang="en-US">
                  <a:ea typeface="ＭＳ ゴシック" panose="020B0609070205080204" pitchFamily="49" charset="-128"/>
                </a:rPr>
                <a:t> </a:t>
              </a:r>
              <a:r>
                <a:rPr lang="en-US" altLang="ja-JP">
                  <a:ea typeface="ＭＳ ゴシック" panose="020B0609070205080204" pitchFamily="49" charset="-128"/>
                </a:rPr>
                <a:t>Câu if</a:t>
              </a:r>
              <a:br>
                <a:rPr lang="en-US" altLang="ja-JP">
                  <a:ea typeface="MS UI Gothic" panose="020B0600070205080204" pitchFamily="50" charset="-128"/>
                </a:rPr>
              </a:br>
              <a:r>
                <a:rPr lang="ja-JP" altLang="en-US">
                  <a:ea typeface="MS UI Gothic" panose="020B0600070205080204" pitchFamily="50" charset="-128"/>
                </a:rPr>
                <a:t>・</a:t>
              </a:r>
              <a:r>
                <a:rPr lang="ja-JP" altLang="en-US">
                  <a:ea typeface="ＭＳ ゴシック" panose="020B0609070205080204" pitchFamily="49" charset="-128"/>
                </a:rPr>
                <a:t> </a:t>
              </a:r>
              <a:r>
                <a:rPr lang="en-US" altLang="ja-JP">
                  <a:ea typeface="ＭＳ ゴシック" panose="020B0609070205080204" pitchFamily="49" charset="-128"/>
                </a:rPr>
                <a:t>Câu switch</a:t>
              </a:r>
              <a:endParaRPr lang="en-US" altLang="ja-JP">
                <a:ea typeface="MS UI Gothic" panose="020B0600070205080204" pitchFamily="50" charset="-128"/>
              </a:endParaRPr>
            </a:p>
          </p:txBody>
        </p:sp>
      </p:grpSp>
      <p:grpSp>
        <p:nvGrpSpPr>
          <p:cNvPr id="404607" name="Group 127">
            <a:extLst>
              <a:ext uri="{FF2B5EF4-FFF2-40B4-BE49-F238E27FC236}">
                <a16:creationId xmlns:a16="http://schemas.microsoft.com/office/drawing/2014/main" id="{101D48AF-445E-3B1B-38CF-6E510479DADE}"/>
              </a:ext>
            </a:extLst>
          </p:cNvPr>
          <p:cNvGrpSpPr>
            <a:grpSpLocks/>
          </p:cNvGrpSpPr>
          <p:nvPr/>
        </p:nvGrpSpPr>
        <p:grpSpPr bwMode="auto">
          <a:xfrm>
            <a:off x="4348163" y="2306638"/>
            <a:ext cx="1389062" cy="1176337"/>
            <a:chOff x="2478" y="1265"/>
            <a:chExt cx="780" cy="723"/>
          </a:xfrm>
        </p:grpSpPr>
        <p:sp>
          <p:nvSpPr>
            <p:cNvPr id="404605" name="AutoShape 125">
              <a:extLst>
                <a:ext uri="{FF2B5EF4-FFF2-40B4-BE49-F238E27FC236}">
                  <a16:creationId xmlns:a16="http://schemas.microsoft.com/office/drawing/2014/main" id="{BCEEE604-7FAF-1FA3-A8F5-21FFF01E2AE4}"/>
                </a:ext>
              </a:extLst>
            </p:cNvPr>
            <p:cNvSpPr>
              <a:spLocks noChangeArrowheads="1"/>
            </p:cNvSpPr>
            <p:nvPr/>
          </p:nvSpPr>
          <p:spPr bwMode="auto">
            <a:xfrm>
              <a:off x="2478" y="1265"/>
              <a:ext cx="780" cy="723"/>
            </a:xfrm>
            <a:prstGeom prst="roundRect">
              <a:avLst>
                <a:gd name="adj" fmla="val 16667"/>
              </a:avLst>
            </a:prstGeom>
            <a:solidFill>
              <a:srgbClr val="FFFFCC"/>
            </a:solidFill>
            <a:ln w="9525" algn="ctr">
              <a:solidFill>
                <a:schemeClr val="tx1"/>
              </a:solidFill>
              <a:round/>
              <a:headEnd/>
              <a:tailEnd/>
            </a:ln>
            <a:effectLst>
              <a:outerShdw dist="107763" dir="2700000" algn="ctr" rotWithShape="0">
                <a:schemeClr val="bg2">
                  <a:alpha val="50000"/>
                </a:schemeClr>
              </a:outerShdw>
            </a:effectLst>
          </p:spPr>
          <p:txBody>
            <a:bodyPr wrap="none" lIns="93727" tIns="46863" rIns="93727" bIns="46863"/>
            <a:lstStyle>
              <a:lvl1pPr defTabSz="938213">
                <a:defRPr kumimoji="1">
                  <a:solidFill>
                    <a:schemeClr val="tx1"/>
                  </a:solidFill>
                  <a:latin typeface="Arial" panose="020B0604020202020204" pitchFamily="34" charset="0"/>
                  <a:ea typeface="ＭＳ Ｐゴシック" panose="020B0600070205080204" pitchFamily="50" charset="-128"/>
                </a:defRPr>
              </a:lvl1pPr>
              <a:lvl2pPr marL="468313" defTabSz="938213">
                <a:defRPr kumimoji="1">
                  <a:solidFill>
                    <a:schemeClr val="tx1"/>
                  </a:solidFill>
                  <a:latin typeface="Arial" panose="020B0604020202020204" pitchFamily="34" charset="0"/>
                  <a:ea typeface="ＭＳ Ｐゴシック" panose="020B0600070205080204" pitchFamily="50" charset="-128"/>
                </a:defRPr>
              </a:lvl2pPr>
              <a:lvl3pPr marL="938213" defTabSz="938213">
                <a:defRPr kumimoji="1">
                  <a:solidFill>
                    <a:schemeClr val="tx1"/>
                  </a:solidFill>
                  <a:latin typeface="Arial" panose="020B0604020202020204" pitchFamily="34" charset="0"/>
                  <a:ea typeface="ＭＳ Ｐゴシック" panose="020B0600070205080204" pitchFamily="50" charset="-128"/>
                </a:defRPr>
              </a:lvl3pPr>
              <a:lvl4pPr marL="1406525" defTabSz="938213">
                <a:defRPr kumimoji="1">
                  <a:solidFill>
                    <a:schemeClr val="tx1"/>
                  </a:solidFill>
                  <a:latin typeface="Arial" panose="020B0604020202020204" pitchFamily="34" charset="0"/>
                  <a:ea typeface="ＭＳ Ｐゴシック" panose="020B0600070205080204" pitchFamily="50" charset="-128"/>
                </a:defRPr>
              </a:lvl4pPr>
              <a:lvl5pPr marL="1873250" defTabSz="938213">
                <a:defRPr kumimoji="1">
                  <a:solidFill>
                    <a:schemeClr val="tx1"/>
                  </a:solidFill>
                  <a:latin typeface="Arial" panose="020B0604020202020204" pitchFamily="34" charset="0"/>
                  <a:ea typeface="ＭＳ Ｐゴシック" panose="020B0600070205080204" pitchFamily="50" charset="-128"/>
                </a:defRPr>
              </a:lvl5pPr>
              <a:lvl6pPr marL="2330450" defTabSz="9382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87650" defTabSz="9382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44850" defTabSz="9382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2050" defTabSz="9382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600" b="0">
                  <a:ea typeface="MS UI Gothic" panose="020B0600070205080204" pitchFamily="50" charset="-128"/>
                </a:rPr>
                <a:t>Control lặp</a:t>
              </a:r>
            </a:p>
          </p:txBody>
        </p:sp>
        <p:sp>
          <p:nvSpPr>
            <p:cNvPr id="404606" name="Text Box 126">
              <a:extLst>
                <a:ext uri="{FF2B5EF4-FFF2-40B4-BE49-F238E27FC236}">
                  <a16:creationId xmlns:a16="http://schemas.microsoft.com/office/drawing/2014/main" id="{60CAE0CB-1F51-1223-845F-4ADD066AD9E5}"/>
                </a:ext>
              </a:extLst>
            </p:cNvPr>
            <p:cNvSpPr txBox="1">
              <a:spLocks noChangeArrowheads="1"/>
            </p:cNvSpPr>
            <p:nvPr/>
          </p:nvSpPr>
          <p:spPr bwMode="auto">
            <a:xfrm>
              <a:off x="2530" y="1618"/>
              <a:ext cx="606" cy="339"/>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4192" tIns="47096" rIns="94192" bIns="47096">
              <a:spAutoFit/>
            </a:bodyP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spcBef>
                  <a:spcPct val="50000"/>
                </a:spcBef>
              </a:pPr>
              <a:r>
                <a:rPr lang="ja-JP" altLang="en-US">
                  <a:ea typeface="MS UI Gothic" panose="020B0600070205080204" pitchFamily="50" charset="-128"/>
                </a:rPr>
                <a:t>・</a:t>
              </a:r>
              <a:r>
                <a:rPr lang="ja-JP" altLang="en-US">
                  <a:ea typeface="ＭＳ ゴシック" panose="020B0609070205080204" pitchFamily="49" charset="-128"/>
                </a:rPr>
                <a:t> </a:t>
              </a:r>
              <a:r>
                <a:rPr lang="en-US" altLang="ja-JP">
                  <a:ea typeface="ＭＳ ゴシック" panose="020B0609070205080204" pitchFamily="49" charset="-128"/>
                </a:rPr>
                <a:t>Câu while</a:t>
              </a:r>
              <a:br>
                <a:rPr lang="en-US" altLang="ja-JP">
                  <a:ea typeface="MS UI Gothic" panose="020B0600070205080204" pitchFamily="50" charset="-128"/>
                </a:rPr>
              </a:br>
              <a:r>
                <a:rPr lang="ja-JP" altLang="en-US">
                  <a:ea typeface="MS UI Gothic" panose="020B0600070205080204" pitchFamily="50" charset="-128"/>
                </a:rPr>
                <a:t>・</a:t>
              </a:r>
              <a:r>
                <a:rPr lang="ja-JP" altLang="en-US">
                  <a:ea typeface="ＭＳ ゴシック" panose="020B0609070205080204" pitchFamily="49" charset="-128"/>
                </a:rPr>
                <a:t> </a:t>
              </a:r>
              <a:r>
                <a:rPr lang="en-US" altLang="ja-JP">
                  <a:ea typeface="ＭＳ ゴシック" panose="020B0609070205080204" pitchFamily="49" charset="-128"/>
                </a:rPr>
                <a:t>Câu do-while</a:t>
              </a:r>
              <a:br>
                <a:rPr lang="en-US" altLang="ja-JP">
                  <a:ea typeface="MS UI Gothic" panose="020B0600070205080204" pitchFamily="50" charset="-128"/>
                </a:rPr>
              </a:br>
              <a:r>
                <a:rPr lang="ja-JP" altLang="en-US">
                  <a:ea typeface="MS UI Gothic" panose="020B0600070205080204" pitchFamily="50" charset="-128"/>
                </a:rPr>
                <a:t>･</a:t>
              </a:r>
              <a:r>
                <a:rPr lang="ja-JP" altLang="en-US">
                  <a:ea typeface="ＭＳ ゴシック" panose="020B0609070205080204" pitchFamily="49" charset="-128"/>
                </a:rPr>
                <a:t> </a:t>
              </a:r>
              <a:r>
                <a:rPr lang="en-US" altLang="ja-JP">
                  <a:ea typeface="ＭＳ ゴシック" panose="020B0609070205080204" pitchFamily="49" charset="-128"/>
                </a:rPr>
                <a:t>Câu for</a:t>
              </a:r>
              <a:endParaRPr lang="en-US" altLang="ja-JP">
                <a:ea typeface="MS UI Gothic" panose="020B0600070205080204" pitchFamily="50" charset="-128"/>
              </a:endParaRPr>
            </a:p>
          </p:txBody>
        </p:sp>
      </p:grpSp>
      <p:sp>
        <p:nvSpPr>
          <p:cNvPr id="404611" name="Text Box 131">
            <a:extLst>
              <a:ext uri="{FF2B5EF4-FFF2-40B4-BE49-F238E27FC236}">
                <a16:creationId xmlns:a16="http://schemas.microsoft.com/office/drawing/2014/main" id="{93C53B91-CDA2-61F2-89C2-1F8D2E6E0BE6}"/>
              </a:ext>
            </a:extLst>
          </p:cNvPr>
          <p:cNvSpPr txBox="1">
            <a:spLocks noChangeArrowheads="1"/>
          </p:cNvSpPr>
          <p:nvPr/>
        </p:nvSpPr>
        <p:spPr bwMode="auto">
          <a:xfrm>
            <a:off x="1196975" y="2603500"/>
            <a:ext cx="1616075" cy="70485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4192" tIns="47096" rIns="94192" bIns="47096">
            <a:spAutoFit/>
          </a:bodyP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spcBef>
                <a:spcPct val="50000"/>
              </a:spcBef>
            </a:pPr>
            <a:r>
              <a:rPr lang="ja-JP" altLang="en-US">
                <a:ea typeface="MS UI Gothic" panose="020B0600070205080204" pitchFamily="50" charset="-128"/>
              </a:rPr>
              <a:t>・ </a:t>
            </a:r>
            <a:r>
              <a:rPr lang="en-US" altLang="ja-JP">
                <a:ea typeface="MS UI Gothic" panose="020B0600070205080204" pitchFamily="50" charset="-128"/>
              </a:rPr>
              <a:t>Câu lệnh control là gì</a:t>
            </a:r>
            <a:br>
              <a:rPr lang="en-US" altLang="ja-JP">
                <a:ea typeface="MS UI Gothic" panose="020B0600070205080204" pitchFamily="50" charset="-128"/>
              </a:rPr>
            </a:br>
            <a:r>
              <a:rPr lang="ja-JP" altLang="en-US">
                <a:ea typeface="MS UI Gothic" panose="020B0600070205080204" pitchFamily="50" charset="-128"/>
              </a:rPr>
              <a:t>・ </a:t>
            </a:r>
            <a:r>
              <a:rPr lang="en-US" altLang="ja-JP">
                <a:ea typeface="MS UI Gothic" panose="020B0600070205080204" pitchFamily="50" charset="-128"/>
              </a:rPr>
              <a:t>Biểu thức điều kiện</a:t>
            </a:r>
            <a:br>
              <a:rPr lang="en-US" altLang="ja-JP">
                <a:ea typeface="MS UI Gothic" panose="020B0600070205080204" pitchFamily="50" charset="-128"/>
              </a:rPr>
            </a:br>
            <a:r>
              <a:rPr lang="ja-JP" altLang="en-US">
                <a:ea typeface="MS UI Gothic" panose="020B0600070205080204" pitchFamily="50" charset="-128"/>
              </a:rPr>
              <a:t>・ </a:t>
            </a:r>
            <a:r>
              <a:rPr lang="en-US" altLang="ja-JP">
                <a:ea typeface="MS UI Gothic" panose="020B0600070205080204" pitchFamily="50" charset="-128"/>
              </a:rPr>
              <a:t>Phạm vi valid của biến số</a:t>
            </a:r>
          </a:p>
        </p:txBody>
      </p:sp>
      <p:sp>
        <p:nvSpPr>
          <p:cNvPr id="404613" name="Text Box 133">
            <a:extLst>
              <a:ext uri="{FF2B5EF4-FFF2-40B4-BE49-F238E27FC236}">
                <a16:creationId xmlns:a16="http://schemas.microsoft.com/office/drawing/2014/main" id="{41EC75B7-3DED-9774-B5FB-4D0460A4BACA}"/>
              </a:ext>
            </a:extLst>
          </p:cNvPr>
          <p:cNvSpPr txBox="1">
            <a:spLocks noChangeArrowheads="1"/>
          </p:cNvSpPr>
          <p:nvPr/>
        </p:nvSpPr>
        <p:spPr bwMode="auto">
          <a:xfrm>
            <a:off x="1414463" y="1943100"/>
            <a:ext cx="904875" cy="274638"/>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11" tIns="45707" rIns="91411" bIns="45707">
            <a:spAutoFit/>
          </a:bodyPr>
          <a:lstStyle/>
          <a:p>
            <a:pPr>
              <a:spcBef>
                <a:spcPct val="50000"/>
              </a:spcBef>
            </a:pPr>
            <a:r>
              <a:rPr lang="en-US" altLang="ja-JP" sz="1200">
                <a:solidFill>
                  <a:srgbClr val="3FB007"/>
                </a:solidFill>
              </a:rPr>
              <a:t>Chapter 6</a:t>
            </a:r>
          </a:p>
        </p:txBody>
      </p:sp>
      <p:sp>
        <p:nvSpPr>
          <p:cNvPr id="404614" name="Text Box 134">
            <a:extLst>
              <a:ext uri="{FF2B5EF4-FFF2-40B4-BE49-F238E27FC236}">
                <a16:creationId xmlns:a16="http://schemas.microsoft.com/office/drawing/2014/main" id="{3DFF4E03-79E8-1965-8C15-ED321C4D0880}"/>
              </a:ext>
            </a:extLst>
          </p:cNvPr>
          <p:cNvSpPr txBox="1">
            <a:spLocks noChangeArrowheads="1"/>
          </p:cNvSpPr>
          <p:nvPr/>
        </p:nvSpPr>
        <p:spPr bwMode="auto">
          <a:xfrm>
            <a:off x="2947988" y="1943100"/>
            <a:ext cx="923925" cy="274638"/>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11" tIns="45707" rIns="91411" bIns="45707">
            <a:spAutoFit/>
          </a:bodyPr>
          <a:lstStyle/>
          <a:p>
            <a:pPr>
              <a:spcBef>
                <a:spcPct val="50000"/>
              </a:spcBef>
            </a:pPr>
            <a:r>
              <a:rPr lang="en-US" altLang="ja-JP" sz="1200">
                <a:solidFill>
                  <a:srgbClr val="3FB007"/>
                </a:solidFill>
              </a:rPr>
              <a:t>Chapter 7</a:t>
            </a:r>
          </a:p>
        </p:txBody>
      </p:sp>
      <p:sp>
        <p:nvSpPr>
          <p:cNvPr id="404615" name="Text Box 135">
            <a:extLst>
              <a:ext uri="{FF2B5EF4-FFF2-40B4-BE49-F238E27FC236}">
                <a16:creationId xmlns:a16="http://schemas.microsoft.com/office/drawing/2014/main" id="{7A7FBE4B-C91C-EE6E-7970-EAE8B60056E0}"/>
              </a:ext>
            </a:extLst>
          </p:cNvPr>
          <p:cNvSpPr txBox="1">
            <a:spLocks noChangeArrowheads="1"/>
          </p:cNvSpPr>
          <p:nvPr/>
        </p:nvSpPr>
        <p:spPr bwMode="auto">
          <a:xfrm>
            <a:off x="4662488" y="1943100"/>
            <a:ext cx="962025" cy="274638"/>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11" tIns="45707" rIns="91411" bIns="45707">
            <a:spAutoFit/>
          </a:bodyPr>
          <a:lstStyle/>
          <a:p>
            <a:pPr>
              <a:spcBef>
                <a:spcPct val="50000"/>
              </a:spcBef>
            </a:pPr>
            <a:r>
              <a:rPr lang="en-US" altLang="ja-JP" sz="1200">
                <a:solidFill>
                  <a:srgbClr val="3FB007"/>
                </a:solidFill>
              </a:rPr>
              <a:t>Chapter 8</a:t>
            </a:r>
          </a:p>
        </p:txBody>
      </p:sp>
      <p:sp>
        <p:nvSpPr>
          <p:cNvPr id="404572" name="Rectangle 92">
            <a:extLst>
              <a:ext uri="{FF2B5EF4-FFF2-40B4-BE49-F238E27FC236}">
                <a16:creationId xmlns:a16="http://schemas.microsoft.com/office/drawing/2014/main" id="{AB6CF5C2-CAC4-8D35-36D7-44C67505757B}"/>
              </a:ext>
            </a:extLst>
          </p:cNvPr>
          <p:cNvSpPr>
            <a:spLocks noChangeArrowheads="1"/>
          </p:cNvSpPr>
          <p:nvPr/>
        </p:nvSpPr>
        <p:spPr bwMode="auto">
          <a:xfrm>
            <a:off x="4225925" y="1773238"/>
            <a:ext cx="1585913" cy="2009775"/>
          </a:xfrm>
          <a:prstGeom prst="rect">
            <a:avLst/>
          </a:prstGeom>
          <a:noFill/>
          <a:ln w="19050" algn="ctr">
            <a:solidFill>
              <a:srgbClr val="FF8519"/>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94" tIns="45695" rIns="91394" bIns="4569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68425"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
        <p:nvSpPr>
          <p:cNvPr id="404661" name="Text Box 181">
            <a:extLst>
              <a:ext uri="{FF2B5EF4-FFF2-40B4-BE49-F238E27FC236}">
                <a16:creationId xmlns:a16="http://schemas.microsoft.com/office/drawing/2014/main" id="{0B67B55C-AAB5-CCE3-A8C3-AC517B1DD5EA}"/>
              </a:ext>
            </a:extLst>
          </p:cNvPr>
          <p:cNvSpPr txBox="1">
            <a:spLocks noChangeArrowheads="1"/>
          </p:cNvSpPr>
          <p:nvPr/>
        </p:nvSpPr>
        <p:spPr bwMode="auto">
          <a:xfrm>
            <a:off x="614363" y="5653088"/>
            <a:ext cx="5854700" cy="654050"/>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10240" tIns="20483" rIns="10240" bIns="10240"/>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19367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4788"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ＭＳ ゴシック" panose="020B0609070205080204" pitchFamily="49" charset="-128"/>
              </a:rPr>
              <a:t>while (điều kiện lặp) {</a:t>
            </a:r>
          </a:p>
          <a:p>
            <a:pPr lvl="1" algn="just"/>
            <a:r>
              <a:rPr lang="en-US" altLang="ja-JP" b="0">
                <a:ea typeface="ＭＳ ゴシック" panose="020B0609070205080204" pitchFamily="49" charset="-128"/>
              </a:rPr>
              <a:t>    </a:t>
            </a:r>
            <a:r>
              <a:rPr lang="en-US" altLang="ja-JP" b="0">
                <a:ea typeface="MS UI Gothic" panose="020B0600070205080204" pitchFamily="50" charset="-128"/>
              </a:rPr>
              <a:t>xử lí muốn lặp</a:t>
            </a:r>
            <a:r>
              <a:rPr lang="en-US" altLang="ja-JP">
                <a:ea typeface="MS UI Gothic" panose="020B0600070205080204" pitchFamily="50" charset="-128"/>
              </a:rPr>
              <a:t> </a:t>
            </a:r>
            <a:r>
              <a:rPr lang="en-US" altLang="ja-JP" b="0">
                <a:ea typeface="MS UI Gothic" panose="020B0600070205080204" pitchFamily="50" charset="-128"/>
              </a:rPr>
              <a:t>trong t</a:t>
            </a:r>
            <a:r>
              <a:rPr lang="en-US" altLang="ja-JP" b="0">
                <a:ea typeface="ＭＳ ゴシック" panose="020B0609070205080204" pitchFamily="49" charset="-128"/>
              </a:rPr>
              <a:t>rường hợp điều kiện là true</a:t>
            </a:r>
            <a:endParaRPr lang="en-US" altLang="ja-JP" b="0">
              <a:ea typeface="MS UI Gothic" panose="020B0600070205080204" pitchFamily="50" charset="-128"/>
            </a:endParaRPr>
          </a:p>
          <a:p>
            <a:pPr lvl="1" algn="just"/>
            <a:r>
              <a:rPr lang="en-US" altLang="ja-JP" b="0">
                <a:ea typeface="ＭＳ ゴシック" panose="020B0609070205080204" pitchFamily="49" charset="-128"/>
              </a:rPr>
              <a:t>}</a:t>
            </a:r>
            <a:endParaRPr lang="en-US" altLang="en-US" b="0">
              <a:ea typeface="ＭＳ ゴシック" panose="020B0609070205080204" pitchFamily="49" charset="-128"/>
            </a:endParaRPr>
          </a:p>
        </p:txBody>
      </p:sp>
      <p:sp>
        <p:nvSpPr>
          <p:cNvPr id="404662" name="AutoShape 182">
            <a:extLst>
              <a:ext uri="{FF2B5EF4-FFF2-40B4-BE49-F238E27FC236}">
                <a16:creationId xmlns:a16="http://schemas.microsoft.com/office/drawing/2014/main" id="{0686ABD8-02D3-D5A9-F401-BC8CFFB7A4F1}"/>
              </a:ext>
            </a:extLst>
          </p:cNvPr>
          <p:cNvSpPr>
            <a:spLocks noChangeArrowheads="1"/>
          </p:cNvSpPr>
          <p:nvPr/>
        </p:nvSpPr>
        <p:spPr bwMode="auto">
          <a:xfrm>
            <a:off x="4265613" y="5475288"/>
            <a:ext cx="2024062" cy="685800"/>
          </a:xfrm>
          <a:prstGeom prst="wedgeRoundRectCallout">
            <a:avLst>
              <a:gd name="adj1" fmla="val -72273"/>
              <a:gd name="adj2" fmla="val 22222"/>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4161" tIns="47080" rIns="94161" bIns="47080"/>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09700"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b="0">
                <a:ea typeface="MS UI Gothic" panose="020B0600070205080204" pitchFamily="50" charset="-128"/>
              </a:rPr>
              <a:t>Trường hợp điều kiện lặp ban đầu là </a:t>
            </a:r>
            <a:r>
              <a:rPr lang="en-US" altLang="ja-JP" b="0">
                <a:ea typeface="ＭＳ ゴシック" panose="020B0609070205080204" pitchFamily="49" charset="-128"/>
              </a:rPr>
              <a:t>false thì xử lí sẽ không được thực hiện lần nào</a:t>
            </a:r>
            <a:endParaRPr lang="en-US" altLang="ja-JP" b="0">
              <a:ea typeface="MS UI Gothic" panose="020B0600070205080204" pitchFamily="50" charset="-128"/>
            </a:endParaRPr>
          </a:p>
        </p:txBody>
      </p:sp>
      <p:sp>
        <p:nvSpPr>
          <p:cNvPr id="404664" name="Text Box 184">
            <a:extLst>
              <a:ext uri="{FF2B5EF4-FFF2-40B4-BE49-F238E27FC236}">
                <a16:creationId xmlns:a16="http://schemas.microsoft.com/office/drawing/2014/main" id="{7A25A549-B34D-01DF-D938-1986E7D161C7}"/>
              </a:ext>
            </a:extLst>
          </p:cNvPr>
          <p:cNvSpPr txBox="1">
            <a:spLocks noChangeArrowheads="1"/>
          </p:cNvSpPr>
          <p:nvPr/>
        </p:nvSpPr>
        <p:spPr bwMode="auto">
          <a:xfrm>
            <a:off x="633413" y="7500938"/>
            <a:ext cx="5854700" cy="692150"/>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10240" tIns="20483" rIns="10240" bIns="10240"/>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19367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4788"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ＭＳ ゴシック" panose="020B0609070205080204" pitchFamily="49" charset="-128"/>
              </a:rPr>
              <a:t>do {</a:t>
            </a:r>
          </a:p>
          <a:p>
            <a:pPr lvl="1" algn="just"/>
            <a:r>
              <a:rPr lang="en-US" altLang="ja-JP" b="0">
                <a:ea typeface="ＭＳ ゴシック" panose="020B0609070205080204" pitchFamily="49" charset="-128"/>
              </a:rPr>
              <a:t> </a:t>
            </a:r>
            <a:r>
              <a:rPr lang="en-US" altLang="ja-JP" b="0">
                <a:ea typeface="MS UI Gothic" panose="020B0600070205080204" pitchFamily="50" charset="-128"/>
              </a:rPr>
              <a:t>trường hợp điều kiện là true, xử lí muốn lặp</a:t>
            </a:r>
          </a:p>
          <a:p>
            <a:pPr lvl="1" algn="just"/>
            <a:r>
              <a:rPr lang="en-US" altLang="ja-JP" b="0">
                <a:ea typeface="ＭＳ ゴシック" panose="020B0609070205080204" pitchFamily="49" charset="-128"/>
              </a:rPr>
              <a:t>} while (</a:t>
            </a:r>
            <a:r>
              <a:rPr lang="en-US" altLang="ja-JP" b="0">
                <a:ea typeface="MS UI Gothic" panose="020B0600070205080204" pitchFamily="50" charset="-128"/>
              </a:rPr>
              <a:t>điều kiện lặp</a:t>
            </a:r>
            <a:r>
              <a:rPr lang="en-US" altLang="ja-JP" b="0">
                <a:ea typeface="ＭＳ ゴシック" panose="020B0609070205080204" pitchFamily="49" charset="-128"/>
              </a:rPr>
              <a:t>);</a:t>
            </a:r>
            <a:endParaRPr lang="en-US" altLang="en-US" b="0">
              <a:ea typeface="ＭＳ ゴシック" panose="020B0609070205080204" pitchFamily="49" charset="-128"/>
            </a:endParaRPr>
          </a:p>
        </p:txBody>
      </p:sp>
      <p:sp>
        <p:nvSpPr>
          <p:cNvPr id="404665" name="AutoShape 185">
            <a:extLst>
              <a:ext uri="{FF2B5EF4-FFF2-40B4-BE49-F238E27FC236}">
                <a16:creationId xmlns:a16="http://schemas.microsoft.com/office/drawing/2014/main" id="{D4750808-4084-447F-0539-8E90A9DCDD97}"/>
              </a:ext>
            </a:extLst>
          </p:cNvPr>
          <p:cNvSpPr>
            <a:spLocks noChangeArrowheads="1"/>
          </p:cNvSpPr>
          <p:nvPr/>
        </p:nvSpPr>
        <p:spPr bwMode="auto">
          <a:xfrm>
            <a:off x="3865563" y="7351713"/>
            <a:ext cx="2441575" cy="611187"/>
          </a:xfrm>
          <a:prstGeom prst="wedgeRoundRectCallout">
            <a:avLst>
              <a:gd name="adj1" fmla="val -62222"/>
              <a:gd name="adj2" fmla="val 19611"/>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4161" tIns="47080" rIns="94161" bIns="47080"/>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09700"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b="0">
                <a:ea typeface="MS UI Gothic" panose="020B0600070205080204" pitchFamily="50" charset="-128"/>
              </a:rPr>
              <a:t>Trong cả trường hợp điều kiện lặp ban đầu là false thì xử lí cũng sẽ được thực hiện tối thiểu 1 lần</a:t>
            </a:r>
          </a:p>
          <a:p>
            <a:endParaRPr lang="en-US" altLang="ja-JP" b="0">
              <a:ea typeface="MS UI Gothic" panose="020B0600070205080204" pitchFamily="50" charset="-128"/>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9154" name="Rectangle 2">
            <a:extLst>
              <a:ext uri="{FF2B5EF4-FFF2-40B4-BE49-F238E27FC236}">
                <a16:creationId xmlns:a16="http://schemas.microsoft.com/office/drawing/2014/main" id="{1740433F-7746-43EE-426C-85602AB120A4}"/>
              </a:ext>
            </a:extLst>
          </p:cNvPr>
          <p:cNvSpPr>
            <a:spLocks noRot="1" noChangeAspect="1" noChangeArrowheads="1" noTextEdit="1"/>
          </p:cNvSpPr>
          <p:nvPr>
            <p:ph type="sldImg"/>
          </p:nvPr>
        </p:nvSpPr>
        <p:spPr>
          <a:xfrm>
            <a:off x="344488" y="835025"/>
            <a:ext cx="6380162" cy="4418013"/>
          </a:xfrm>
          <a:ln/>
        </p:spPr>
      </p:sp>
      <p:sp>
        <p:nvSpPr>
          <p:cNvPr id="689155" name="Rectangle 3">
            <a:extLst>
              <a:ext uri="{FF2B5EF4-FFF2-40B4-BE49-F238E27FC236}">
                <a16:creationId xmlns:a16="http://schemas.microsoft.com/office/drawing/2014/main" id="{C17EFDB6-F596-3C52-A1E7-14AC26492EAC}"/>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Control lặp là </a:t>
            </a:r>
          </a:p>
          <a:p>
            <a:pPr marL="0" indent="0"/>
            <a:r>
              <a:rPr lang="ja-JP" altLang="en-US">
                <a:latin typeface="Arial" panose="020B0604020202020204" pitchFamily="34" charset="0"/>
              </a:rPr>
              <a:t>　</a:t>
            </a:r>
            <a:r>
              <a:rPr lang="en-US" altLang="ja-JP">
                <a:latin typeface="Arial" panose="020B0604020202020204" pitchFamily="34" charset="0"/>
              </a:rPr>
              <a:t>Là câu lệnh control để thực hiện xử lí lặp giống nhau , cũng gọi là lệnh loop</a:t>
            </a:r>
          </a:p>
          <a:p>
            <a:pPr marL="0" indent="0"/>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Về câu lệnh control thì có câu lệnh </a:t>
            </a:r>
            <a:r>
              <a:rPr lang="en-US" altLang="ja-JP">
                <a:latin typeface="Arial" panose="020B0604020202020204" pitchFamily="34" charset="0"/>
                <a:ea typeface="ＭＳ ゴシック" panose="020B0609070205080204" pitchFamily="49" charset="-128"/>
              </a:rPr>
              <a:t>while, câu lệnh do-while, câu lệnh for</a:t>
            </a:r>
            <a:r>
              <a:rPr lang="en-US" altLang="ja-JP">
                <a:latin typeface="Arial" panose="020B0604020202020204" pitchFamily="34" charset="0"/>
              </a:rPr>
              <a:t>.</a:t>
            </a:r>
          </a:p>
          <a:p>
            <a:pPr marL="0" indent="0"/>
            <a:endParaRPr lang="en-US" altLang="ja-JP">
              <a:latin typeface="Arial" panose="020B0604020202020204"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0659" name="Rectangle 3">
            <a:extLst>
              <a:ext uri="{FF2B5EF4-FFF2-40B4-BE49-F238E27FC236}">
                <a16:creationId xmlns:a16="http://schemas.microsoft.com/office/drawing/2014/main" id="{031596F6-3FB1-ECF2-63AF-8ED59F9539B2}"/>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Câu lệnh </a:t>
            </a:r>
            <a:r>
              <a:rPr lang="en-US" altLang="ja-JP">
                <a:latin typeface="Arial" panose="020B0604020202020204" pitchFamily="34" charset="0"/>
                <a:ea typeface="ＭＳ ゴシック" panose="020B0609070205080204" pitchFamily="49" charset="-128"/>
              </a:rPr>
              <a:t>while</a:t>
            </a:r>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Câu lệnh </a:t>
            </a:r>
            <a:r>
              <a:rPr lang="en-US" altLang="ja-JP">
                <a:latin typeface="Arial" panose="020B0604020202020204" pitchFamily="34" charset="0"/>
                <a:ea typeface="ＭＳ ゴシック" panose="020B0609070205080204" pitchFamily="49" charset="-128"/>
              </a:rPr>
              <a:t>while, chỉ định điều kiện để thực hiện lặp và thực hiện control lặp </a:t>
            </a:r>
            <a:r>
              <a:rPr lang="en-US" altLang="ja-JP">
                <a:latin typeface="Arial" panose="020B0604020202020204" pitchFamily="34" charset="0"/>
              </a:rPr>
              <a:t>.</a:t>
            </a:r>
          </a:p>
          <a:p>
            <a:pPr marL="0" indent="0"/>
            <a:r>
              <a:rPr lang="ja-JP" altLang="en-US">
                <a:latin typeface="Arial" panose="020B0604020202020204" pitchFamily="34" charset="0"/>
              </a:rPr>
              <a:t>　</a:t>
            </a:r>
            <a:r>
              <a:rPr lang="en-US" altLang="ja-JP">
                <a:latin typeface="Arial" panose="020B0604020202020204" pitchFamily="34" charset="0"/>
              </a:rPr>
              <a:t>Vì sẽ phán đoán điều kiện trước khi xử lí nên trong trường hợp ngay từ đầu điều kiện là false thì có khả năng không có xử lí nào được thực hiện.</a:t>
            </a:r>
          </a:p>
          <a:p>
            <a:pPr marL="0" indent="0"/>
            <a:r>
              <a:rPr lang="ja-JP" altLang="en-US">
                <a:latin typeface="Arial" panose="020B0604020202020204" pitchFamily="34" charset="0"/>
              </a:rPr>
              <a:t>　</a:t>
            </a:r>
          </a:p>
          <a:p>
            <a:pPr marL="0" indent="0"/>
            <a:r>
              <a:rPr lang="ja-JP" altLang="en-US">
                <a:latin typeface="Arial" panose="020B0604020202020204" pitchFamily="34" charset="0"/>
              </a:rPr>
              <a:t>●　</a:t>
            </a:r>
            <a:r>
              <a:rPr lang="en-US" altLang="ja-JP">
                <a:latin typeface="Arial" panose="020B0604020202020204" pitchFamily="34" charset="0"/>
              </a:rPr>
              <a:t>Cú pháp </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Ví dụ</a:t>
            </a:r>
            <a:r>
              <a:rPr lang="ja-JP" altLang="en-US">
                <a:latin typeface="Arial" panose="020B0604020202020204" pitchFamily="34" charset="0"/>
              </a:rPr>
              <a:t>） </a:t>
            </a:r>
            <a:r>
              <a:rPr lang="en-US" altLang="ja-JP">
                <a:latin typeface="Arial" panose="020B0604020202020204" pitchFamily="34" charset="0"/>
              </a:rPr>
              <a:t>Thực hiện tính cộng từ 1 đến 10</a:t>
            </a:r>
          </a:p>
          <a:p>
            <a:pPr marL="0" indent="0"/>
            <a:r>
              <a:rPr lang="en-US" altLang="ja-JP">
                <a:latin typeface="Arial" panose="020B0604020202020204" pitchFamily="34" charset="0"/>
                <a:ea typeface="ＭＳ ゴシック" panose="020B0609070205080204" pitchFamily="49" charset="-128"/>
              </a:rPr>
              <a:t> int cnt = 1;</a:t>
            </a:r>
          </a:p>
          <a:p>
            <a:pPr marL="0" indent="0"/>
            <a:r>
              <a:rPr lang="en-US" altLang="ja-JP">
                <a:latin typeface="Arial" panose="020B0604020202020204" pitchFamily="34" charset="0"/>
                <a:ea typeface="ＭＳ ゴシック" panose="020B0609070205080204" pitchFamily="49" charset="-128"/>
              </a:rPr>
              <a:t> int ans = 0;</a:t>
            </a:r>
          </a:p>
          <a:p>
            <a:pPr marL="0" indent="0"/>
            <a:r>
              <a:rPr lang="en-US" altLang="ja-JP">
                <a:latin typeface="Arial" panose="020B0604020202020204" pitchFamily="34" charset="0"/>
                <a:ea typeface="ＭＳ ゴシック" panose="020B0609070205080204" pitchFamily="49" charset="-128"/>
              </a:rPr>
              <a:t> while (cnt &lt;= 10) {</a:t>
            </a:r>
          </a:p>
          <a:p>
            <a:pPr marL="0" indent="0"/>
            <a:r>
              <a:rPr lang="en-US" altLang="ja-JP">
                <a:latin typeface="Arial" panose="020B0604020202020204" pitchFamily="34" charset="0"/>
                <a:ea typeface="ＭＳ ゴシック" panose="020B0609070205080204" pitchFamily="49" charset="-128"/>
              </a:rPr>
              <a:t>     ans += cnt;		// giống với ans = ans + cnt;</a:t>
            </a:r>
          </a:p>
          <a:p>
            <a:pPr marL="0" indent="0"/>
            <a:r>
              <a:rPr lang="en-US" altLang="ja-JP">
                <a:latin typeface="Arial" panose="020B0604020202020204" pitchFamily="34" charset="0"/>
                <a:ea typeface="ＭＳ ゴシック" panose="020B0609070205080204" pitchFamily="49" charset="-128"/>
              </a:rPr>
              <a:t>     cnt++;			// giống với cnt = cnt + 1;</a:t>
            </a:r>
          </a:p>
          <a:p>
            <a:pPr marL="0" indent="0"/>
            <a:r>
              <a:rPr lang="en-US" altLang="ja-JP">
                <a:latin typeface="Arial" panose="020B0604020202020204" pitchFamily="34" charset="0"/>
                <a:ea typeface="ＭＳ ゴシック" panose="020B0609070205080204" pitchFamily="49" charset="-128"/>
              </a:rPr>
              <a:t> }</a:t>
            </a:r>
          </a:p>
          <a:p>
            <a:pPr marL="0" indent="0"/>
            <a:r>
              <a:rPr lang="en-US" altLang="ja-JP">
                <a:latin typeface="Arial" panose="020B0604020202020204" pitchFamily="34" charset="0"/>
                <a:ea typeface="ＭＳ ゴシック" panose="020B0609070205080204" pitchFamily="49" charset="-128"/>
              </a:rPr>
              <a:t> System.out.println(cnt + ", " + ans);	//</a:t>
            </a:r>
            <a:r>
              <a:rPr lang="ja-JP" altLang="en-US">
                <a:latin typeface="Arial" panose="020B0604020202020204" pitchFamily="34" charset="0"/>
                <a:ea typeface="ＭＳ ゴシック" panose="020B0609070205080204" pitchFamily="49" charset="-128"/>
              </a:rPr>
              <a:t>「</a:t>
            </a:r>
            <a:r>
              <a:rPr lang="en-US" altLang="ja-JP">
                <a:latin typeface="Arial" panose="020B0604020202020204" pitchFamily="34" charset="0"/>
                <a:ea typeface="ＭＳ ゴシック" panose="020B0609070205080204" pitchFamily="49" charset="-128"/>
              </a:rPr>
              <a:t>Hiển thị 11, 55</a:t>
            </a:r>
            <a:r>
              <a:rPr lang="ja-JP" altLang="en-US">
                <a:latin typeface="Arial" panose="020B0604020202020204" pitchFamily="34" charset="0"/>
                <a:ea typeface="ＭＳ ゴシック" panose="020B0609070205080204" pitchFamily="49" charset="-128"/>
              </a:rPr>
              <a:t>」</a:t>
            </a:r>
          </a:p>
          <a:p>
            <a:pPr marL="0" indent="0"/>
            <a:endParaRPr lang="en-US" altLang="ja-JP">
              <a:latin typeface="Arial" panose="020B0604020202020204" pitchFamily="34" charset="0"/>
              <a:ea typeface="ＭＳ ゴシック" panose="020B0609070205080204" pitchFamily="49" charset="-128"/>
            </a:endParaRPr>
          </a:p>
        </p:txBody>
      </p:sp>
      <p:sp>
        <p:nvSpPr>
          <p:cNvPr id="710658" name="Rectangle 2">
            <a:extLst>
              <a:ext uri="{FF2B5EF4-FFF2-40B4-BE49-F238E27FC236}">
                <a16:creationId xmlns:a16="http://schemas.microsoft.com/office/drawing/2014/main" id="{E8E894C2-FE4C-4FED-67A3-0ED67AEC00EB}"/>
              </a:ext>
            </a:extLst>
          </p:cNvPr>
          <p:cNvSpPr>
            <a:spLocks noRot="1" noChangeAspect="1" noChangeArrowheads="1" noTextEdit="1"/>
          </p:cNvSpPr>
          <p:nvPr>
            <p:ph type="sldImg"/>
          </p:nvPr>
        </p:nvSpPr>
        <p:spPr>
          <a:ln/>
        </p:spPr>
      </p:sp>
      <p:sp>
        <p:nvSpPr>
          <p:cNvPr id="710674" name="Text Box 18">
            <a:extLst>
              <a:ext uri="{FF2B5EF4-FFF2-40B4-BE49-F238E27FC236}">
                <a16:creationId xmlns:a16="http://schemas.microsoft.com/office/drawing/2014/main" id="{6DCBD255-6166-46F4-160E-A44266591EBF}"/>
              </a:ext>
            </a:extLst>
          </p:cNvPr>
          <p:cNvSpPr txBox="1">
            <a:spLocks noChangeArrowheads="1"/>
          </p:cNvSpPr>
          <p:nvPr/>
        </p:nvSpPr>
        <p:spPr bwMode="auto">
          <a:xfrm>
            <a:off x="765175" y="6307138"/>
            <a:ext cx="5854700" cy="692150"/>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10240" tIns="20483" rIns="10240" bIns="10240"/>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19367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4788"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ＭＳ ゴシック" panose="020B0609070205080204" pitchFamily="49" charset="-128"/>
              </a:rPr>
              <a:t>while (</a:t>
            </a:r>
            <a:r>
              <a:rPr lang="en-US" altLang="ja-JP" b="0">
                <a:ea typeface="MS UI Gothic" panose="020B0600070205080204" pitchFamily="50" charset="-128"/>
              </a:rPr>
              <a:t>điều kiện lặp </a:t>
            </a:r>
            <a:r>
              <a:rPr lang="en-US" altLang="ja-JP" b="0">
                <a:ea typeface="ＭＳ ゴシック" panose="020B0609070205080204" pitchFamily="49" charset="-128"/>
              </a:rPr>
              <a:t>) {</a:t>
            </a:r>
          </a:p>
          <a:p>
            <a:pPr lvl="1" algn="just"/>
            <a:r>
              <a:rPr lang="en-US" altLang="ja-JP" b="0">
                <a:ea typeface="ＭＳ ゴシック" panose="020B0609070205080204" pitchFamily="49" charset="-128"/>
              </a:rPr>
              <a:t>    Xử lí muốn thực hiên lặp khi điều kiện là true </a:t>
            </a:r>
            <a:endParaRPr lang="en-US" altLang="ja-JP" b="0">
              <a:ea typeface="MS UI Gothic" panose="020B0600070205080204" pitchFamily="50" charset="-128"/>
            </a:endParaRPr>
          </a:p>
          <a:p>
            <a:pPr lvl="1" algn="just"/>
            <a:r>
              <a:rPr lang="en-US" altLang="ja-JP" b="0">
                <a:ea typeface="ＭＳ ゴシック" panose="020B0609070205080204" pitchFamily="49" charset="-128"/>
              </a:rPr>
              <a:t>}</a:t>
            </a:r>
            <a:endParaRPr lang="en-US" altLang="en-US" b="0">
              <a:ea typeface="ＭＳ ゴシック" panose="020B0609070205080204" pitchFamily="49" charset="-128"/>
            </a:endParaRPr>
          </a:p>
        </p:txBody>
      </p:sp>
      <p:sp>
        <p:nvSpPr>
          <p:cNvPr id="710675" name="AutoShape 19">
            <a:extLst>
              <a:ext uri="{FF2B5EF4-FFF2-40B4-BE49-F238E27FC236}">
                <a16:creationId xmlns:a16="http://schemas.microsoft.com/office/drawing/2014/main" id="{3804BE1B-FF13-54F5-FB8B-BCFCFC0DE3ED}"/>
              </a:ext>
            </a:extLst>
          </p:cNvPr>
          <p:cNvSpPr>
            <a:spLocks noChangeArrowheads="1"/>
          </p:cNvSpPr>
          <p:nvPr/>
        </p:nvSpPr>
        <p:spPr bwMode="auto">
          <a:xfrm>
            <a:off x="4654550" y="6262688"/>
            <a:ext cx="2166938" cy="601662"/>
          </a:xfrm>
          <a:prstGeom prst="wedgeRoundRectCallout">
            <a:avLst>
              <a:gd name="adj1" fmla="val -67875"/>
              <a:gd name="adj2" fmla="val 5671"/>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4161" tIns="47080" rIns="94161" bIns="47080"/>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09700"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b="0">
                <a:ea typeface="MS UI Gothic" panose="020B0600070205080204" pitchFamily="50" charset="-128"/>
              </a:rPr>
              <a:t>Trong trường hợp ngay từ đầu điều kiện lặp là false thì không có xử lí nào được thực hiện</a:t>
            </a:r>
          </a:p>
        </p:txBody>
      </p:sp>
      <p:grpSp>
        <p:nvGrpSpPr>
          <p:cNvPr id="710698" name="Group 42">
            <a:extLst>
              <a:ext uri="{FF2B5EF4-FFF2-40B4-BE49-F238E27FC236}">
                <a16:creationId xmlns:a16="http://schemas.microsoft.com/office/drawing/2014/main" id="{FD558ADD-08A0-149F-8F11-5154B40938A2}"/>
              </a:ext>
            </a:extLst>
          </p:cNvPr>
          <p:cNvGrpSpPr>
            <a:grpSpLocks/>
          </p:cNvGrpSpPr>
          <p:nvPr/>
        </p:nvGrpSpPr>
        <p:grpSpPr bwMode="auto">
          <a:xfrm>
            <a:off x="755650" y="8458200"/>
            <a:ext cx="5916613" cy="1346200"/>
            <a:chOff x="453" y="5167"/>
            <a:chExt cx="3593" cy="919"/>
          </a:xfrm>
        </p:grpSpPr>
        <p:sp>
          <p:nvSpPr>
            <p:cNvPr id="710699" name="Text Box 43">
              <a:extLst>
                <a:ext uri="{FF2B5EF4-FFF2-40B4-BE49-F238E27FC236}">
                  <a16:creationId xmlns:a16="http://schemas.microsoft.com/office/drawing/2014/main" id="{38A4CA69-22F0-F402-545A-67206233F8EA}"/>
                </a:ext>
              </a:extLst>
            </p:cNvPr>
            <p:cNvSpPr txBox="1">
              <a:spLocks noChangeArrowheads="1"/>
            </p:cNvSpPr>
            <p:nvPr/>
          </p:nvSpPr>
          <p:spPr bwMode="auto">
            <a:xfrm>
              <a:off x="455" y="5383"/>
              <a:ext cx="3591" cy="70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79317" tIns="119988" rIns="379317" bIns="119988"/>
            <a:lstStyle>
              <a:lvl1pPr defTabSz="928688">
                <a:defRPr kumimoji="1">
                  <a:solidFill>
                    <a:schemeClr val="tx1"/>
                  </a:solidFill>
                  <a:latin typeface="Arial" panose="020B0604020202020204" pitchFamily="34" charset="0"/>
                  <a:ea typeface="ＭＳ Ｐゴシック" panose="020B0600070205080204" pitchFamily="50" charset="-128"/>
                </a:defRPr>
              </a:lvl1pPr>
              <a:lvl2pPr marL="492125" defTabSz="928688">
                <a:defRPr kumimoji="1">
                  <a:solidFill>
                    <a:schemeClr val="tx1"/>
                  </a:solidFill>
                  <a:latin typeface="Arial" panose="020B0604020202020204" pitchFamily="34" charset="0"/>
                  <a:ea typeface="ＭＳ Ｐゴシック" panose="020B0600070205080204" pitchFamily="50" charset="-128"/>
                </a:defRPr>
              </a:lvl2pPr>
              <a:lvl3pPr marL="982663" defTabSz="928688">
                <a:defRPr kumimoji="1">
                  <a:solidFill>
                    <a:schemeClr val="tx1"/>
                  </a:solidFill>
                  <a:latin typeface="Arial" panose="020B0604020202020204" pitchFamily="34" charset="0"/>
                  <a:ea typeface="ＭＳ Ｐゴシック" panose="020B0600070205080204" pitchFamily="50" charset="-128"/>
                </a:defRPr>
              </a:lvl3pPr>
              <a:lvl4pPr marL="1474788" defTabSz="928688">
                <a:defRPr kumimoji="1">
                  <a:solidFill>
                    <a:schemeClr val="tx1"/>
                  </a:solidFill>
                  <a:latin typeface="Arial" panose="020B0604020202020204" pitchFamily="34" charset="0"/>
                  <a:ea typeface="ＭＳ Ｐゴシック" panose="020B0600070205080204" pitchFamily="50" charset="-128"/>
                </a:defRPr>
              </a:lvl4pPr>
              <a:lvl5pPr marL="1966913" defTabSz="928688">
                <a:defRPr kumimoji="1">
                  <a:solidFill>
                    <a:schemeClr val="tx1"/>
                  </a:solidFill>
                  <a:latin typeface="Arial" panose="020B0604020202020204" pitchFamily="34" charset="0"/>
                  <a:ea typeface="ＭＳ Ｐゴシック" panose="020B0600070205080204" pitchFamily="50" charset="-128"/>
                </a:defRPr>
              </a:lvl5pPr>
              <a:lvl6pPr marL="24241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nSpc>
                  <a:spcPct val="50000"/>
                </a:lnSpc>
              </a:pPr>
              <a:r>
                <a:rPr lang="en-US" altLang="ja-JP" b="0">
                  <a:ea typeface="MS UI Gothic" panose="020B0600070205080204" pitchFamily="50" charset="-128"/>
                </a:rPr>
                <a:t>Gọi xử lí lặp không bao giờ kết thúc là lặp vô hạn</a:t>
              </a:r>
            </a:p>
            <a:p>
              <a:r>
                <a:rPr lang="en-US" altLang="ja-JP" b="0">
                  <a:ea typeface="MS UI Gothic" panose="020B0600070205080204" pitchFamily="50" charset="-128"/>
                </a:rPr>
                <a:t>Để không tạo ra lặp vô hạn thì trong xử lí lặp của câu lệnh while phải có xử lí thay đổi điều kiện lặp chuyển từ true sang false .</a:t>
              </a:r>
            </a:p>
            <a:p>
              <a:r>
                <a:rPr lang="ja-JP" altLang="en-US" b="0">
                  <a:ea typeface="MS UI Gothic" panose="020B0600070205080204" pitchFamily="50" charset="-128"/>
                </a:rPr>
                <a:t>（</a:t>
              </a:r>
              <a:r>
                <a:rPr lang="en-US" altLang="ja-JP" b="0">
                  <a:ea typeface="MS UI Gothic" panose="020B0600070205080204" pitchFamily="50" charset="-128"/>
                </a:rPr>
                <a:t>Ở ví dụ trên là </a:t>
              </a:r>
              <a:r>
                <a:rPr lang="en-US" altLang="ja-JP" b="0">
                  <a:ea typeface="ＭＳ ゴシック" panose="020B0609070205080204" pitchFamily="49" charset="-128"/>
                </a:rPr>
                <a:t>cnt++;</a:t>
              </a:r>
              <a:r>
                <a:rPr lang="ja-JP" altLang="en-US" b="0">
                  <a:ea typeface="MS UI Gothic" panose="020B0600070205080204" pitchFamily="50" charset="-128"/>
                </a:rPr>
                <a:t>）</a:t>
              </a:r>
            </a:p>
            <a:p>
              <a:r>
                <a:rPr lang="en-US" altLang="ja-JP" b="0">
                  <a:ea typeface="MS UI Gothic" panose="020B0600070205080204" pitchFamily="50" charset="-128"/>
                </a:rPr>
                <a:t>Hãy mô tả cẩn thận sao cho không thành loop vô hạn </a:t>
              </a:r>
            </a:p>
          </p:txBody>
        </p:sp>
        <p:grpSp>
          <p:nvGrpSpPr>
            <p:cNvPr id="710700" name="Group 44">
              <a:extLst>
                <a:ext uri="{FF2B5EF4-FFF2-40B4-BE49-F238E27FC236}">
                  <a16:creationId xmlns:a16="http://schemas.microsoft.com/office/drawing/2014/main" id="{05E0D9A2-46E8-0AE8-9FEC-E7A4DBC180AE}"/>
                </a:ext>
              </a:extLst>
            </p:cNvPr>
            <p:cNvGrpSpPr>
              <a:grpSpLocks/>
            </p:cNvGrpSpPr>
            <p:nvPr/>
          </p:nvGrpSpPr>
          <p:grpSpPr bwMode="auto">
            <a:xfrm>
              <a:off x="453" y="5167"/>
              <a:ext cx="3593" cy="218"/>
              <a:chOff x="351" y="1572"/>
              <a:chExt cx="4968" cy="174"/>
            </a:xfrm>
          </p:grpSpPr>
          <p:pic>
            <p:nvPicPr>
              <p:cNvPr id="710701" name="Picture 45">
                <a:extLst>
                  <a:ext uri="{FF2B5EF4-FFF2-40B4-BE49-F238E27FC236}">
                    <a16:creationId xmlns:a16="http://schemas.microsoft.com/office/drawing/2014/main" id="{D6948C56-3F3D-27BB-108F-DA2F82E462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 y="1572"/>
                <a:ext cx="4968" cy="174"/>
              </a:xfrm>
              <a:prstGeom prst="rect">
                <a:avLst/>
              </a:prstGeom>
              <a:noFill/>
              <a:extLst>
                <a:ext uri="{909E8E84-426E-40DD-AFC4-6F175D3DCCD1}">
                  <a14:hiddenFill xmlns:a14="http://schemas.microsoft.com/office/drawing/2010/main">
                    <a:solidFill>
                      <a:srgbClr val="FFFFFF"/>
                    </a:solidFill>
                  </a14:hiddenFill>
                </a:ext>
              </a:extLst>
            </p:spPr>
          </p:pic>
          <p:sp>
            <p:nvSpPr>
              <p:cNvPr id="710702" name="Text Box 46">
                <a:extLst>
                  <a:ext uri="{FF2B5EF4-FFF2-40B4-BE49-F238E27FC236}">
                    <a16:creationId xmlns:a16="http://schemas.microsoft.com/office/drawing/2014/main" id="{407A0F6C-C632-00FC-89B8-B8D027001C4D}"/>
                  </a:ext>
                </a:extLst>
              </p:cNvPr>
              <p:cNvSpPr txBox="1">
                <a:spLocks noChangeArrowheads="1"/>
              </p:cNvSpPr>
              <p:nvPr/>
            </p:nvSpPr>
            <p:spPr bwMode="auto">
              <a:xfrm>
                <a:off x="518" y="1596"/>
                <a:ext cx="491" cy="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8314" tIns="49156" rIns="98314" bIns="49156">
                <a:spAutoFit/>
              </a:bodyPr>
              <a:lstStyle>
                <a:lvl1pPr defTabSz="928688">
                  <a:defRPr kumimoji="1">
                    <a:solidFill>
                      <a:schemeClr val="tx1"/>
                    </a:solidFill>
                    <a:latin typeface="Arial" panose="020B0604020202020204" pitchFamily="34" charset="0"/>
                    <a:ea typeface="ＭＳ Ｐゴシック" panose="020B0600070205080204" pitchFamily="50" charset="-128"/>
                  </a:defRPr>
                </a:lvl1pPr>
                <a:lvl2pPr marL="492125" defTabSz="928688">
                  <a:defRPr kumimoji="1">
                    <a:solidFill>
                      <a:schemeClr val="tx1"/>
                    </a:solidFill>
                    <a:latin typeface="Arial" panose="020B0604020202020204" pitchFamily="34" charset="0"/>
                    <a:ea typeface="ＭＳ Ｐゴシック" panose="020B0600070205080204" pitchFamily="50" charset="-128"/>
                  </a:defRPr>
                </a:lvl2pPr>
                <a:lvl3pPr marL="982663" defTabSz="928688">
                  <a:defRPr kumimoji="1">
                    <a:solidFill>
                      <a:schemeClr val="tx1"/>
                    </a:solidFill>
                    <a:latin typeface="Arial" panose="020B0604020202020204" pitchFamily="34" charset="0"/>
                    <a:ea typeface="ＭＳ Ｐゴシック" panose="020B0600070205080204" pitchFamily="50" charset="-128"/>
                  </a:defRPr>
                </a:lvl3pPr>
                <a:lvl4pPr marL="1474788" defTabSz="928688">
                  <a:defRPr kumimoji="1">
                    <a:solidFill>
                      <a:schemeClr val="tx1"/>
                    </a:solidFill>
                    <a:latin typeface="Arial" panose="020B0604020202020204" pitchFamily="34" charset="0"/>
                    <a:ea typeface="ＭＳ Ｐゴシック" panose="020B0600070205080204" pitchFamily="50" charset="-128"/>
                  </a:defRPr>
                </a:lvl4pPr>
                <a:lvl5pPr marL="1966913" defTabSz="928688">
                  <a:defRPr kumimoji="1">
                    <a:solidFill>
                      <a:schemeClr val="tx1"/>
                    </a:solidFill>
                    <a:latin typeface="Arial" panose="020B0604020202020204" pitchFamily="34" charset="0"/>
                    <a:ea typeface="ＭＳ Ｐゴシック" panose="020B0600070205080204" pitchFamily="50" charset="-128"/>
                  </a:defRPr>
                </a:lvl5pPr>
                <a:lvl6pPr marL="24241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sz="1100">
                    <a:solidFill>
                      <a:schemeClr val="bg1"/>
                    </a:solidFill>
                  </a:rPr>
                  <a:t>Chú ý</a:t>
                </a:r>
              </a:p>
            </p:txBody>
          </p:sp>
        </p:grpSp>
      </p:gr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4690" name="Rectangle 2">
            <a:extLst>
              <a:ext uri="{FF2B5EF4-FFF2-40B4-BE49-F238E27FC236}">
                <a16:creationId xmlns:a16="http://schemas.microsoft.com/office/drawing/2014/main" id="{0A8D251D-3530-DD41-3DF7-C31BF188845F}"/>
              </a:ext>
            </a:extLst>
          </p:cNvPr>
          <p:cNvSpPr>
            <a:spLocks noGrp="1" noChangeArrowheads="1"/>
          </p:cNvSpPr>
          <p:nvPr>
            <p:ph type="body" idx="1"/>
          </p:nvPr>
        </p:nvSpPr>
        <p:spPr>
          <a:xfrm>
            <a:off x="706438" y="682625"/>
            <a:ext cx="5635625" cy="9305925"/>
          </a:xfrm>
        </p:spPr>
        <p:txBody>
          <a:bodyPr/>
          <a:lstStyle/>
          <a:p>
            <a:pPr marL="0" indent="0"/>
            <a:r>
              <a:rPr lang="en-US" altLang="ja-JP">
                <a:latin typeface="Arial" panose="020B0604020202020204" pitchFamily="34" charset="0"/>
              </a:rPr>
              <a:t>【Tham khảo 】</a:t>
            </a:r>
          </a:p>
          <a:p>
            <a:pPr marL="0" indent="0"/>
            <a:r>
              <a:rPr lang="ja-JP" altLang="en-US">
                <a:latin typeface="Arial" panose="020B0604020202020204" pitchFamily="34" charset="0"/>
              </a:rPr>
              <a:t>　 </a:t>
            </a:r>
            <a:r>
              <a:rPr lang="en-US" altLang="ja-JP">
                <a:latin typeface="Arial" panose="020B0604020202020204" pitchFamily="34" charset="0"/>
              </a:rPr>
              <a:t>Tóm tắt quan hệ của điều kiện lặp và giá trị các biến số tại ví dụ trước thành bảng thì ta có bảng như sau </a:t>
            </a:r>
          </a:p>
          <a:p>
            <a:pPr marL="0" indent="0"/>
            <a:r>
              <a:rPr lang="ja-JP" altLang="en-US">
                <a:latin typeface="Arial" panose="020B0604020202020204" pitchFamily="34" charset="0"/>
              </a:rPr>
              <a:t>　</a:t>
            </a:r>
            <a:r>
              <a:rPr lang="en-US" altLang="ja-JP">
                <a:latin typeface="Arial" panose="020B0604020202020204" pitchFamily="34" charset="0"/>
              </a:rPr>
              <a:t>Các giá trị là giá trị khi phán đoán điều kiện lặp</a:t>
            </a:r>
          </a:p>
          <a:p>
            <a:pPr marL="0" indent="0"/>
            <a:endParaRPr lang="en-US" altLang="ja-JP">
              <a:latin typeface="Arial" panose="020B0604020202020204" pitchFamily="34" charset="0"/>
            </a:endParaRPr>
          </a:p>
        </p:txBody>
      </p:sp>
      <p:graphicFrame>
        <p:nvGraphicFramePr>
          <p:cNvPr id="754905" name="Group 217">
            <a:extLst>
              <a:ext uri="{FF2B5EF4-FFF2-40B4-BE49-F238E27FC236}">
                <a16:creationId xmlns:a16="http://schemas.microsoft.com/office/drawing/2014/main" id="{1D397A84-FEF5-94D9-2322-0366C601BF69}"/>
              </a:ext>
            </a:extLst>
          </p:cNvPr>
          <p:cNvGraphicFramePr>
            <a:graphicFrameLocks noGrp="1"/>
          </p:cNvGraphicFramePr>
          <p:nvPr/>
        </p:nvGraphicFramePr>
        <p:xfrm>
          <a:off x="885825" y="1441450"/>
          <a:ext cx="5219700" cy="3090734"/>
        </p:xfrm>
        <a:graphic>
          <a:graphicData uri="http://schemas.openxmlformats.org/drawingml/2006/table">
            <a:tbl>
              <a:tblPr/>
              <a:tblGrid>
                <a:gridCol w="1173163">
                  <a:extLst>
                    <a:ext uri="{9D8B030D-6E8A-4147-A177-3AD203B41FA5}">
                      <a16:colId xmlns:a16="http://schemas.microsoft.com/office/drawing/2014/main" val="491190438"/>
                    </a:ext>
                  </a:extLst>
                </a:gridCol>
                <a:gridCol w="974725">
                  <a:extLst>
                    <a:ext uri="{9D8B030D-6E8A-4147-A177-3AD203B41FA5}">
                      <a16:colId xmlns:a16="http://schemas.microsoft.com/office/drawing/2014/main" val="4048522770"/>
                    </a:ext>
                  </a:extLst>
                </a:gridCol>
                <a:gridCol w="1709737">
                  <a:extLst>
                    <a:ext uri="{9D8B030D-6E8A-4147-A177-3AD203B41FA5}">
                      <a16:colId xmlns:a16="http://schemas.microsoft.com/office/drawing/2014/main" val="3444017349"/>
                    </a:ext>
                  </a:extLst>
                </a:gridCol>
                <a:gridCol w="1362075">
                  <a:extLst>
                    <a:ext uri="{9D8B030D-6E8A-4147-A177-3AD203B41FA5}">
                      <a16:colId xmlns:a16="http://schemas.microsoft.com/office/drawing/2014/main" val="3671161551"/>
                    </a:ext>
                  </a:extLst>
                </a:gridCol>
              </a:tblGrid>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Phán đoán</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Biến số cnt</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Điều kiện lặp </a:t>
                      </a:r>
                      <a:r>
                        <a:rPr kumimoji="1" lang="en-US" altLang="ja-JP" sz="1000" b="1"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(cnt &lt;= 10)</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Biến số ans</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522998228"/>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thứ 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0</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8469792"/>
                  </a:ext>
                </a:extLst>
              </a:tr>
              <a:tr h="257175">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thứ 2</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2</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46506257"/>
                  </a:ext>
                </a:extLst>
              </a:tr>
              <a:tr h="230188">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thứ 3</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3</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3</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229685239"/>
                  </a:ext>
                </a:extLst>
              </a:tr>
              <a:tr h="257175">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thứ 4</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4</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6</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539245989"/>
                  </a:ext>
                </a:extLst>
              </a:tr>
              <a:tr h="260350">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thứ 5</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5</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10</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852392215"/>
                  </a:ext>
                </a:extLst>
              </a:tr>
              <a:tr h="257175">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thứ 6</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6</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15</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305218307"/>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thứ 7</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7</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21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926293091"/>
                  </a:ext>
                </a:extLst>
              </a:tr>
              <a:tr h="257175">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thứ 8</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8</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28</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840345381"/>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thứ 9</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9</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36</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145146301"/>
                  </a:ext>
                </a:extLst>
              </a:tr>
              <a:tr h="257175">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thứ 10</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10</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45</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429153466"/>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thứ 11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11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false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55</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483169287"/>
                  </a:ext>
                </a:extLst>
              </a:tr>
            </a:tbl>
          </a:graphicData>
        </a:graphic>
      </p:graphicFrame>
      <p:sp>
        <p:nvSpPr>
          <p:cNvPr id="754845" name="Rectangle 157">
            <a:extLst>
              <a:ext uri="{FF2B5EF4-FFF2-40B4-BE49-F238E27FC236}">
                <a16:creationId xmlns:a16="http://schemas.microsoft.com/office/drawing/2014/main" id="{09012FD3-5B40-EEA2-DB14-F540438B0497}"/>
              </a:ext>
            </a:extLst>
          </p:cNvPr>
          <p:cNvSpPr>
            <a:spLocks noChangeArrowheads="1"/>
          </p:cNvSpPr>
          <p:nvPr/>
        </p:nvSpPr>
        <p:spPr bwMode="auto">
          <a:xfrm>
            <a:off x="822325" y="4265613"/>
            <a:ext cx="5430838" cy="255587"/>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523" tIns="48261" rIns="96523" bIns="48261" anchor="ctr"/>
          <a:lstStyle>
            <a:lvl1pPr defTabSz="912813">
              <a:defRPr kumimoji="1">
                <a:solidFill>
                  <a:schemeClr val="tx1"/>
                </a:solidFill>
                <a:latin typeface="Arial" panose="020B0604020202020204" pitchFamily="34" charset="0"/>
                <a:ea typeface="ＭＳ Ｐゴシック" panose="020B0600070205080204" pitchFamily="50" charset="-128"/>
              </a:defRPr>
            </a:lvl1pPr>
            <a:lvl2pPr marL="482600" defTabSz="912813">
              <a:defRPr kumimoji="1">
                <a:solidFill>
                  <a:schemeClr val="tx1"/>
                </a:solidFill>
                <a:latin typeface="Arial" panose="020B0604020202020204" pitchFamily="34" charset="0"/>
                <a:ea typeface="ＭＳ Ｐゴシック" panose="020B0600070205080204" pitchFamily="50" charset="-128"/>
              </a:defRPr>
            </a:lvl2pPr>
            <a:lvl3pPr marL="966788" defTabSz="912813">
              <a:defRPr kumimoji="1">
                <a:solidFill>
                  <a:schemeClr val="tx1"/>
                </a:solidFill>
                <a:latin typeface="Arial" panose="020B0604020202020204" pitchFamily="34" charset="0"/>
                <a:ea typeface="ＭＳ Ｐゴシック" panose="020B0600070205080204" pitchFamily="50" charset="-128"/>
              </a:defRPr>
            </a:lvl3pPr>
            <a:lvl4pPr marL="1447800" defTabSz="912813">
              <a:defRPr kumimoji="1">
                <a:solidFill>
                  <a:schemeClr val="tx1"/>
                </a:solidFill>
                <a:latin typeface="Arial" panose="020B0604020202020204" pitchFamily="34" charset="0"/>
                <a:ea typeface="ＭＳ Ｐゴシック" panose="020B0600070205080204" pitchFamily="50" charset="-128"/>
              </a:defRPr>
            </a:lvl4pPr>
            <a:lvl5pPr marL="1930400" defTabSz="912813">
              <a:defRPr kumimoji="1">
                <a:solidFill>
                  <a:schemeClr val="tx1"/>
                </a:solidFill>
                <a:latin typeface="Arial" panose="020B0604020202020204" pitchFamily="34" charset="0"/>
                <a:ea typeface="ＭＳ Ｐゴシック" panose="020B0600070205080204" pitchFamily="50" charset="-128"/>
              </a:defRPr>
            </a:lvl5pPr>
            <a:lvl6pPr marL="2387600" defTabSz="9128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44800" defTabSz="9128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02000" defTabSz="9128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59200" defTabSz="9128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
        <p:nvSpPr>
          <p:cNvPr id="754846" name="AutoShape 158">
            <a:extLst>
              <a:ext uri="{FF2B5EF4-FFF2-40B4-BE49-F238E27FC236}">
                <a16:creationId xmlns:a16="http://schemas.microsoft.com/office/drawing/2014/main" id="{72CC4B36-1534-FEB7-FC35-B299304EFBD0}"/>
              </a:ext>
            </a:extLst>
          </p:cNvPr>
          <p:cNvSpPr>
            <a:spLocks noChangeArrowheads="1"/>
          </p:cNvSpPr>
          <p:nvPr/>
        </p:nvSpPr>
        <p:spPr bwMode="auto">
          <a:xfrm>
            <a:off x="3311525" y="4664075"/>
            <a:ext cx="955675" cy="285750"/>
          </a:xfrm>
          <a:prstGeom prst="wedgeRoundRectCallout">
            <a:avLst>
              <a:gd name="adj1" fmla="val 5481"/>
              <a:gd name="adj2" fmla="val -125556"/>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08" tIns="19616" rIns="9808" bIns="9808"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MS UI Gothic" panose="020B0600070205080204" pitchFamily="50" charset="-128"/>
                <a:cs typeface="Times New Roman" panose="02020603050405020304" pitchFamily="18" charset="0"/>
              </a:rPr>
              <a:t>Kết thúc loop</a:t>
            </a:r>
          </a:p>
        </p:txBody>
      </p:sp>
      <p:sp>
        <p:nvSpPr>
          <p:cNvPr id="754847" name="AutoShape 159">
            <a:extLst>
              <a:ext uri="{FF2B5EF4-FFF2-40B4-BE49-F238E27FC236}">
                <a16:creationId xmlns:a16="http://schemas.microsoft.com/office/drawing/2014/main" id="{0FDEF120-A869-D83E-1093-1455DEBFC8CA}"/>
              </a:ext>
            </a:extLst>
          </p:cNvPr>
          <p:cNvSpPr>
            <a:spLocks noChangeArrowheads="1"/>
          </p:cNvSpPr>
          <p:nvPr/>
        </p:nvSpPr>
        <p:spPr bwMode="auto">
          <a:xfrm>
            <a:off x="4540250" y="4656138"/>
            <a:ext cx="1881188" cy="285750"/>
          </a:xfrm>
          <a:prstGeom prst="wedgeRoundRectCallout">
            <a:avLst>
              <a:gd name="adj1" fmla="val 16245"/>
              <a:gd name="adj2" fmla="val -127778"/>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08" tIns="19616" rIns="9808" bIns="9808"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MS UI Gothic" panose="020B0600070205080204" pitchFamily="50" charset="-128"/>
                <a:cs typeface="Times New Roman" panose="02020603050405020304" pitchFamily="18" charset="0"/>
              </a:rPr>
              <a:t>Kết quả đã cộng từ 1 đến 10 là 55</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2642" name="Rectangle 2">
            <a:extLst>
              <a:ext uri="{FF2B5EF4-FFF2-40B4-BE49-F238E27FC236}">
                <a16:creationId xmlns:a16="http://schemas.microsoft.com/office/drawing/2014/main" id="{E50BA505-88D1-FE39-0F5C-896B36AD3546}"/>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Câu lệnh </a:t>
            </a:r>
            <a:r>
              <a:rPr lang="en-US" altLang="ja-JP">
                <a:latin typeface="Arial" panose="020B0604020202020204" pitchFamily="34" charset="0"/>
                <a:ea typeface="ＭＳ ゴシック" panose="020B0609070205080204" pitchFamily="49" charset="-128"/>
              </a:rPr>
              <a:t>do-while</a:t>
            </a:r>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Câu lệnh </a:t>
            </a:r>
            <a:r>
              <a:rPr lang="en-US" altLang="ja-JP">
                <a:latin typeface="Arial" panose="020B0604020202020204" pitchFamily="34" charset="0"/>
                <a:ea typeface="ＭＳ ゴシック" panose="020B0609070205080204" pitchFamily="49" charset="-128"/>
              </a:rPr>
              <a:t>do-while giống với câu lệnh while</a:t>
            </a:r>
            <a:r>
              <a:rPr lang="en-US" altLang="ja-JP">
                <a:latin typeface="Arial" panose="020B0604020202020204" pitchFamily="34" charset="0"/>
              </a:rPr>
              <a:t>.</a:t>
            </a:r>
          </a:p>
          <a:p>
            <a:pPr marL="0" indent="0"/>
            <a:r>
              <a:rPr lang="ja-JP" altLang="en-US">
                <a:latin typeface="Arial" panose="020B0604020202020204" pitchFamily="34" charset="0"/>
              </a:rPr>
              <a:t>　</a:t>
            </a:r>
            <a:r>
              <a:rPr lang="en-US" altLang="ja-JP">
                <a:latin typeface="Arial" panose="020B0604020202020204" pitchFamily="34" charset="0"/>
              </a:rPr>
              <a:t>Câu lệnh </a:t>
            </a:r>
            <a:r>
              <a:rPr lang="en-US" altLang="ja-JP">
                <a:latin typeface="Arial" panose="020B0604020202020204" pitchFamily="34" charset="0"/>
                <a:ea typeface="ＭＳ ゴシック" panose="020B0609070205080204" pitchFamily="49" charset="-128"/>
              </a:rPr>
              <a:t>do-while cũng chỉ định điều kiện để thực hiện lặp và thực hiện control lặp </a:t>
            </a:r>
            <a:r>
              <a:rPr lang="en-US" altLang="ja-JP">
                <a:latin typeface="Arial" panose="020B0604020202020204" pitchFamily="34" charset="0"/>
              </a:rPr>
              <a:t>.</a:t>
            </a:r>
          </a:p>
          <a:p>
            <a:pPr marL="0" indent="0"/>
            <a:r>
              <a:rPr lang="ja-JP" altLang="en-US">
                <a:latin typeface="Arial" panose="020B0604020202020204" pitchFamily="34" charset="0"/>
              </a:rPr>
              <a:t>　</a:t>
            </a:r>
            <a:r>
              <a:rPr lang="en-US" altLang="ja-JP">
                <a:latin typeface="Arial" panose="020B0604020202020204" pitchFamily="34" charset="0"/>
              </a:rPr>
              <a:t>Câu lệnh </a:t>
            </a:r>
            <a:r>
              <a:rPr lang="en-US" altLang="ja-JP">
                <a:latin typeface="Arial" panose="020B0604020202020204" pitchFamily="34" charset="0"/>
                <a:ea typeface="ＭＳ ゴシック" panose="020B0609070205080204" pitchFamily="49" charset="-128"/>
              </a:rPr>
              <a:t>while thực hiện phán đoán điều kiện trước khi xử lí nhưng câu lệnh do-while thực hiện phán đoán điều kiện sau khi thực hiện xử lí </a:t>
            </a:r>
            <a:r>
              <a:rPr lang="en-US" altLang="ja-JP">
                <a:latin typeface="Arial" panose="020B0604020202020204" pitchFamily="34" charset="0"/>
              </a:rPr>
              <a:t>.</a:t>
            </a:r>
          </a:p>
          <a:p>
            <a:pPr marL="0" indent="0"/>
            <a:r>
              <a:rPr lang="ja-JP" altLang="en-US">
                <a:latin typeface="Arial" panose="020B0604020202020204" pitchFamily="34" charset="0"/>
              </a:rPr>
              <a:t>　</a:t>
            </a:r>
            <a:r>
              <a:rPr lang="en-US" altLang="ja-JP">
                <a:latin typeface="Arial" panose="020B0604020202020204" pitchFamily="34" charset="0"/>
              </a:rPr>
              <a:t>Chính vì thế,  nếu dùng câu lệnh </a:t>
            </a:r>
            <a:r>
              <a:rPr lang="en-US" altLang="ja-JP">
                <a:latin typeface="Arial" panose="020B0604020202020204" pitchFamily="34" charset="0"/>
                <a:ea typeface="ＭＳ ゴシック" panose="020B0609070205080204" pitchFamily="49" charset="-128"/>
              </a:rPr>
              <a:t>do-while thì nhất định sẽ thực hiện xử lí tối thiểu </a:t>
            </a:r>
          </a:p>
          <a:p>
            <a:pPr marL="0" indent="0"/>
            <a:r>
              <a:rPr lang="en-US" altLang="ja-JP">
                <a:latin typeface="Arial" panose="020B0604020202020204" pitchFamily="34" charset="0"/>
                <a:ea typeface="ＭＳ ゴシック" panose="020B0609070205080204" pitchFamily="49" charset="-128"/>
              </a:rPr>
              <a:t>1 lần </a:t>
            </a:r>
            <a:r>
              <a:rPr lang="en-US" altLang="ja-JP">
                <a:latin typeface="Arial" panose="020B0604020202020204" pitchFamily="34" charset="0"/>
              </a:rPr>
              <a:t>.</a:t>
            </a:r>
          </a:p>
          <a:p>
            <a:pPr marL="0" indent="0"/>
            <a:r>
              <a:rPr lang="ja-JP" altLang="en-US">
                <a:latin typeface="Arial" panose="020B0604020202020204" pitchFamily="34" charset="0"/>
              </a:rPr>
              <a:t>　</a:t>
            </a:r>
          </a:p>
          <a:p>
            <a:pPr marL="0" indent="0"/>
            <a:r>
              <a:rPr lang="ja-JP" altLang="en-US">
                <a:latin typeface="Arial" panose="020B0604020202020204" pitchFamily="34" charset="0"/>
              </a:rPr>
              <a:t>●　</a:t>
            </a:r>
            <a:r>
              <a:rPr lang="en-US" altLang="ja-JP">
                <a:latin typeface="Arial" panose="020B0604020202020204" pitchFamily="34" charset="0"/>
              </a:rPr>
              <a:t>Cú pháp </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VD</a:t>
            </a:r>
            <a:r>
              <a:rPr lang="ja-JP" altLang="en-US">
                <a:latin typeface="Arial" panose="020B0604020202020204" pitchFamily="34" charset="0"/>
              </a:rPr>
              <a:t>） </a:t>
            </a:r>
            <a:r>
              <a:rPr lang="en-US" altLang="ja-JP">
                <a:latin typeface="Arial" panose="020B0604020202020204" pitchFamily="34" charset="0"/>
              </a:rPr>
              <a:t>Thực hiện tính cộng từ 1 đến 10</a:t>
            </a:r>
          </a:p>
          <a:p>
            <a:pPr marL="0" indent="0"/>
            <a:r>
              <a:rPr lang="en-US" altLang="ja-JP">
                <a:latin typeface="Arial" panose="020B0604020202020204" pitchFamily="34" charset="0"/>
                <a:ea typeface="ＭＳ ゴシック" panose="020B0609070205080204" pitchFamily="49" charset="-128"/>
              </a:rPr>
              <a:t> int cnt = 1;</a:t>
            </a:r>
          </a:p>
          <a:p>
            <a:pPr marL="0" indent="0"/>
            <a:r>
              <a:rPr lang="en-US" altLang="ja-JP">
                <a:latin typeface="Arial" panose="020B0604020202020204" pitchFamily="34" charset="0"/>
                <a:ea typeface="ＭＳ ゴシック" panose="020B0609070205080204" pitchFamily="49" charset="-128"/>
              </a:rPr>
              <a:t> int ans = 0;</a:t>
            </a:r>
          </a:p>
          <a:p>
            <a:pPr marL="0" indent="0"/>
            <a:r>
              <a:rPr lang="en-US" altLang="ja-JP">
                <a:latin typeface="Arial" panose="020B0604020202020204" pitchFamily="34" charset="0"/>
                <a:ea typeface="ＭＳ ゴシック" panose="020B0609070205080204" pitchFamily="49" charset="-128"/>
              </a:rPr>
              <a:t> do {</a:t>
            </a:r>
          </a:p>
          <a:p>
            <a:pPr marL="0" indent="0"/>
            <a:r>
              <a:rPr lang="en-US" altLang="ja-JP">
                <a:latin typeface="Arial" panose="020B0604020202020204" pitchFamily="34" charset="0"/>
                <a:ea typeface="ＭＳ ゴシック" panose="020B0609070205080204" pitchFamily="49" charset="-128"/>
              </a:rPr>
              <a:t>     ans += cnt;		// giống ans = ans + cnt;</a:t>
            </a:r>
          </a:p>
          <a:p>
            <a:pPr marL="0" indent="0"/>
            <a:r>
              <a:rPr lang="en-US" altLang="ja-JP">
                <a:latin typeface="Arial" panose="020B0604020202020204" pitchFamily="34" charset="0"/>
                <a:ea typeface="ＭＳ ゴシック" panose="020B0609070205080204" pitchFamily="49" charset="-128"/>
              </a:rPr>
              <a:t>     cnt++;			// giống cnt = cnt + 1;</a:t>
            </a:r>
          </a:p>
          <a:p>
            <a:pPr marL="0" indent="0"/>
            <a:r>
              <a:rPr lang="en-US" altLang="ja-JP">
                <a:latin typeface="Arial" panose="020B0604020202020204" pitchFamily="34" charset="0"/>
                <a:ea typeface="ＭＳ ゴシック" panose="020B0609070205080204" pitchFamily="49" charset="-128"/>
              </a:rPr>
              <a:t> } while (cnt &lt;= 10);</a:t>
            </a:r>
          </a:p>
          <a:p>
            <a:pPr marL="0" indent="0"/>
            <a:r>
              <a:rPr lang="en-US" altLang="ja-JP">
                <a:latin typeface="Arial" panose="020B0604020202020204" pitchFamily="34" charset="0"/>
                <a:ea typeface="ＭＳ ゴシック" panose="020B0609070205080204" pitchFamily="49" charset="-128"/>
              </a:rPr>
              <a:t> System.out.println(cnt + ", " + ans);	//</a:t>
            </a:r>
            <a:r>
              <a:rPr lang="ja-JP" altLang="en-US">
                <a:latin typeface="Arial" panose="020B0604020202020204" pitchFamily="34" charset="0"/>
                <a:ea typeface="ＭＳ ゴシック" panose="020B0609070205080204" pitchFamily="49" charset="-128"/>
              </a:rPr>
              <a:t>「</a:t>
            </a:r>
            <a:r>
              <a:rPr lang="en-US" altLang="ja-JP">
                <a:latin typeface="Arial" panose="020B0604020202020204" pitchFamily="34" charset="0"/>
                <a:ea typeface="ＭＳ ゴシック" panose="020B0609070205080204" pitchFamily="49" charset="-128"/>
              </a:rPr>
              <a:t>Hiển thi 11, 55</a:t>
            </a:r>
            <a:r>
              <a:rPr lang="ja-JP" altLang="en-US">
                <a:latin typeface="Arial" panose="020B0604020202020204" pitchFamily="34" charset="0"/>
                <a:ea typeface="ＭＳ ゴシック" panose="020B0609070205080204" pitchFamily="49" charset="-128"/>
              </a:rPr>
              <a:t>」</a:t>
            </a:r>
          </a:p>
          <a:p>
            <a:pPr marL="0" indent="0"/>
            <a:endParaRPr lang="en-US" altLang="ja-JP">
              <a:latin typeface="Arial" panose="020B0604020202020204" pitchFamily="34" charset="0"/>
              <a:ea typeface="ＭＳ ゴシック" panose="020B0609070205080204" pitchFamily="49" charset="-128"/>
            </a:endParaRPr>
          </a:p>
        </p:txBody>
      </p:sp>
      <p:sp>
        <p:nvSpPr>
          <p:cNvPr id="752643" name="Rectangle 3">
            <a:extLst>
              <a:ext uri="{FF2B5EF4-FFF2-40B4-BE49-F238E27FC236}">
                <a16:creationId xmlns:a16="http://schemas.microsoft.com/office/drawing/2014/main" id="{82B21AE9-8815-CD48-1907-782F68810391}"/>
              </a:ext>
            </a:extLst>
          </p:cNvPr>
          <p:cNvSpPr>
            <a:spLocks noRot="1" noChangeAspect="1" noChangeArrowheads="1" noTextEdit="1"/>
          </p:cNvSpPr>
          <p:nvPr>
            <p:ph type="sldImg"/>
          </p:nvPr>
        </p:nvSpPr>
        <p:spPr>
          <a:ln/>
        </p:spPr>
      </p:sp>
      <p:sp>
        <p:nvSpPr>
          <p:cNvPr id="752645" name="Text Box 5">
            <a:extLst>
              <a:ext uri="{FF2B5EF4-FFF2-40B4-BE49-F238E27FC236}">
                <a16:creationId xmlns:a16="http://schemas.microsoft.com/office/drawing/2014/main" id="{43CB367A-DBC9-019A-BA7C-7E33E54FC823}"/>
              </a:ext>
            </a:extLst>
          </p:cNvPr>
          <p:cNvSpPr txBox="1">
            <a:spLocks noChangeArrowheads="1"/>
          </p:cNvSpPr>
          <p:nvPr/>
        </p:nvSpPr>
        <p:spPr bwMode="auto">
          <a:xfrm>
            <a:off x="736600" y="6807200"/>
            <a:ext cx="5854700" cy="692150"/>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10240" tIns="20483" rIns="10240" bIns="10240"/>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19367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4788"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ＭＳ ゴシック" panose="020B0609070205080204" pitchFamily="49" charset="-128"/>
              </a:rPr>
              <a:t>do {</a:t>
            </a:r>
          </a:p>
          <a:p>
            <a:pPr lvl="1" algn="just"/>
            <a:r>
              <a:rPr lang="en-US" altLang="ja-JP" b="0">
                <a:ea typeface="ＭＳ ゴシック" panose="020B0609070205080204" pitchFamily="49" charset="-128"/>
              </a:rPr>
              <a:t>    Xử lí muốn thực hiện lặp khi điều kiện là true </a:t>
            </a:r>
            <a:endParaRPr lang="en-US" altLang="ja-JP" b="0">
              <a:ea typeface="MS UI Gothic" panose="020B0600070205080204" pitchFamily="50" charset="-128"/>
            </a:endParaRPr>
          </a:p>
          <a:p>
            <a:pPr lvl="1" algn="just"/>
            <a:r>
              <a:rPr lang="en-US" altLang="ja-JP" b="0">
                <a:ea typeface="ＭＳ ゴシック" panose="020B0609070205080204" pitchFamily="49" charset="-128"/>
              </a:rPr>
              <a:t>} while (điều kiện lặp);</a:t>
            </a:r>
            <a:endParaRPr lang="en-US" altLang="en-US" b="0">
              <a:ea typeface="ＭＳ ゴシック" panose="020B0609070205080204" pitchFamily="49" charset="-128"/>
            </a:endParaRPr>
          </a:p>
        </p:txBody>
      </p:sp>
      <p:sp>
        <p:nvSpPr>
          <p:cNvPr id="752646" name="AutoShape 6">
            <a:extLst>
              <a:ext uri="{FF2B5EF4-FFF2-40B4-BE49-F238E27FC236}">
                <a16:creationId xmlns:a16="http://schemas.microsoft.com/office/drawing/2014/main" id="{748E1D5B-2D7F-C4AF-52B3-0EE50A5BED99}"/>
              </a:ext>
            </a:extLst>
          </p:cNvPr>
          <p:cNvSpPr>
            <a:spLocks noChangeArrowheads="1"/>
          </p:cNvSpPr>
          <p:nvPr/>
        </p:nvSpPr>
        <p:spPr bwMode="auto">
          <a:xfrm>
            <a:off x="4435475" y="6886575"/>
            <a:ext cx="2225675" cy="582613"/>
          </a:xfrm>
          <a:prstGeom prst="wedgeRoundRectCallout">
            <a:avLst>
              <a:gd name="adj1" fmla="val -70255"/>
              <a:gd name="adj2" fmla="val -3134"/>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4161" tIns="47080" rIns="94161" bIns="47080"/>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09700"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b="0">
                <a:ea typeface="MS UI Gothic" panose="020B0600070205080204" pitchFamily="50" charset="-128"/>
              </a:rPr>
              <a:t>Kể cả trường hợp ngay từ đầu điều kiện lặp là false thì xử lí sẽ được thực hiện 1 lần lặp</a:t>
            </a:r>
          </a:p>
        </p:txBody>
      </p:sp>
      <p:grpSp>
        <p:nvGrpSpPr>
          <p:cNvPr id="752664" name="Group 24">
            <a:extLst>
              <a:ext uri="{FF2B5EF4-FFF2-40B4-BE49-F238E27FC236}">
                <a16:creationId xmlns:a16="http://schemas.microsoft.com/office/drawing/2014/main" id="{4FBDBF7F-1336-2225-0384-9BF636EDD776}"/>
              </a:ext>
            </a:extLst>
          </p:cNvPr>
          <p:cNvGrpSpPr>
            <a:grpSpLocks/>
          </p:cNvGrpSpPr>
          <p:nvPr/>
        </p:nvGrpSpPr>
        <p:grpSpPr bwMode="auto">
          <a:xfrm>
            <a:off x="746125" y="8977313"/>
            <a:ext cx="5916613" cy="874712"/>
            <a:chOff x="470" y="5445"/>
            <a:chExt cx="3727" cy="551"/>
          </a:xfrm>
        </p:grpSpPr>
        <p:sp>
          <p:nvSpPr>
            <p:cNvPr id="752648" name="Text Box 8">
              <a:extLst>
                <a:ext uri="{FF2B5EF4-FFF2-40B4-BE49-F238E27FC236}">
                  <a16:creationId xmlns:a16="http://schemas.microsoft.com/office/drawing/2014/main" id="{9115A830-7443-830E-3D5D-EB47D786084B}"/>
                </a:ext>
              </a:extLst>
            </p:cNvPr>
            <p:cNvSpPr txBox="1">
              <a:spLocks noChangeArrowheads="1"/>
            </p:cNvSpPr>
            <p:nvPr/>
          </p:nvSpPr>
          <p:spPr bwMode="auto">
            <a:xfrm>
              <a:off x="472" y="5606"/>
              <a:ext cx="3725" cy="39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79317" tIns="119988" rIns="379317" bIns="119988" anchor="ctr"/>
            <a:lstStyle>
              <a:lvl1pPr defTabSz="928688">
                <a:defRPr kumimoji="1">
                  <a:solidFill>
                    <a:schemeClr val="tx1"/>
                  </a:solidFill>
                  <a:latin typeface="Arial" panose="020B0604020202020204" pitchFamily="34" charset="0"/>
                  <a:ea typeface="ＭＳ Ｐゴシック" panose="020B0600070205080204" pitchFamily="50" charset="-128"/>
                </a:defRPr>
              </a:lvl1pPr>
              <a:lvl2pPr marL="492125" defTabSz="928688">
                <a:defRPr kumimoji="1">
                  <a:solidFill>
                    <a:schemeClr val="tx1"/>
                  </a:solidFill>
                  <a:latin typeface="Arial" panose="020B0604020202020204" pitchFamily="34" charset="0"/>
                  <a:ea typeface="ＭＳ Ｐゴシック" panose="020B0600070205080204" pitchFamily="50" charset="-128"/>
                </a:defRPr>
              </a:lvl2pPr>
              <a:lvl3pPr marL="982663" defTabSz="928688">
                <a:defRPr kumimoji="1">
                  <a:solidFill>
                    <a:schemeClr val="tx1"/>
                  </a:solidFill>
                  <a:latin typeface="Arial" panose="020B0604020202020204" pitchFamily="34" charset="0"/>
                  <a:ea typeface="ＭＳ Ｐゴシック" panose="020B0600070205080204" pitchFamily="50" charset="-128"/>
                </a:defRPr>
              </a:lvl3pPr>
              <a:lvl4pPr marL="1474788" defTabSz="928688">
                <a:defRPr kumimoji="1">
                  <a:solidFill>
                    <a:schemeClr val="tx1"/>
                  </a:solidFill>
                  <a:latin typeface="Arial" panose="020B0604020202020204" pitchFamily="34" charset="0"/>
                  <a:ea typeface="ＭＳ Ｐゴシック" panose="020B0600070205080204" pitchFamily="50" charset="-128"/>
                </a:defRPr>
              </a:lvl4pPr>
              <a:lvl5pPr marL="1966913" defTabSz="928688">
                <a:defRPr kumimoji="1">
                  <a:solidFill>
                    <a:schemeClr val="tx1"/>
                  </a:solidFill>
                  <a:latin typeface="Arial" panose="020B0604020202020204" pitchFamily="34" charset="0"/>
                  <a:ea typeface="ＭＳ Ｐゴシック" panose="020B0600070205080204" pitchFamily="50" charset="-128"/>
                </a:defRPr>
              </a:lvl5pPr>
              <a:lvl6pPr marL="24241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b="0">
                  <a:ea typeface="MS UI Gothic" panose="020B0600070205080204" pitchFamily="50" charset="-128"/>
                </a:rPr>
                <a:t>Để không tạo ra lặp vô hạn thì trong xử lí lặp của câu lệnh do-while phải có xử lí thay đổi điều kiện lặp chuyển từ true sang false</a:t>
              </a:r>
              <a:r>
                <a:rPr lang="ja-JP" altLang="en-US" b="0">
                  <a:ea typeface="MS UI Gothic" panose="020B0600070205080204" pitchFamily="50" charset="-128"/>
                </a:rPr>
                <a:t>（</a:t>
              </a:r>
              <a:r>
                <a:rPr lang="en-US" altLang="ja-JP" b="0">
                  <a:ea typeface="ＭＳ ゴシック" panose="020B0609070205080204" pitchFamily="49" charset="-128"/>
                </a:rPr>
                <a:t>cnt++;của ví dụ trên</a:t>
              </a:r>
              <a:r>
                <a:rPr lang="ja-JP" altLang="en-US" b="0">
                  <a:ea typeface="MS UI Gothic" panose="020B0600070205080204" pitchFamily="50" charset="-128"/>
                </a:rPr>
                <a:t>）</a:t>
              </a:r>
            </a:p>
          </p:txBody>
        </p:sp>
        <p:grpSp>
          <p:nvGrpSpPr>
            <p:cNvPr id="752649" name="Group 9">
              <a:extLst>
                <a:ext uri="{FF2B5EF4-FFF2-40B4-BE49-F238E27FC236}">
                  <a16:creationId xmlns:a16="http://schemas.microsoft.com/office/drawing/2014/main" id="{55BF8E4B-6C3E-6606-E6D2-4F4804146017}"/>
                </a:ext>
              </a:extLst>
            </p:cNvPr>
            <p:cNvGrpSpPr>
              <a:grpSpLocks/>
            </p:cNvGrpSpPr>
            <p:nvPr/>
          </p:nvGrpSpPr>
          <p:grpSpPr bwMode="auto">
            <a:xfrm>
              <a:off x="470" y="5445"/>
              <a:ext cx="3727" cy="186"/>
              <a:chOff x="351" y="1572"/>
              <a:chExt cx="4968" cy="199"/>
            </a:xfrm>
          </p:grpSpPr>
          <p:pic>
            <p:nvPicPr>
              <p:cNvPr id="752650" name="Picture 10">
                <a:extLst>
                  <a:ext uri="{FF2B5EF4-FFF2-40B4-BE49-F238E27FC236}">
                    <a16:creationId xmlns:a16="http://schemas.microsoft.com/office/drawing/2014/main" id="{D1739EE6-5BE5-557F-DE37-759D3D1E70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 y="1572"/>
                <a:ext cx="4968" cy="174"/>
              </a:xfrm>
              <a:prstGeom prst="rect">
                <a:avLst/>
              </a:prstGeom>
              <a:noFill/>
              <a:extLst>
                <a:ext uri="{909E8E84-426E-40DD-AFC4-6F175D3DCCD1}">
                  <a14:hiddenFill xmlns:a14="http://schemas.microsoft.com/office/drawing/2010/main">
                    <a:solidFill>
                      <a:srgbClr val="FFFFFF"/>
                    </a:solidFill>
                  </a14:hiddenFill>
                </a:ext>
              </a:extLst>
            </p:spPr>
          </p:pic>
          <p:sp>
            <p:nvSpPr>
              <p:cNvPr id="752651" name="Text Box 11">
                <a:extLst>
                  <a:ext uri="{FF2B5EF4-FFF2-40B4-BE49-F238E27FC236}">
                    <a16:creationId xmlns:a16="http://schemas.microsoft.com/office/drawing/2014/main" id="{1FB6846E-1416-2CBC-24B4-1388520B224A}"/>
                  </a:ext>
                </a:extLst>
              </p:cNvPr>
              <p:cNvSpPr txBox="1">
                <a:spLocks noChangeArrowheads="1"/>
              </p:cNvSpPr>
              <p:nvPr/>
            </p:nvSpPr>
            <p:spPr bwMode="auto">
              <a:xfrm>
                <a:off x="518" y="1591"/>
                <a:ext cx="491"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8314" tIns="49156" rIns="98314" bIns="49156" anchor="ctr">
                <a:spAutoFit/>
              </a:bodyPr>
              <a:lstStyle>
                <a:lvl1pPr defTabSz="928688">
                  <a:defRPr kumimoji="1">
                    <a:solidFill>
                      <a:schemeClr val="tx1"/>
                    </a:solidFill>
                    <a:latin typeface="Arial" panose="020B0604020202020204" pitchFamily="34" charset="0"/>
                    <a:ea typeface="ＭＳ Ｐゴシック" panose="020B0600070205080204" pitchFamily="50" charset="-128"/>
                  </a:defRPr>
                </a:lvl1pPr>
                <a:lvl2pPr marL="492125" defTabSz="928688">
                  <a:defRPr kumimoji="1">
                    <a:solidFill>
                      <a:schemeClr val="tx1"/>
                    </a:solidFill>
                    <a:latin typeface="Arial" panose="020B0604020202020204" pitchFamily="34" charset="0"/>
                    <a:ea typeface="ＭＳ Ｐゴシック" panose="020B0600070205080204" pitchFamily="50" charset="-128"/>
                  </a:defRPr>
                </a:lvl2pPr>
                <a:lvl3pPr marL="982663" defTabSz="928688">
                  <a:defRPr kumimoji="1">
                    <a:solidFill>
                      <a:schemeClr val="tx1"/>
                    </a:solidFill>
                    <a:latin typeface="Arial" panose="020B0604020202020204" pitchFamily="34" charset="0"/>
                    <a:ea typeface="ＭＳ Ｐゴシック" panose="020B0600070205080204" pitchFamily="50" charset="-128"/>
                  </a:defRPr>
                </a:lvl3pPr>
                <a:lvl4pPr marL="1474788" defTabSz="928688">
                  <a:defRPr kumimoji="1">
                    <a:solidFill>
                      <a:schemeClr val="tx1"/>
                    </a:solidFill>
                    <a:latin typeface="Arial" panose="020B0604020202020204" pitchFamily="34" charset="0"/>
                    <a:ea typeface="ＭＳ Ｐゴシック" panose="020B0600070205080204" pitchFamily="50" charset="-128"/>
                  </a:defRPr>
                </a:lvl4pPr>
                <a:lvl5pPr marL="1966913" defTabSz="928688">
                  <a:defRPr kumimoji="1">
                    <a:solidFill>
                      <a:schemeClr val="tx1"/>
                    </a:solidFill>
                    <a:latin typeface="Arial" panose="020B0604020202020204" pitchFamily="34" charset="0"/>
                    <a:ea typeface="ＭＳ Ｐゴシック" panose="020B0600070205080204" pitchFamily="50" charset="-128"/>
                  </a:defRPr>
                </a:lvl5pPr>
                <a:lvl6pPr marL="24241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sz="1100">
                    <a:solidFill>
                      <a:schemeClr val="bg1"/>
                    </a:solidFill>
                  </a:rPr>
                  <a:t>Chú ý</a:t>
                </a:r>
              </a:p>
            </p:txBody>
          </p:sp>
        </p:grpSp>
      </p:gr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6738" name="Rectangle 2">
            <a:extLst>
              <a:ext uri="{FF2B5EF4-FFF2-40B4-BE49-F238E27FC236}">
                <a16:creationId xmlns:a16="http://schemas.microsoft.com/office/drawing/2014/main" id="{B7197906-B5CC-9429-6AE3-D2362EF295D7}"/>
              </a:ext>
            </a:extLst>
          </p:cNvPr>
          <p:cNvSpPr>
            <a:spLocks noGrp="1" noChangeArrowheads="1"/>
          </p:cNvSpPr>
          <p:nvPr>
            <p:ph type="body" idx="1"/>
          </p:nvPr>
        </p:nvSpPr>
        <p:spPr>
          <a:xfrm>
            <a:off x="706438" y="682625"/>
            <a:ext cx="5635625" cy="9305925"/>
          </a:xfrm>
        </p:spPr>
        <p:txBody>
          <a:bodyPr/>
          <a:lstStyle/>
          <a:p>
            <a:pPr marL="0" indent="0"/>
            <a:r>
              <a:rPr lang="en-US" altLang="ja-JP">
                <a:latin typeface="Arial" panose="020B0604020202020204" pitchFamily="34" charset="0"/>
              </a:rPr>
              <a:t>【Tham khảo 】</a:t>
            </a:r>
          </a:p>
          <a:p>
            <a:pPr marL="0" indent="0"/>
            <a:r>
              <a:rPr lang="ja-JP" altLang="en-US">
                <a:latin typeface="Arial" panose="020B0604020202020204" pitchFamily="34" charset="0"/>
              </a:rPr>
              <a:t>　 </a:t>
            </a:r>
            <a:r>
              <a:rPr lang="en-US" altLang="ja-JP">
                <a:latin typeface="Arial" panose="020B0604020202020204" pitchFamily="34" charset="0"/>
              </a:rPr>
              <a:t>Tóm tắt quan hệ của điều kiện lặp và giá trị các biến số tại ví dụ trước thành bảng thì ta có bảng như sau</a:t>
            </a:r>
          </a:p>
          <a:p>
            <a:pPr marL="0" indent="0"/>
            <a:r>
              <a:rPr lang="ja-JP" altLang="en-US">
                <a:latin typeface="Arial" panose="020B0604020202020204" pitchFamily="34" charset="0"/>
              </a:rPr>
              <a:t>　</a:t>
            </a:r>
            <a:r>
              <a:rPr lang="en-US" altLang="ja-JP">
                <a:latin typeface="Arial" panose="020B0604020202020204" pitchFamily="34" charset="0"/>
              </a:rPr>
              <a:t>Các giá trị là giá trị khi phán đoán điều kiện lặp </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p:txBody>
      </p:sp>
      <p:graphicFrame>
        <p:nvGraphicFramePr>
          <p:cNvPr id="756851" name="Group 115">
            <a:extLst>
              <a:ext uri="{FF2B5EF4-FFF2-40B4-BE49-F238E27FC236}">
                <a16:creationId xmlns:a16="http://schemas.microsoft.com/office/drawing/2014/main" id="{024EC229-D64A-DE4D-F9BA-B107005B1CD3}"/>
              </a:ext>
            </a:extLst>
          </p:cNvPr>
          <p:cNvGraphicFramePr>
            <a:graphicFrameLocks noGrp="1"/>
          </p:cNvGraphicFramePr>
          <p:nvPr/>
        </p:nvGraphicFramePr>
        <p:xfrm>
          <a:off x="809625" y="1374775"/>
          <a:ext cx="5405438" cy="2851152"/>
        </p:xfrm>
        <a:graphic>
          <a:graphicData uri="http://schemas.openxmlformats.org/drawingml/2006/table">
            <a:tbl>
              <a:tblPr/>
              <a:tblGrid>
                <a:gridCol w="1174750">
                  <a:extLst>
                    <a:ext uri="{9D8B030D-6E8A-4147-A177-3AD203B41FA5}">
                      <a16:colId xmlns:a16="http://schemas.microsoft.com/office/drawing/2014/main" val="3800048704"/>
                    </a:ext>
                  </a:extLst>
                </a:gridCol>
                <a:gridCol w="1187450">
                  <a:extLst>
                    <a:ext uri="{9D8B030D-6E8A-4147-A177-3AD203B41FA5}">
                      <a16:colId xmlns:a16="http://schemas.microsoft.com/office/drawing/2014/main" val="2363933667"/>
                    </a:ext>
                  </a:extLst>
                </a:gridCol>
                <a:gridCol w="1685925">
                  <a:extLst>
                    <a:ext uri="{9D8B030D-6E8A-4147-A177-3AD203B41FA5}">
                      <a16:colId xmlns:a16="http://schemas.microsoft.com/office/drawing/2014/main" val="202714570"/>
                    </a:ext>
                  </a:extLst>
                </a:gridCol>
                <a:gridCol w="1357313">
                  <a:extLst>
                    <a:ext uri="{9D8B030D-6E8A-4147-A177-3AD203B41FA5}">
                      <a16:colId xmlns:a16="http://schemas.microsoft.com/office/drawing/2014/main" val="2616159590"/>
                    </a:ext>
                  </a:extLst>
                </a:gridCol>
              </a:tblGrid>
              <a:tr h="254000">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Phán đoán</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Biến số cnt</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Điều kiện lặp </a:t>
                      </a:r>
                      <a:r>
                        <a:rPr kumimoji="1" lang="en-US" altLang="ja-JP" sz="1000" b="1"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(cnt &lt;= 10)</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Biến số ans</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2713606411"/>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2</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31961524"/>
                  </a:ext>
                </a:extLst>
              </a:tr>
              <a:tr h="260350">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2</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3</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3</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124943648"/>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3</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4</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6</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33444774"/>
                  </a:ext>
                </a:extLst>
              </a:tr>
              <a:tr h="260350">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4</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5</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10</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712557157"/>
                  </a:ext>
                </a:extLst>
              </a:tr>
              <a:tr h="260350">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5</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6</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15</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077258880"/>
                  </a:ext>
                </a:extLst>
              </a:tr>
              <a:tr h="260350">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6</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7</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21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026674331"/>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7</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8</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28</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9609634"/>
                  </a:ext>
                </a:extLst>
              </a:tr>
              <a:tr h="260350">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8</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9</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36</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454334955"/>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9</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10</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45</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379968569"/>
                  </a:ext>
                </a:extLst>
              </a:tr>
              <a:tr h="260350">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10</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11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false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55</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44033027"/>
                  </a:ext>
                </a:extLst>
              </a:tr>
            </a:tbl>
          </a:graphicData>
        </a:graphic>
      </p:graphicFrame>
      <p:sp>
        <p:nvSpPr>
          <p:cNvPr id="756807" name="Rectangle 71">
            <a:extLst>
              <a:ext uri="{FF2B5EF4-FFF2-40B4-BE49-F238E27FC236}">
                <a16:creationId xmlns:a16="http://schemas.microsoft.com/office/drawing/2014/main" id="{B2A937EA-D7E0-ED56-7BDC-4BDFABEE78A4}"/>
              </a:ext>
            </a:extLst>
          </p:cNvPr>
          <p:cNvSpPr>
            <a:spLocks noChangeArrowheads="1"/>
          </p:cNvSpPr>
          <p:nvPr/>
        </p:nvSpPr>
        <p:spPr bwMode="auto">
          <a:xfrm>
            <a:off x="714375" y="3963988"/>
            <a:ext cx="5707063" cy="255587"/>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523" tIns="48261" rIns="96523" bIns="48261" anchor="ctr"/>
          <a:lstStyle>
            <a:lvl1pPr defTabSz="912813">
              <a:defRPr kumimoji="1">
                <a:solidFill>
                  <a:schemeClr val="tx1"/>
                </a:solidFill>
                <a:latin typeface="Arial" panose="020B0604020202020204" pitchFamily="34" charset="0"/>
                <a:ea typeface="ＭＳ Ｐゴシック" panose="020B0600070205080204" pitchFamily="50" charset="-128"/>
              </a:defRPr>
            </a:lvl1pPr>
            <a:lvl2pPr marL="482600" defTabSz="912813">
              <a:defRPr kumimoji="1">
                <a:solidFill>
                  <a:schemeClr val="tx1"/>
                </a:solidFill>
                <a:latin typeface="Arial" panose="020B0604020202020204" pitchFamily="34" charset="0"/>
                <a:ea typeface="ＭＳ Ｐゴシック" panose="020B0600070205080204" pitchFamily="50" charset="-128"/>
              </a:defRPr>
            </a:lvl2pPr>
            <a:lvl3pPr marL="966788" defTabSz="912813">
              <a:defRPr kumimoji="1">
                <a:solidFill>
                  <a:schemeClr val="tx1"/>
                </a:solidFill>
                <a:latin typeface="Arial" panose="020B0604020202020204" pitchFamily="34" charset="0"/>
                <a:ea typeface="ＭＳ Ｐゴシック" panose="020B0600070205080204" pitchFamily="50" charset="-128"/>
              </a:defRPr>
            </a:lvl3pPr>
            <a:lvl4pPr marL="1447800" defTabSz="912813">
              <a:defRPr kumimoji="1">
                <a:solidFill>
                  <a:schemeClr val="tx1"/>
                </a:solidFill>
                <a:latin typeface="Arial" panose="020B0604020202020204" pitchFamily="34" charset="0"/>
                <a:ea typeface="ＭＳ Ｐゴシック" panose="020B0600070205080204" pitchFamily="50" charset="-128"/>
              </a:defRPr>
            </a:lvl4pPr>
            <a:lvl5pPr marL="1930400" defTabSz="912813">
              <a:defRPr kumimoji="1">
                <a:solidFill>
                  <a:schemeClr val="tx1"/>
                </a:solidFill>
                <a:latin typeface="Arial" panose="020B0604020202020204" pitchFamily="34" charset="0"/>
                <a:ea typeface="ＭＳ Ｐゴシック" panose="020B0600070205080204" pitchFamily="50" charset="-128"/>
              </a:defRPr>
            </a:lvl5pPr>
            <a:lvl6pPr marL="2387600" defTabSz="9128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44800" defTabSz="9128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02000" defTabSz="9128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59200" defTabSz="9128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
        <p:nvSpPr>
          <p:cNvPr id="756808" name="AutoShape 72">
            <a:extLst>
              <a:ext uri="{FF2B5EF4-FFF2-40B4-BE49-F238E27FC236}">
                <a16:creationId xmlns:a16="http://schemas.microsoft.com/office/drawing/2014/main" id="{1F65468B-10DE-044F-6BEB-1EC1A45F144E}"/>
              </a:ext>
            </a:extLst>
          </p:cNvPr>
          <p:cNvSpPr>
            <a:spLocks noChangeArrowheads="1"/>
          </p:cNvSpPr>
          <p:nvPr/>
        </p:nvSpPr>
        <p:spPr bwMode="auto">
          <a:xfrm>
            <a:off x="3370263" y="4448175"/>
            <a:ext cx="955675" cy="285750"/>
          </a:xfrm>
          <a:prstGeom prst="wedgeRoundRectCallout">
            <a:avLst>
              <a:gd name="adj1" fmla="val 14454"/>
              <a:gd name="adj2" fmla="val -118889"/>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08" tIns="19616" rIns="9808" bIns="9808"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MS UI Gothic" panose="020B0600070205080204" pitchFamily="50" charset="-128"/>
                <a:cs typeface="Times New Roman" panose="02020603050405020304" pitchFamily="18" charset="0"/>
              </a:rPr>
              <a:t>Kết thúc lặp</a:t>
            </a:r>
          </a:p>
        </p:txBody>
      </p:sp>
      <p:sp>
        <p:nvSpPr>
          <p:cNvPr id="756809" name="AutoShape 73">
            <a:extLst>
              <a:ext uri="{FF2B5EF4-FFF2-40B4-BE49-F238E27FC236}">
                <a16:creationId xmlns:a16="http://schemas.microsoft.com/office/drawing/2014/main" id="{32606A1A-71F2-EA70-1ABD-DC6070C92DDE}"/>
              </a:ext>
            </a:extLst>
          </p:cNvPr>
          <p:cNvSpPr>
            <a:spLocks noChangeArrowheads="1"/>
          </p:cNvSpPr>
          <p:nvPr/>
        </p:nvSpPr>
        <p:spPr bwMode="auto">
          <a:xfrm>
            <a:off x="4468813" y="4454525"/>
            <a:ext cx="1930400" cy="285750"/>
          </a:xfrm>
          <a:prstGeom prst="wedgeRoundRectCallout">
            <a:avLst>
              <a:gd name="adj1" fmla="val 27468"/>
              <a:gd name="adj2" fmla="val -124444"/>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08" tIns="19616" rIns="9808" bIns="9808"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MS UI Gothic" panose="020B0600070205080204" pitchFamily="50" charset="-128"/>
                <a:cs typeface="Times New Roman" panose="02020603050405020304" pitchFamily="18" charset="0"/>
              </a:rPr>
              <a:t>Kết quả đã cộng từ 1 đến 10 là 55</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8786" name="Rectangle 2">
            <a:extLst>
              <a:ext uri="{FF2B5EF4-FFF2-40B4-BE49-F238E27FC236}">
                <a16:creationId xmlns:a16="http://schemas.microsoft.com/office/drawing/2014/main" id="{2E61D450-6216-B04D-885E-0319B634BD9B}"/>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Câu lệnh </a:t>
            </a:r>
            <a:r>
              <a:rPr lang="en-US" altLang="ja-JP">
                <a:latin typeface="Arial" panose="020B0604020202020204" pitchFamily="34" charset="0"/>
                <a:ea typeface="ＭＳ ゴシック" panose="020B0609070205080204" pitchFamily="49" charset="-128"/>
              </a:rPr>
              <a:t>for</a:t>
            </a:r>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Câu lệnh </a:t>
            </a:r>
            <a:r>
              <a:rPr lang="en-US" altLang="ja-JP">
                <a:latin typeface="Arial" panose="020B0604020202020204" pitchFamily="34" charset="0"/>
                <a:ea typeface="ＭＳ ゴシック" panose="020B0609070205080204" pitchFamily="49" charset="-128"/>
              </a:rPr>
              <a:t>for là hình thức bao gồm Cú pháp  để control số lần lặp </a:t>
            </a:r>
            <a:r>
              <a:rPr lang="en-US" altLang="ja-JP">
                <a:latin typeface="Arial" panose="020B0604020202020204" pitchFamily="34" charset="0"/>
              </a:rPr>
              <a:t>.</a:t>
            </a:r>
          </a:p>
          <a:p>
            <a:pPr marL="0" indent="0"/>
            <a:r>
              <a:rPr lang="ja-JP" altLang="en-US">
                <a:latin typeface="Arial" panose="020B0604020202020204" pitchFamily="34" charset="0"/>
              </a:rPr>
              <a:t>　</a:t>
            </a:r>
            <a:r>
              <a:rPr lang="en-US" altLang="ja-JP">
                <a:latin typeface="Arial" panose="020B0604020202020204" pitchFamily="34" charset="0"/>
              </a:rPr>
              <a:t>Được sử dụng khi số lần lặp đã được quyết định </a:t>
            </a:r>
          </a:p>
          <a:p>
            <a:pPr marL="0" indent="0"/>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Gọi biến số thực hiện count số lần lặp là biến số counter </a:t>
            </a:r>
          </a:p>
          <a:p>
            <a:pPr marL="0" indent="0"/>
            <a:r>
              <a:rPr lang="ja-JP" altLang="en-US">
                <a:latin typeface="Arial" panose="020B0604020202020204" pitchFamily="34" charset="0"/>
              </a:rPr>
              <a:t>　</a:t>
            </a:r>
            <a:r>
              <a:rPr lang="en-US" altLang="ja-JP">
                <a:latin typeface="Arial" panose="020B0604020202020204" pitchFamily="34" charset="0"/>
              </a:rPr>
              <a:t>Nếu xử lí lặp được thực hiện 1 lần thì biến số counter sẽ tăng giảm chỉ với số đã chỉ định .</a:t>
            </a:r>
          </a:p>
          <a:p>
            <a:pPr marL="0" indent="0"/>
            <a:endParaRPr lang="en-US" altLang="ja-JP">
              <a:latin typeface="Arial" panose="020B0604020202020204" pitchFamily="34" charset="0"/>
            </a:endParaRPr>
          </a:p>
          <a:p>
            <a:pPr marL="0" indent="0"/>
            <a:r>
              <a:rPr lang="en-US" altLang="ja-JP">
                <a:latin typeface="Arial" panose="020B0604020202020204" pitchFamily="34" charset="0"/>
              </a:rPr>
              <a:t>Trường hợp câu lệnh</a:t>
            </a:r>
            <a:r>
              <a:rPr lang="ja-JP" altLang="en-US">
                <a:latin typeface="Arial" panose="020B0604020202020204" pitchFamily="34" charset="0"/>
              </a:rPr>
              <a:t>　</a:t>
            </a:r>
            <a:r>
              <a:rPr lang="en-US" altLang="ja-JP">
                <a:latin typeface="Arial" panose="020B0604020202020204" pitchFamily="34" charset="0"/>
                <a:ea typeface="ＭＳ ゴシック" panose="020B0609070205080204" pitchFamily="49" charset="-128"/>
              </a:rPr>
              <a:t>for, </a:t>
            </a:r>
            <a:r>
              <a:rPr lang="ja-JP" altLang="en-US">
                <a:latin typeface="Arial" panose="020B0604020202020204" pitchFamily="34" charset="0"/>
              </a:rPr>
              <a:t>「</a:t>
            </a:r>
            <a:r>
              <a:rPr lang="en-US" altLang="ja-JP">
                <a:latin typeface="Arial" panose="020B0604020202020204" pitchFamily="34" charset="0"/>
              </a:rPr>
              <a:t>xử lí buộc tăng giảm biến số counter </a:t>
            </a:r>
            <a:r>
              <a:rPr lang="ja-JP" altLang="en-US">
                <a:latin typeface="Arial" panose="020B0604020202020204" pitchFamily="34" charset="0"/>
              </a:rPr>
              <a:t>」</a:t>
            </a:r>
            <a:r>
              <a:rPr lang="en-US" altLang="ja-JP">
                <a:latin typeface="Arial" panose="020B0604020202020204" pitchFamily="34" charset="0"/>
              </a:rPr>
              <a:t>này sẽ là </a:t>
            </a:r>
            <a:r>
              <a:rPr lang="ja-JP" altLang="en-US">
                <a:latin typeface="Arial" panose="020B0604020202020204" pitchFamily="34" charset="0"/>
              </a:rPr>
              <a:t>「 </a:t>
            </a:r>
            <a:r>
              <a:rPr lang="en-US" altLang="ja-JP">
                <a:latin typeface="Arial" panose="020B0604020202020204" pitchFamily="34" charset="0"/>
              </a:rPr>
              <a:t>xử lí để thay đổi điều kiện lặp </a:t>
            </a:r>
            <a:r>
              <a:rPr lang="ja-JP" altLang="en-US">
                <a:latin typeface="Arial" panose="020B0604020202020204" pitchFamily="34" charset="0"/>
              </a:rPr>
              <a:t>（</a:t>
            </a:r>
            <a:r>
              <a:rPr lang="en-US" altLang="ja-JP">
                <a:latin typeface="Arial" panose="020B0604020202020204" pitchFamily="34" charset="0"/>
              </a:rPr>
              <a:t>biểu thức điều kiện</a:t>
            </a:r>
            <a:r>
              <a:rPr lang="ja-JP" altLang="en-US">
                <a:latin typeface="Arial" panose="020B0604020202020204" pitchFamily="34" charset="0"/>
              </a:rPr>
              <a:t>） </a:t>
            </a:r>
            <a:r>
              <a:rPr lang="en-US" altLang="ja-JP">
                <a:latin typeface="Arial" panose="020B0604020202020204" pitchFamily="34" charset="0"/>
              </a:rPr>
              <a:t>từ </a:t>
            </a:r>
            <a:r>
              <a:rPr lang="en-US" altLang="ja-JP">
                <a:latin typeface="Arial" panose="020B0604020202020204" pitchFamily="34" charset="0"/>
                <a:ea typeface="ＭＳ ゴシック" panose="020B0609070205080204" pitchFamily="49" charset="-128"/>
              </a:rPr>
              <a:t>true sang false</a:t>
            </a:r>
            <a:r>
              <a:rPr lang="ja-JP" altLang="en-US">
                <a:latin typeface="Arial" panose="020B0604020202020204" pitchFamily="34" charset="0"/>
              </a:rPr>
              <a:t>」</a:t>
            </a:r>
            <a:br>
              <a:rPr lang="ja-JP" altLang="en-US">
                <a:latin typeface="Arial" panose="020B0604020202020204" pitchFamily="34" charset="0"/>
              </a:rPr>
            </a:br>
            <a:r>
              <a:rPr lang="ja-JP" altLang="en-US">
                <a:latin typeface="Arial" panose="020B0604020202020204" pitchFamily="34" charset="0"/>
              </a:rPr>
              <a:t>　</a:t>
            </a:r>
            <a:r>
              <a:rPr lang="en-US" altLang="ja-JP">
                <a:latin typeface="Arial" panose="020B0604020202020204" pitchFamily="34" charset="0"/>
              </a:rPr>
              <a:t>Vì thế, với câu lệnh for thì không cần xử lí để thay đổi điều kiện lặp từ true sang false trong xử lí lặp cần thiết phải có trong câu lệnh </a:t>
            </a:r>
            <a:r>
              <a:rPr lang="en-US" altLang="ja-JP">
                <a:latin typeface="Arial" panose="020B0604020202020204" pitchFamily="34" charset="0"/>
                <a:ea typeface="ＭＳ ゴシック" panose="020B0609070205080204" pitchFamily="49" charset="-128"/>
              </a:rPr>
              <a:t>while hoặc do-while</a:t>
            </a:r>
            <a:r>
              <a:rPr lang="en-US" altLang="ja-JP">
                <a:latin typeface="Arial" panose="020B0604020202020204" pitchFamily="34" charset="0"/>
              </a:rPr>
              <a:t>.</a:t>
            </a:r>
          </a:p>
          <a:p>
            <a:pPr marL="0" indent="0"/>
            <a:r>
              <a:rPr lang="ja-JP" altLang="en-US">
                <a:latin typeface="Arial" panose="020B0604020202020204" pitchFamily="34" charset="0"/>
              </a:rPr>
              <a:t>　</a:t>
            </a:r>
          </a:p>
          <a:p>
            <a:pPr marL="0" indent="0"/>
            <a:r>
              <a:rPr lang="ja-JP" altLang="en-US">
                <a:latin typeface="Arial" panose="020B0604020202020204" pitchFamily="34" charset="0"/>
              </a:rPr>
              <a:t>●　</a:t>
            </a:r>
            <a:r>
              <a:rPr lang="en-US" altLang="ja-JP">
                <a:latin typeface="Arial" panose="020B0604020202020204" pitchFamily="34" charset="0"/>
              </a:rPr>
              <a:t>Cú pháp </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VD</a:t>
            </a:r>
            <a:r>
              <a:rPr lang="ja-JP" altLang="en-US">
                <a:latin typeface="Arial" panose="020B0604020202020204" pitchFamily="34" charset="0"/>
              </a:rPr>
              <a:t>） </a:t>
            </a:r>
            <a:r>
              <a:rPr lang="en-US" altLang="ja-JP">
                <a:latin typeface="Arial" panose="020B0604020202020204" pitchFamily="34" charset="0"/>
              </a:rPr>
              <a:t>Thực hiện phép tính cộng từ 1 đến 10</a:t>
            </a:r>
          </a:p>
          <a:p>
            <a:pPr marL="0" indent="0"/>
            <a:r>
              <a:rPr lang="ja-JP" altLang="en-US">
                <a:latin typeface="Arial" panose="020B0604020202020204" pitchFamily="34" charset="0"/>
                <a:ea typeface="ＭＳ ゴシック" panose="020B0609070205080204" pitchFamily="49" charset="-128"/>
              </a:rPr>
              <a:t>　</a:t>
            </a:r>
            <a:r>
              <a:rPr lang="en-US" altLang="ja-JP">
                <a:latin typeface="Arial" panose="020B0604020202020204" pitchFamily="34" charset="0"/>
                <a:ea typeface="ＭＳ ゴシック" panose="020B0609070205080204" pitchFamily="49" charset="-128"/>
              </a:rPr>
              <a:t>int ans = 0;</a:t>
            </a:r>
          </a:p>
          <a:p>
            <a:pPr marL="0" indent="0"/>
            <a:r>
              <a:rPr lang="ja-JP" altLang="en-US">
                <a:latin typeface="Arial" panose="020B0604020202020204" pitchFamily="34" charset="0"/>
                <a:ea typeface="ＭＳ ゴシック" panose="020B0609070205080204" pitchFamily="49" charset="-128"/>
              </a:rPr>
              <a:t>　</a:t>
            </a:r>
            <a:r>
              <a:rPr lang="en-US" altLang="ja-JP">
                <a:latin typeface="Arial" panose="020B0604020202020204" pitchFamily="34" charset="0"/>
                <a:ea typeface="ＭＳ ゴシック" panose="020B0609070205080204" pitchFamily="49" charset="-128"/>
              </a:rPr>
              <a:t>for (int cnt=1; cnt&lt;=10; cnt++) {</a:t>
            </a:r>
          </a:p>
          <a:p>
            <a:pPr marL="0" indent="0"/>
            <a:r>
              <a:rPr lang="en-US" altLang="ja-JP">
                <a:latin typeface="Arial" panose="020B0604020202020204" pitchFamily="34" charset="0"/>
                <a:ea typeface="ＭＳ ゴシック" panose="020B0609070205080204" pitchFamily="49" charset="-128"/>
              </a:rPr>
              <a:t>  </a:t>
            </a:r>
            <a:r>
              <a:rPr lang="ja-JP" altLang="en-US">
                <a:latin typeface="Arial" panose="020B0604020202020204" pitchFamily="34" charset="0"/>
                <a:ea typeface="ＭＳ ゴシック" panose="020B0609070205080204" pitchFamily="49" charset="-128"/>
              </a:rPr>
              <a:t>　  </a:t>
            </a:r>
            <a:r>
              <a:rPr lang="en-US" altLang="ja-JP">
                <a:latin typeface="Arial" panose="020B0604020202020204" pitchFamily="34" charset="0"/>
                <a:ea typeface="ＭＳ ゴシック" panose="020B0609070205080204" pitchFamily="49" charset="-128"/>
              </a:rPr>
              <a:t>ans += cnt;	// giống ans = ans + cnt;</a:t>
            </a:r>
          </a:p>
          <a:p>
            <a:pPr marL="0" indent="0"/>
            <a:r>
              <a:rPr lang="ja-JP" altLang="en-US">
                <a:latin typeface="Arial" panose="020B0604020202020204" pitchFamily="34" charset="0"/>
                <a:ea typeface="ＭＳ ゴシック" panose="020B0609070205080204" pitchFamily="49" charset="-128"/>
              </a:rPr>
              <a:t>　</a:t>
            </a:r>
            <a:r>
              <a:rPr lang="en-US" altLang="ja-JP">
                <a:latin typeface="Arial" panose="020B0604020202020204" pitchFamily="34" charset="0"/>
                <a:ea typeface="ＭＳ ゴシック" panose="020B0609070205080204" pitchFamily="49" charset="-128"/>
              </a:rPr>
              <a:t>}</a:t>
            </a:r>
          </a:p>
          <a:p>
            <a:pPr marL="0" indent="0"/>
            <a:r>
              <a:rPr lang="ja-JP" altLang="en-US">
                <a:latin typeface="Arial" panose="020B0604020202020204" pitchFamily="34" charset="0"/>
                <a:ea typeface="ＭＳ ゴシック" panose="020B0609070205080204" pitchFamily="49" charset="-128"/>
              </a:rPr>
              <a:t>　</a:t>
            </a:r>
            <a:r>
              <a:rPr lang="en-US" altLang="ja-JP">
                <a:latin typeface="Arial" panose="020B0604020202020204" pitchFamily="34" charset="0"/>
                <a:ea typeface="ＭＳ ゴシック" panose="020B0609070205080204" pitchFamily="49" charset="-128"/>
              </a:rPr>
              <a:t>System.out.println(ans);	// hiện thị</a:t>
            </a:r>
            <a:r>
              <a:rPr lang="ja-JP" altLang="en-US">
                <a:latin typeface="Arial" panose="020B0604020202020204" pitchFamily="34" charset="0"/>
                <a:ea typeface="ＭＳ ゴシック" panose="020B0609070205080204" pitchFamily="49" charset="-128"/>
              </a:rPr>
              <a:t>「</a:t>
            </a:r>
            <a:r>
              <a:rPr lang="en-US" altLang="ja-JP">
                <a:latin typeface="Arial" panose="020B0604020202020204" pitchFamily="34" charset="0"/>
                <a:ea typeface="ＭＳ ゴシック" panose="020B0609070205080204" pitchFamily="49" charset="-128"/>
              </a:rPr>
              <a:t>55</a:t>
            </a:r>
            <a:r>
              <a:rPr lang="ja-JP" altLang="en-US">
                <a:latin typeface="Arial" panose="020B0604020202020204" pitchFamily="34" charset="0"/>
                <a:ea typeface="ＭＳ ゴシック" panose="020B0609070205080204" pitchFamily="49" charset="-128"/>
              </a:rPr>
              <a:t>」</a:t>
            </a:r>
          </a:p>
          <a:p>
            <a:pPr marL="0" indent="0"/>
            <a:endParaRPr lang="en-US" altLang="ja-JP">
              <a:latin typeface="Arial" panose="020B0604020202020204" pitchFamily="34" charset="0"/>
              <a:ea typeface="ＭＳ ゴシック" panose="020B0609070205080204" pitchFamily="49" charset="-128"/>
            </a:endParaRPr>
          </a:p>
        </p:txBody>
      </p:sp>
      <p:sp>
        <p:nvSpPr>
          <p:cNvPr id="758787" name="Rectangle 3">
            <a:extLst>
              <a:ext uri="{FF2B5EF4-FFF2-40B4-BE49-F238E27FC236}">
                <a16:creationId xmlns:a16="http://schemas.microsoft.com/office/drawing/2014/main" id="{15CBCF23-1765-4379-930A-61F5FDE58E52}"/>
              </a:ext>
            </a:extLst>
          </p:cNvPr>
          <p:cNvSpPr>
            <a:spLocks noRot="1" noChangeAspect="1" noChangeArrowheads="1" noTextEdit="1"/>
          </p:cNvSpPr>
          <p:nvPr>
            <p:ph type="sldImg"/>
          </p:nvPr>
        </p:nvSpPr>
        <p:spPr>
          <a:ln/>
        </p:spPr>
      </p:sp>
      <p:sp>
        <p:nvSpPr>
          <p:cNvPr id="758789" name="Text Box 5">
            <a:extLst>
              <a:ext uri="{FF2B5EF4-FFF2-40B4-BE49-F238E27FC236}">
                <a16:creationId xmlns:a16="http://schemas.microsoft.com/office/drawing/2014/main" id="{39D05156-25CC-8648-191B-29FFA9EDD26D}"/>
              </a:ext>
            </a:extLst>
          </p:cNvPr>
          <p:cNvSpPr txBox="1">
            <a:spLocks noChangeArrowheads="1"/>
          </p:cNvSpPr>
          <p:nvPr/>
        </p:nvSpPr>
        <p:spPr bwMode="auto">
          <a:xfrm>
            <a:off x="706438" y="7386638"/>
            <a:ext cx="5854700" cy="565150"/>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10240" tIns="20483" rIns="10240" bIns="10240"/>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19367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4788"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ＭＳ ゴシック" panose="020B0609070205080204" pitchFamily="49" charset="-128"/>
              </a:rPr>
              <a:t>for (</a:t>
            </a:r>
            <a:r>
              <a:rPr lang="en-US" altLang="ja-JP" b="0">
                <a:ea typeface="MS UI Gothic" panose="020B0600070205080204" pitchFamily="50" charset="-128"/>
              </a:rPr>
              <a:t>setting giá trị khởi tạo của biến số count ; biểu thức điều kiện</a:t>
            </a:r>
            <a:r>
              <a:rPr lang="en-US" altLang="ja-JP" b="0">
                <a:ea typeface="ＭＳ ゴシック" panose="020B0609070205080204" pitchFamily="49" charset="-128"/>
              </a:rPr>
              <a:t>; tăng giảm biến số count) {</a:t>
            </a:r>
          </a:p>
          <a:p>
            <a:pPr lvl="1" algn="just"/>
            <a:r>
              <a:rPr lang="en-US" altLang="ja-JP" b="0">
                <a:ea typeface="ＭＳ ゴシック" panose="020B0609070205080204" pitchFamily="49" charset="-128"/>
              </a:rPr>
              <a:t>    </a:t>
            </a:r>
            <a:r>
              <a:rPr lang="en-US" altLang="ja-JP" b="0">
                <a:ea typeface="MS UI Gothic" panose="020B0600070205080204" pitchFamily="50" charset="-128"/>
              </a:rPr>
              <a:t>Xử lí muốn thực hiện lặp khi điều kiện là true</a:t>
            </a:r>
          </a:p>
          <a:p>
            <a:pPr lvl="1" algn="just"/>
            <a:r>
              <a:rPr lang="en-US" altLang="ja-JP" b="0">
                <a:ea typeface="ＭＳ ゴシック" panose="020B0609070205080204" pitchFamily="49" charset="-128"/>
              </a:rPr>
              <a:t>}</a:t>
            </a:r>
            <a:endParaRPr lang="en-US" altLang="en-US" b="0">
              <a:ea typeface="ＭＳ ゴシック" panose="020B0609070205080204" pitchFamily="49" charset="-128"/>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0834" name="Rectangle 2">
            <a:extLst>
              <a:ext uri="{FF2B5EF4-FFF2-40B4-BE49-F238E27FC236}">
                <a16:creationId xmlns:a16="http://schemas.microsoft.com/office/drawing/2014/main" id="{A753E56E-2B74-507E-F403-179E0A6042A6}"/>
              </a:ext>
            </a:extLst>
          </p:cNvPr>
          <p:cNvSpPr>
            <a:spLocks noGrp="1" noChangeArrowheads="1"/>
          </p:cNvSpPr>
          <p:nvPr>
            <p:ph type="body" idx="1"/>
          </p:nvPr>
        </p:nvSpPr>
        <p:spPr>
          <a:xfrm>
            <a:off x="706438" y="682625"/>
            <a:ext cx="5635625" cy="9305925"/>
          </a:xfrm>
        </p:spPr>
        <p:txBody>
          <a:bodyPr/>
          <a:lstStyle/>
          <a:p>
            <a:pPr marL="0" indent="0"/>
            <a:r>
              <a:rPr lang="en-US" altLang="ja-JP">
                <a:latin typeface="Arial" panose="020B0604020202020204" pitchFamily="34" charset="0"/>
              </a:rPr>
              <a:t>【Tham khảo】</a:t>
            </a:r>
          </a:p>
          <a:p>
            <a:pPr marL="0" indent="0"/>
            <a:r>
              <a:rPr lang="ja-JP" altLang="en-US">
                <a:latin typeface="Arial" panose="020B0604020202020204" pitchFamily="34" charset="0"/>
              </a:rPr>
              <a:t>　 </a:t>
            </a:r>
            <a:r>
              <a:rPr lang="en-US" altLang="ja-JP">
                <a:latin typeface="Arial" panose="020B0604020202020204" pitchFamily="34" charset="0"/>
              </a:rPr>
              <a:t>Tóm tắt quan hệ của điều kiện lặp và giá trị các biến số tại ví dụ trước thành bảng thì ta có bảng như sau </a:t>
            </a:r>
          </a:p>
          <a:p>
            <a:pPr marL="0" indent="0"/>
            <a:r>
              <a:rPr lang="ja-JP" altLang="en-US">
                <a:latin typeface="Arial" panose="020B0604020202020204" pitchFamily="34" charset="0"/>
              </a:rPr>
              <a:t>　</a:t>
            </a:r>
            <a:r>
              <a:rPr lang="en-US" altLang="ja-JP">
                <a:latin typeface="Arial" panose="020B0604020202020204" pitchFamily="34" charset="0"/>
              </a:rPr>
              <a:t>Các giá trị là giá trị khi phán đoán điều kiện lặp</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【Flow chart của ví dụ】</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p:txBody>
      </p:sp>
      <p:graphicFrame>
        <p:nvGraphicFramePr>
          <p:cNvPr id="760989" name="Group 157">
            <a:extLst>
              <a:ext uri="{FF2B5EF4-FFF2-40B4-BE49-F238E27FC236}">
                <a16:creationId xmlns:a16="http://schemas.microsoft.com/office/drawing/2014/main" id="{5017C640-14A7-8770-239A-D7B32CB9806B}"/>
              </a:ext>
            </a:extLst>
          </p:cNvPr>
          <p:cNvGraphicFramePr>
            <a:graphicFrameLocks noGrp="1"/>
          </p:cNvGraphicFramePr>
          <p:nvPr/>
        </p:nvGraphicFramePr>
        <p:xfrm>
          <a:off x="857250" y="1403350"/>
          <a:ext cx="5257800" cy="3251074"/>
        </p:xfrm>
        <a:graphic>
          <a:graphicData uri="http://schemas.openxmlformats.org/drawingml/2006/table">
            <a:tbl>
              <a:tblPr/>
              <a:tblGrid>
                <a:gridCol w="1270000">
                  <a:extLst>
                    <a:ext uri="{9D8B030D-6E8A-4147-A177-3AD203B41FA5}">
                      <a16:colId xmlns:a16="http://schemas.microsoft.com/office/drawing/2014/main" val="2595511077"/>
                    </a:ext>
                  </a:extLst>
                </a:gridCol>
                <a:gridCol w="1404938">
                  <a:extLst>
                    <a:ext uri="{9D8B030D-6E8A-4147-A177-3AD203B41FA5}">
                      <a16:colId xmlns:a16="http://schemas.microsoft.com/office/drawing/2014/main" val="4205001119"/>
                    </a:ext>
                  </a:extLst>
                </a:gridCol>
                <a:gridCol w="1468437">
                  <a:extLst>
                    <a:ext uri="{9D8B030D-6E8A-4147-A177-3AD203B41FA5}">
                      <a16:colId xmlns:a16="http://schemas.microsoft.com/office/drawing/2014/main" val="504769897"/>
                    </a:ext>
                  </a:extLst>
                </a:gridCol>
                <a:gridCol w="1114425">
                  <a:extLst>
                    <a:ext uri="{9D8B030D-6E8A-4147-A177-3AD203B41FA5}">
                      <a16:colId xmlns:a16="http://schemas.microsoft.com/office/drawing/2014/main" val="1274796098"/>
                    </a:ext>
                  </a:extLst>
                </a:gridCol>
              </a:tblGrid>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Phán đoán</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Biến số cnt</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điều kiện lặp (cnt &lt;= 10)</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Biến số ans</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3030287429"/>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0</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92477684"/>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2</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2</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36407685"/>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3</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3</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3</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7437950"/>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4</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4</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6</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945462860"/>
                  </a:ext>
                </a:extLst>
              </a:tr>
              <a:tr h="260350">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5</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5</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10</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044888739"/>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6</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6</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15</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075011424"/>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7</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7</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21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749603499"/>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8</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8</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28</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794487235"/>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9</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9</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36</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68346763"/>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10</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10</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45</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108812843"/>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11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11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false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55</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8816095"/>
                  </a:ext>
                </a:extLst>
              </a:tr>
            </a:tbl>
          </a:graphicData>
        </a:graphic>
      </p:graphicFrame>
      <p:sp>
        <p:nvSpPr>
          <p:cNvPr id="760903" name="Rectangle 71">
            <a:extLst>
              <a:ext uri="{FF2B5EF4-FFF2-40B4-BE49-F238E27FC236}">
                <a16:creationId xmlns:a16="http://schemas.microsoft.com/office/drawing/2014/main" id="{FD1A448C-62DA-436F-9546-839CD53DE4AC}"/>
              </a:ext>
            </a:extLst>
          </p:cNvPr>
          <p:cNvSpPr>
            <a:spLocks noChangeArrowheads="1"/>
          </p:cNvSpPr>
          <p:nvPr/>
        </p:nvSpPr>
        <p:spPr bwMode="auto">
          <a:xfrm>
            <a:off x="730250" y="4400550"/>
            <a:ext cx="5700713" cy="255588"/>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523" tIns="48261" rIns="96523" bIns="48261" anchor="ctr"/>
          <a:lstStyle>
            <a:lvl1pPr defTabSz="912813">
              <a:defRPr kumimoji="1">
                <a:solidFill>
                  <a:schemeClr val="tx1"/>
                </a:solidFill>
                <a:latin typeface="Arial" panose="020B0604020202020204" pitchFamily="34" charset="0"/>
                <a:ea typeface="ＭＳ Ｐゴシック" panose="020B0600070205080204" pitchFamily="50" charset="-128"/>
              </a:defRPr>
            </a:lvl1pPr>
            <a:lvl2pPr marL="482600" defTabSz="912813">
              <a:defRPr kumimoji="1">
                <a:solidFill>
                  <a:schemeClr val="tx1"/>
                </a:solidFill>
                <a:latin typeface="Arial" panose="020B0604020202020204" pitchFamily="34" charset="0"/>
                <a:ea typeface="ＭＳ Ｐゴシック" panose="020B0600070205080204" pitchFamily="50" charset="-128"/>
              </a:defRPr>
            </a:lvl2pPr>
            <a:lvl3pPr marL="966788" defTabSz="912813">
              <a:defRPr kumimoji="1">
                <a:solidFill>
                  <a:schemeClr val="tx1"/>
                </a:solidFill>
                <a:latin typeface="Arial" panose="020B0604020202020204" pitchFamily="34" charset="0"/>
                <a:ea typeface="ＭＳ Ｐゴシック" panose="020B0600070205080204" pitchFamily="50" charset="-128"/>
              </a:defRPr>
            </a:lvl3pPr>
            <a:lvl4pPr marL="1447800" defTabSz="912813">
              <a:defRPr kumimoji="1">
                <a:solidFill>
                  <a:schemeClr val="tx1"/>
                </a:solidFill>
                <a:latin typeface="Arial" panose="020B0604020202020204" pitchFamily="34" charset="0"/>
                <a:ea typeface="ＭＳ Ｐゴシック" panose="020B0600070205080204" pitchFamily="50" charset="-128"/>
              </a:defRPr>
            </a:lvl4pPr>
            <a:lvl5pPr marL="1930400" defTabSz="912813">
              <a:defRPr kumimoji="1">
                <a:solidFill>
                  <a:schemeClr val="tx1"/>
                </a:solidFill>
                <a:latin typeface="Arial" panose="020B0604020202020204" pitchFamily="34" charset="0"/>
                <a:ea typeface="ＭＳ Ｐゴシック" panose="020B0600070205080204" pitchFamily="50" charset="-128"/>
              </a:defRPr>
            </a:lvl5pPr>
            <a:lvl6pPr marL="2387600" defTabSz="9128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44800" defTabSz="9128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02000" defTabSz="9128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59200" defTabSz="9128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
        <p:nvSpPr>
          <p:cNvPr id="760904" name="AutoShape 72">
            <a:extLst>
              <a:ext uri="{FF2B5EF4-FFF2-40B4-BE49-F238E27FC236}">
                <a16:creationId xmlns:a16="http://schemas.microsoft.com/office/drawing/2014/main" id="{FF2CF2AE-9A90-6208-C984-F4D2465CF0E0}"/>
              </a:ext>
            </a:extLst>
          </p:cNvPr>
          <p:cNvSpPr>
            <a:spLocks noChangeArrowheads="1"/>
          </p:cNvSpPr>
          <p:nvPr/>
        </p:nvSpPr>
        <p:spPr bwMode="auto">
          <a:xfrm>
            <a:off x="3328988" y="4683125"/>
            <a:ext cx="955675" cy="287338"/>
          </a:xfrm>
          <a:prstGeom prst="wedgeRoundRectCallout">
            <a:avLst>
              <a:gd name="adj1" fmla="val 42361"/>
              <a:gd name="adj2" fmla="val -124583"/>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08" tIns="19616" rIns="9808" bIns="9808"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MS UI Gothic" panose="020B0600070205080204" pitchFamily="50" charset="-128"/>
                <a:cs typeface="Times New Roman" panose="02020603050405020304" pitchFamily="18" charset="0"/>
              </a:rPr>
              <a:t>Kết thúc lặp</a:t>
            </a:r>
          </a:p>
        </p:txBody>
      </p:sp>
      <p:sp>
        <p:nvSpPr>
          <p:cNvPr id="760905" name="AutoShape 73">
            <a:extLst>
              <a:ext uri="{FF2B5EF4-FFF2-40B4-BE49-F238E27FC236}">
                <a16:creationId xmlns:a16="http://schemas.microsoft.com/office/drawing/2014/main" id="{5D2EDCD8-01A7-9DFC-D539-5873600A62DD}"/>
              </a:ext>
            </a:extLst>
          </p:cNvPr>
          <p:cNvSpPr>
            <a:spLocks noChangeArrowheads="1"/>
          </p:cNvSpPr>
          <p:nvPr/>
        </p:nvSpPr>
        <p:spPr bwMode="auto">
          <a:xfrm>
            <a:off x="4489450" y="4689475"/>
            <a:ext cx="1931988" cy="285750"/>
          </a:xfrm>
          <a:prstGeom prst="wedgeRoundRectCallout">
            <a:avLst>
              <a:gd name="adj1" fmla="val 16148"/>
              <a:gd name="adj2" fmla="val -124444"/>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08" tIns="19616" rIns="9808" bIns="9808"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MS UI Gothic" panose="020B0600070205080204" pitchFamily="50" charset="-128"/>
                <a:cs typeface="Times New Roman" panose="02020603050405020304" pitchFamily="18" charset="0"/>
              </a:rPr>
              <a:t>Kết quả đã cộng từ 1 đến 10 là 55</a:t>
            </a:r>
          </a:p>
        </p:txBody>
      </p:sp>
      <p:grpSp>
        <p:nvGrpSpPr>
          <p:cNvPr id="760956" name="Group 124">
            <a:extLst>
              <a:ext uri="{FF2B5EF4-FFF2-40B4-BE49-F238E27FC236}">
                <a16:creationId xmlns:a16="http://schemas.microsoft.com/office/drawing/2014/main" id="{E88EB19F-1BBA-CED5-223A-44745EB63C33}"/>
              </a:ext>
            </a:extLst>
          </p:cNvPr>
          <p:cNvGrpSpPr>
            <a:grpSpLocks/>
          </p:cNvGrpSpPr>
          <p:nvPr/>
        </p:nvGrpSpPr>
        <p:grpSpPr bwMode="auto">
          <a:xfrm>
            <a:off x="547688" y="5243513"/>
            <a:ext cx="6078537" cy="4451350"/>
            <a:chOff x="345" y="3303"/>
            <a:chExt cx="3829" cy="2804"/>
          </a:xfrm>
        </p:grpSpPr>
        <p:sp>
          <p:nvSpPr>
            <p:cNvPr id="760923" name="Rectangle 91">
              <a:extLst>
                <a:ext uri="{FF2B5EF4-FFF2-40B4-BE49-F238E27FC236}">
                  <a16:creationId xmlns:a16="http://schemas.microsoft.com/office/drawing/2014/main" id="{19ED54A2-BFD4-D8D4-AC07-5DE4A6D9F842}"/>
                </a:ext>
              </a:extLst>
            </p:cNvPr>
            <p:cNvSpPr>
              <a:spLocks noChangeArrowheads="1"/>
            </p:cNvSpPr>
            <p:nvPr/>
          </p:nvSpPr>
          <p:spPr bwMode="auto">
            <a:xfrm>
              <a:off x="345" y="3303"/>
              <a:ext cx="3829" cy="2804"/>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60907" name="Line 75">
              <a:extLst>
                <a:ext uri="{FF2B5EF4-FFF2-40B4-BE49-F238E27FC236}">
                  <a16:creationId xmlns:a16="http://schemas.microsoft.com/office/drawing/2014/main" id="{D5416211-2D52-36C0-453F-88A57ABA69CF}"/>
                </a:ext>
              </a:extLst>
            </p:cNvPr>
            <p:cNvSpPr>
              <a:spLocks noChangeShapeType="1"/>
            </p:cNvSpPr>
            <p:nvPr/>
          </p:nvSpPr>
          <p:spPr bwMode="auto">
            <a:xfrm>
              <a:off x="2241" y="4344"/>
              <a:ext cx="0" cy="112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60908" name="AutoShape 76">
              <a:extLst>
                <a:ext uri="{FF2B5EF4-FFF2-40B4-BE49-F238E27FC236}">
                  <a16:creationId xmlns:a16="http://schemas.microsoft.com/office/drawing/2014/main" id="{7D869D75-A999-7DC4-59DA-ED21CC647115}"/>
                </a:ext>
              </a:extLst>
            </p:cNvPr>
            <p:cNvSpPr>
              <a:spLocks noChangeArrowheads="1"/>
            </p:cNvSpPr>
            <p:nvPr/>
          </p:nvSpPr>
          <p:spPr bwMode="auto">
            <a:xfrm>
              <a:off x="1633" y="4225"/>
              <a:ext cx="1212" cy="330"/>
            </a:xfrm>
            <a:prstGeom prst="flowChartDecision">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en-US" altLang="en-US" b="0">
                  <a:ea typeface="ＭＳ ゴシック" panose="020B0609070205080204" pitchFamily="49" charset="-128"/>
                </a:rPr>
                <a:t>cnt&lt;=10</a:t>
              </a:r>
              <a:endParaRPr lang="en-US" altLang="ja-JP" b="0">
                <a:ea typeface="ＭＳ ゴシック" panose="020B0609070205080204" pitchFamily="49" charset="-128"/>
              </a:endParaRPr>
            </a:p>
          </p:txBody>
        </p:sp>
        <p:sp>
          <p:nvSpPr>
            <p:cNvPr id="760909" name="AutoShape 77">
              <a:extLst>
                <a:ext uri="{FF2B5EF4-FFF2-40B4-BE49-F238E27FC236}">
                  <a16:creationId xmlns:a16="http://schemas.microsoft.com/office/drawing/2014/main" id="{708FC4BD-3399-88A2-0949-24B4E1E846F3}"/>
                </a:ext>
              </a:extLst>
            </p:cNvPr>
            <p:cNvSpPr>
              <a:spLocks noChangeArrowheads="1"/>
            </p:cNvSpPr>
            <p:nvPr/>
          </p:nvSpPr>
          <p:spPr bwMode="auto">
            <a:xfrm>
              <a:off x="1559" y="4718"/>
              <a:ext cx="1363" cy="177"/>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100" b="0">
                  <a:ea typeface="ＭＳ ゴシック" panose="020B0609070205080204" pitchFamily="49" charset="-128"/>
                </a:rPr>
                <a:t>ans += cnt;</a:t>
              </a:r>
              <a:endParaRPr lang="en-US" altLang="ja-JP">
                <a:ea typeface="ＭＳ ゴシック" panose="020B0609070205080204" pitchFamily="49" charset="-128"/>
              </a:endParaRPr>
            </a:p>
          </p:txBody>
        </p:sp>
        <p:sp>
          <p:nvSpPr>
            <p:cNvPr id="760910" name="Line 78">
              <a:extLst>
                <a:ext uri="{FF2B5EF4-FFF2-40B4-BE49-F238E27FC236}">
                  <a16:creationId xmlns:a16="http://schemas.microsoft.com/office/drawing/2014/main" id="{082F0683-080B-44BD-90CA-47309307D869}"/>
                </a:ext>
              </a:extLst>
            </p:cNvPr>
            <p:cNvSpPr>
              <a:spLocks noChangeShapeType="1"/>
            </p:cNvSpPr>
            <p:nvPr/>
          </p:nvSpPr>
          <p:spPr bwMode="auto">
            <a:xfrm>
              <a:off x="2850" y="4387"/>
              <a:ext cx="641"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60911" name="Line 79">
              <a:extLst>
                <a:ext uri="{FF2B5EF4-FFF2-40B4-BE49-F238E27FC236}">
                  <a16:creationId xmlns:a16="http://schemas.microsoft.com/office/drawing/2014/main" id="{6FEEEFDF-1B54-F8B2-93FB-9E7C70C6F7EB}"/>
                </a:ext>
              </a:extLst>
            </p:cNvPr>
            <p:cNvSpPr>
              <a:spLocks noChangeShapeType="1"/>
            </p:cNvSpPr>
            <p:nvPr/>
          </p:nvSpPr>
          <p:spPr bwMode="auto">
            <a:xfrm>
              <a:off x="1416" y="4051"/>
              <a:ext cx="4" cy="142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60912" name="Line 80">
              <a:extLst>
                <a:ext uri="{FF2B5EF4-FFF2-40B4-BE49-F238E27FC236}">
                  <a16:creationId xmlns:a16="http://schemas.microsoft.com/office/drawing/2014/main" id="{34A7CDB9-C8D9-F0DF-BB3E-8625FEBBA4CD}"/>
                </a:ext>
              </a:extLst>
            </p:cNvPr>
            <p:cNvSpPr>
              <a:spLocks noChangeShapeType="1"/>
            </p:cNvSpPr>
            <p:nvPr/>
          </p:nvSpPr>
          <p:spPr bwMode="auto">
            <a:xfrm flipH="1">
              <a:off x="1420" y="4052"/>
              <a:ext cx="811" cy="0"/>
            </a:xfrm>
            <a:prstGeom prst="line">
              <a:avLst/>
            </a:prstGeom>
            <a:noFill/>
            <a:ln w="1905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60913" name="Text Box 81">
              <a:extLst>
                <a:ext uri="{FF2B5EF4-FFF2-40B4-BE49-F238E27FC236}">
                  <a16:creationId xmlns:a16="http://schemas.microsoft.com/office/drawing/2014/main" id="{5789D939-031F-F761-A64A-E34F30A98866}"/>
                </a:ext>
              </a:extLst>
            </p:cNvPr>
            <p:cNvSpPr txBox="1">
              <a:spLocks noChangeArrowheads="1"/>
            </p:cNvSpPr>
            <p:nvPr/>
          </p:nvSpPr>
          <p:spPr bwMode="auto">
            <a:xfrm>
              <a:off x="1904" y="4567"/>
              <a:ext cx="391" cy="1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en-US" altLang="ja-JP" sz="1100" b="0"/>
                <a:t>true</a:t>
              </a:r>
              <a:endParaRPr lang="en-US" altLang="ja-JP">
                <a:ea typeface="MS UI Gothic" panose="020B0600070205080204" pitchFamily="50" charset="-128"/>
              </a:endParaRPr>
            </a:p>
          </p:txBody>
        </p:sp>
        <p:sp>
          <p:nvSpPr>
            <p:cNvPr id="760914" name="Text Box 82">
              <a:extLst>
                <a:ext uri="{FF2B5EF4-FFF2-40B4-BE49-F238E27FC236}">
                  <a16:creationId xmlns:a16="http://schemas.microsoft.com/office/drawing/2014/main" id="{88E4D261-D202-DC28-1F7A-B60F313AAB15}"/>
                </a:ext>
              </a:extLst>
            </p:cNvPr>
            <p:cNvSpPr txBox="1">
              <a:spLocks noChangeArrowheads="1"/>
            </p:cNvSpPr>
            <p:nvPr/>
          </p:nvSpPr>
          <p:spPr bwMode="auto">
            <a:xfrm>
              <a:off x="2852" y="4219"/>
              <a:ext cx="392" cy="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en-US" altLang="ja-JP" sz="1100" b="0"/>
                <a:t>false</a:t>
              </a:r>
              <a:endParaRPr lang="en-US" altLang="ja-JP">
                <a:ea typeface="MS UI Gothic" panose="020B0600070205080204" pitchFamily="50" charset="-128"/>
              </a:endParaRPr>
            </a:p>
          </p:txBody>
        </p:sp>
        <p:sp>
          <p:nvSpPr>
            <p:cNvPr id="760915" name="Line 83">
              <a:extLst>
                <a:ext uri="{FF2B5EF4-FFF2-40B4-BE49-F238E27FC236}">
                  <a16:creationId xmlns:a16="http://schemas.microsoft.com/office/drawing/2014/main" id="{BC126A2B-3C2B-5D48-7296-7E1E07274723}"/>
                </a:ext>
              </a:extLst>
            </p:cNvPr>
            <p:cNvSpPr>
              <a:spLocks noChangeShapeType="1"/>
            </p:cNvSpPr>
            <p:nvPr/>
          </p:nvSpPr>
          <p:spPr bwMode="auto">
            <a:xfrm>
              <a:off x="1415" y="5468"/>
              <a:ext cx="827"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60916" name="Line 84">
              <a:extLst>
                <a:ext uri="{FF2B5EF4-FFF2-40B4-BE49-F238E27FC236}">
                  <a16:creationId xmlns:a16="http://schemas.microsoft.com/office/drawing/2014/main" id="{208D0A75-C758-B033-28B7-13A021D03A29}"/>
                </a:ext>
              </a:extLst>
            </p:cNvPr>
            <p:cNvSpPr>
              <a:spLocks noChangeShapeType="1"/>
            </p:cNvSpPr>
            <p:nvPr/>
          </p:nvSpPr>
          <p:spPr bwMode="auto">
            <a:xfrm>
              <a:off x="3494" y="4385"/>
              <a:ext cx="0" cy="116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60917" name="Line 85">
              <a:extLst>
                <a:ext uri="{FF2B5EF4-FFF2-40B4-BE49-F238E27FC236}">
                  <a16:creationId xmlns:a16="http://schemas.microsoft.com/office/drawing/2014/main" id="{3C38B620-218B-55EC-8A6D-97FE2C0924A7}"/>
                </a:ext>
              </a:extLst>
            </p:cNvPr>
            <p:cNvSpPr>
              <a:spLocks noChangeShapeType="1"/>
            </p:cNvSpPr>
            <p:nvPr/>
          </p:nvSpPr>
          <p:spPr bwMode="auto">
            <a:xfrm>
              <a:off x="2231" y="5553"/>
              <a:ext cx="1268"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60918" name="Line 86">
              <a:extLst>
                <a:ext uri="{FF2B5EF4-FFF2-40B4-BE49-F238E27FC236}">
                  <a16:creationId xmlns:a16="http://schemas.microsoft.com/office/drawing/2014/main" id="{F89E1D91-0119-623D-A2E7-55904C787756}"/>
                </a:ext>
              </a:extLst>
            </p:cNvPr>
            <p:cNvSpPr>
              <a:spLocks noChangeShapeType="1"/>
            </p:cNvSpPr>
            <p:nvPr/>
          </p:nvSpPr>
          <p:spPr bwMode="auto">
            <a:xfrm>
              <a:off x="2235" y="5552"/>
              <a:ext cx="0" cy="462"/>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60919" name="Line 87">
              <a:extLst>
                <a:ext uri="{FF2B5EF4-FFF2-40B4-BE49-F238E27FC236}">
                  <a16:creationId xmlns:a16="http://schemas.microsoft.com/office/drawing/2014/main" id="{BC491928-3ECE-B292-406F-5F31EF8B6597}"/>
                </a:ext>
              </a:extLst>
            </p:cNvPr>
            <p:cNvSpPr>
              <a:spLocks noChangeShapeType="1"/>
            </p:cNvSpPr>
            <p:nvPr/>
          </p:nvSpPr>
          <p:spPr bwMode="auto">
            <a:xfrm>
              <a:off x="2242" y="3356"/>
              <a:ext cx="0" cy="876"/>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60920" name="AutoShape 88">
              <a:extLst>
                <a:ext uri="{FF2B5EF4-FFF2-40B4-BE49-F238E27FC236}">
                  <a16:creationId xmlns:a16="http://schemas.microsoft.com/office/drawing/2014/main" id="{13A2B216-231B-B726-D80D-D6780F94202F}"/>
                </a:ext>
              </a:extLst>
            </p:cNvPr>
            <p:cNvSpPr>
              <a:spLocks noChangeArrowheads="1"/>
            </p:cNvSpPr>
            <p:nvPr/>
          </p:nvSpPr>
          <p:spPr bwMode="auto">
            <a:xfrm>
              <a:off x="1561" y="3716"/>
              <a:ext cx="1364" cy="202"/>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ja-JP" altLang="ja-JP" sz="1100" b="0">
                  <a:ea typeface="ＭＳ ゴシック" panose="020B0609070205080204" pitchFamily="49" charset="-128"/>
                </a:rPr>
                <a:t>int cnt = 1; </a:t>
              </a:r>
              <a:endParaRPr lang="en-US" altLang="ja-JP" b="0">
                <a:ea typeface="ＭＳ ゴシック" panose="020B0609070205080204" pitchFamily="49" charset="-128"/>
              </a:endParaRPr>
            </a:p>
          </p:txBody>
        </p:sp>
        <p:sp>
          <p:nvSpPr>
            <p:cNvPr id="760921" name="AutoShape 89">
              <a:extLst>
                <a:ext uri="{FF2B5EF4-FFF2-40B4-BE49-F238E27FC236}">
                  <a16:creationId xmlns:a16="http://schemas.microsoft.com/office/drawing/2014/main" id="{1737A68C-479E-407E-D0E6-E3B62D9DA83D}"/>
                </a:ext>
              </a:extLst>
            </p:cNvPr>
            <p:cNvSpPr>
              <a:spLocks noChangeArrowheads="1"/>
            </p:cNvSpPr>
            <p:nvPr/>
          </p:nvSpPr>
          <p:spPr bwMode="auto">
            <a:xfrm>
              <a:off x="1555" y="5028"/>
              <a:ext cx="1374" cy="176"/>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100" b="0">
                  <a:ea typeface="ＭＳ ゴシック" panose="020B0609070205080204" pitchFamily="49" charset="-128"/>
                </a:rPr>
                <a:t>cnt++;</a:t>
              </a:r>
              <a:endParaRPr lang="en-US" altLang="ja-JP">
                <a:ea typeface="ＭＳ ゴシック" panose="020B0609070205080204" pitchFamily="49" charset="-128"/>
              </a:endParaRPr>
            </a:p>
          </p:txBody>
        </p:sp>
        <p:sp>
          <p:nvSpPr>
            <p:cNvPr id="760934" name="AutoShape 102">
              <a:extLst>
                <a:ext uri="{FF2B5EF4-FFF2-40B4-BE49-F238E27FC236}">
                  <a16:creationId xmlns:a16="http://schemas.microsoft.com/office/drawing/2014/main" id="{CE4A77D2-859E-AEAB-69E3-69AFBD58EF9F}"/>
                </a:ext>
              </a:extLst>
            </p:cNvPr>
            <p:cNvSpPr>
              <a:spLocks noChangeArrowheads="1"/>
            </p:cNvSpPr>
            <p:nvPr/>
          </p:nvSpPr>
          <p:spPr bwMode="auto">
            <a:xfrm>
              <a:off x="1581" y="5638"/>
              <a:ext cx="1340" cy="202"/>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ja-JP" altLang="ja-JP" sz="1100" b="0">
                  <a:ea typeface="ＭＳ ゴシック" panose="020B0609070205080204" pitchFamily="49" charset="-128"/>
                </a:rPr>
                <a:t>System.out.println</a:t>
              </a:r>
              <a:r>
                <a:rPr lang="en-US" altLang="ja-JP" sz="1100" b="0">
                  <a:ea typeface="ＭＳ ゴシック" panose="020B0609070205080204" pitchFamily="49" charset="-128"/>
                </a:rPr>
                <a:t>(ans);</a:t>
              </a:r>
            </a:p>
          </p:txBody>
        </p:sp>
        <p:sp>
          <p:nvSpPr>
            <p:cNvPr id="760939" name="AutoShape 107">
              <a:extLst>
                <a:ext uri="{FF2B5EF4-FFF2-40B4-BE49-F238E27FC236}">
                  <a16:creationId xmlns:a16="http://schemas.microsoft.com/office/drawing/2014/main" id="{D50C90C4-6A70-2706-230C-8CA67CFA4C5E}"/>
                </a:ext>
              </a:extLst>
            </p:cNvPr>
            <p:cNvSpPr>
              <a:spLocks noChangeArrowheads="1"/>
            </p:cNvSpPr>
            <p:nvPr/>
          </p:nvSpPr>
          <p:spPr bwMode="auto">
            <a:xfrm>
              <a:off x="615" y="3635"/>
              <a:ext cx="989" cy="257"/>
            </a:xfrm>
            <a:prstGeom prst="wedgeRoundRectCallout">
              <a:avLst>
                <a:gd name="adj1" fmla="val 71639"/>
                <a:gd name="adj2" fmla="val 28208"/>
                <a:gd name="adj3" fmla="val 16667"/>
              </a:avLst>
            </a:prstGeom>
            <a:solidFill>
              <a:srgbClr val="CCFFCC"/>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08" tIns="19616" rIns="9808" bIns="9808"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b="0">
                  <a:ea typeface="MS UI Gothic" panose="020B0600070205080204" pitchFamily="50" charset="-128"/>
                  <a:cs typeface="Times New Roman" panose="02020603050405020304" pitchFamily="18" charset="0"/>
                </a:rPr>
                <a:t>ví dụ slide ①</a:t>
              </a:r>
              <a:br>
                <a:rPr lang="en-US" altLang="ja-JP" b="0">
                  <a:ea typeface="MS UI Gothic" panose="020B0600070205080204" pitchFamily="50" charset="-128"/>
                  <a:cs typeface="Times New Roman" panose="02020603050405020304" pitchFamily="18" charset="0"/>
                </a:rPr>
              </a:br>
              <a:r>
                <a:rPr lang="en-US" altLang="ja-JP" b="0">
                  <a:ea typeface="MS UI Gothic" panose="020B0600070205080204" pitchFamily="50" charset="-128"/>
                  <a:cs typeface="Times New Roman" panose="02020603050405020304" pitchFamily="18" charset="0"/>
                </a:rPr>
                <a:t>setting giá trị khởi tạo biến số count</a:t>
              </a:r>
            </a:p>
          </p:txBody>
        </p:sp>
        <p:sp>
          <p:nvSpPr>
            <p:cNvPr id="760940" name="AutoShape 108">
              <a:extLst>
                <a:ext uri="{FF2B5EF4-FFF2-40B4-BE49-F238E27FC236}">
                  <a16:creationId xmlns:a16="http://schemas.microsoft.com/office/drawing/2014/main" id="{0507E1A3-D771-E2DA-085E-4A3C79455428}"/>
                </a:ext>
              </a:extLst>
            </p:cNvPr>
            <p:cNvSpPr>
              <a:spLocks noChangeArrowheads="1"/>
            </p:cNvSpPr>
            <p:nvPr/>
          </p:nvSpPr>
          <p:spPr bwMode="auto">
            <a:xfrm>
              <a:off x="1490" y="4132"/>
              <a:ext cx="536" cy="237"/>
            </a:xfrm>
            <a:prstGeom prst="wedgeRoundRectCallout">
              <a:avLst>
                <a:gd name="adj1" fmla="val 43657"/>
                <a:gd name="adj2" fmla="val 70255"/>
                <a:gd name="adj3" fmla="val 16667"/>
              </a:avLst>
            </a:prstGeom>
            <a:solidFill>
              <a:srgbClr val="CCFFCC"/>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08" tIns="19616" rIns="9808" bIns="9808"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b="0">
                  <a:ea typeface="MS UI Gothic" panose="020B0600070205080204" pitchFamily="50" charset="-128"/>
                </a:rPr>
                <a:t>ví dụ slide</a:t>
              </a:r>
              <a:r>
                <a:rPr lang="en-US" altLang="ja-JP">
                  <a:ea typeface="MS UI Gothic" panose="020B0600070205080204" pitchFamily="50" charset="-128"/>
                </a:rPr>
                <a:t> </a:t>
              </a:r>
              <a:r>
                <a:rPr lang="en-US" altLang="ja-JP" b="0">
                  <a:ea typeface="MS UI Gothic" panose="020B0600070205080204" pitchFamily="50" charset="-128"/>
                  <a:cs typeface="Times New Roman" panose="02020603050405020304" pitchFamily="18" charset="0"/>
                </a:rPr>
                <a:t>②</a:t>
              </a:r>
              <a:br>
                <a:rPr lang="en-US" altLang="ja-JP" b="0">
                  <a:ea typeface="MS UI Gothic" panose="020B0600070205080204" pitchFamily="50" charset="-128"/>
                  <a:cs typeface="Times New Roman" panose="02020603050405020304" pitchFamily="18" charset="0"/>
                </a:rPr>
              </a:br>
              <a:r>
                <a:rPr lang="en-US" altLang="ja-JP" b="0">
                  <a:ea typeface="MS UI Gothic" panose="020B0600070205080204" pitchFamily="50" charset="-128"/>
                  <a:cs typeface="Times New Roman" panose="02020603050405020304" pitchFamily="18" charset="0"/>
                </a:rPr>
                <a:t>điều kiện lặp</a:t>
              </a:r>
            </a:p>
          </p:txBody>
        </p:sp>
        <p:sp>
          <p:nvSpPr>
            <p:cNvPr id="760941" name="AutoShape 109">
              <a:extLst>
                <a:ext uri="{FF2B5EF4-FFF2-40B4-BE49-F238E27FC236}">
                  <a16:creationId xmlns:a16="http://schemas.microsoft.com/office/drawing/2014/main" id="{46633D74-4378-503B-75D5-8C567DDC88F6}"/>
                </a:ext>
              </a:extLst>
            </p:cNvPr>
            <p:cNvSpPr>
              <a:spLocks noChangeArrowheads="1"/>
            </p:cNvSpPr>
            <p:nvPr/>
          </p:nvSpPr>
          <p:spPr bwMode="auto">
            <a:xfrm>
              <a:off x="631" y="4944"/>
              <a:ext cx="852" cy="250"/>
            </a:xfrm>
            <a:prstGeom prst="wedgeRoundRectCallout">
              <a:avLst>
                <a:gd name="adj1" fmla="val 73356"/>
                <a:gd name="adj2" fmla="val 25602"/>
                <a:gd name="adj3" fmla="val 16667"/>
              </a:avLst>
            </a:prstGeom>
            <a:solidFill>
              <a:srgbClr val="CCFFCC"/>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08" tIns="19616" rIns="9808" bIns="9808"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b="0">
                  <a:ea typeface="MS UI Gothic" panose="020B0600070205080204" pitchFamily="50" charset="-128"/>
                </a:rPr>
                <a:t>ví dụ slide</a:t>
              </a:r>
              <a:r>
                <a:rPr lang="en-US" altLang="ja-JP">
                  <a:ea typeface="MS UI Gothic" panose="020B0600070205080204" pitchFamily="50" charset="-128"/>
                </a:rPr>
                <a:t> </a:t>
              </a:r>
              <a:r>
                <a:rPr lang="en-US" altLang="ja-JP" b="0">
                  <a:ea typeface="MS UI Gothic" panose="020B0600070205080204" pitchFamily="50" charset="-128"/>
                  <a:cs typeface="Times New Roman" panose="02020603050405020304" pitchFamily="18" charset="0"/>
                </a:rPr>
                <a:t>③</a:t>
              </a:r>
              <a:br>
                <a:rPr lang="en-US" altLang="ja-JP" b="0">
                  <a:ea typeface="MS UI Gothic" panose="020B0600070205080204" pitchFamily="50" charset="-128"/>
                  <a:cs typeface="Times New Roman" panose="02020603050405020304" pitchFamily="18" charset="0"/>
                </a:rPr>
              </a:br>
              <a:r>
                <a:rPr lang="en-US" altLang="ja-JP" b="0">
                  <a:ea typeface="MS UI Gothic" panose="020B0600070205080204" pitchFamily="50" charset="-128"/>
                  <a:cs typeface="Times New Roman" panose="02020603050405020304" pitchFamily="18" charset="0"/>
                </a:rPr>
                <a:t>tăng giảm biến số counter </a:t>
              </a:r>
            </a:p>
          </p:txBody>
        </p:sp>
        <p:sp>
          <p:nvSpPr>
            <p:cNvPr id="760942" name="AutoShape 110">
              <a:extLst>
                <a:ext uri="{FF2B5EF4-FFF2-40B4-BE49-F238E27FC236}">
                  <a16:creationId xmlns:a16="http://schemas.microsoft.com/office/drawing/2014/main" id="{29BD8205-D4B2-62ED-E440-CD20B9522275}"/>
                </a:ext>
              </a:extLst>
            </p:cNvPr>
            <p:cNvSpPr>
              <a:spLocks noChangeArrowheads="1"/>
            </p:cNvSpPr>
            <p:nvPr/>
          </p:nvSpPr>
          <p:spPr bwMode="auto">
            <a:xfrm flipH="1">
              <a:off x="2712" y="4522"/>
              <a:ext cx="661" cy="254"/>
            </a:xfrm>
            <a:prstGeom prst="wedgeRoundRectCallout">
              <a:avLst>
                <a:gd name="adj1" fmla="val 50454"/>
                <a:gd name="adj2" fmla="val 76769"/>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08" tIns="19616" rIns="9808" bIns="9808"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b="0">
                  <a:ea typeface="MS UI Gothic" panose="020B0600070205080204" pitchFamily="50" charset="-128"/>
                </a:rPr>
                <a:t>ví dụ slide</a:t>
              </a:r>
              <a:r>
                <a:rPr lang="en-US" altLang="ja-JP">
                  <a:ea typeface="MS UI Gothic" panose="020B0600070205080204" pitchFamily="50" charset="-128"/>
                </a:rPr>
                <a:t> </a:t>
              </a:r>
              <a:r>
                <a:rPr lang="en-US" altLang="ja-JP" b="0">
                  <a:ea typeface="MS UI Gothic" panose="020B0600070205080204" pitchFamily="50" charset="-128"/>
                  <a:cs typeface="Times New Roman" panose="02020603050405020304" pitchFamily="18" charset="0"/>
                </a:rPr>
                <a:t>④</a:t>
              </a:r>
              <a:br>
                <a:rPr lang="en-US" altLang="ja-JP" b="0">
                  <a:ea typeface="MS UI Gothic" panose="020B0600070205080204" pitchFamily="50" charset="-128"/>
                  <a:cs typeface="Times New Roman" panose="02020603050405020304" pitchFamily="18" charset="0"/>
                </a:rPr>
              </a:br>
              <a:r>
                <a:rPr lang="en-US" altLang="ja-JP" b="0">
                  <a:ea typeface="MS UI Gothic" panose="020B0600070205080204" pitchFamily="50" charset="-128"/>
                  <a:cs typeface="Times New Roman" panose="02020603050405020304" pitchFamily="18" charset="0"/>
                </a:rPr>
                <a:t>xử lí thực hiện lặp</a:t>
              </a:r>
            </a:p>
          </p:txBody>
        </p:sp>
        <p:sp>
          <p:nvSpPr>
            <p:cNvPr id="760950" name="AutoShape 118">
              <a:extLst>
                <a:ext uri="{FF2B5EF4-FFF2-40B4-BE49-F238E27FC236}">
                  <a16:creationId xmlns:a16="http://schemas.microsoft.com/office/drawing/2014/main" id="{95EA1CC7-0828-FF0E-B39B-5498A9368A07}"/>
                </a:ext>
              </a:extLst>
            </p:cNvPr>
            <p:cNvSpPr>
              <a:spLocks noChangeArrowheads="1"/>
            </p:cNvSpPr>
            <p:nvPr/>
          </p:nvSpPr>
          <p:spPr bwMode="auto">
            <a:xfrm>
              <a:off x="1569" y="3420"/>
              <a:ext cx="1364" cy="202"/>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ja-JP" altLang="ja-JP" b="0">
                  <a:ea typeface="ＭＳ ゴシック" panose="020B0609070205080204" pitchFamily="49" charset="-128"/>
                </a:rPr>
                <a:t>int ans = 0;</a:t>
              </a:r>
              <a:endParaRPr lang="en-US" altLang="ja-JP" b="0">
                <a:ea typeface="ＭＳ ゴシック" panose="020B0609070205080204" pitchFamily="49" charset="-128"/>
              </a:endParaRPr>
            </a:p>
          </p:txBody>
        </p:sp>
      </p:gr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4930" name="Rectangle 2">
            <a:extLst>
              <a:ext uri="{FF2B5EF4-FFF2-40B4-BE49-F238E27FC236}">
                <a16:creationId xmlns:a16="http://schemas.microsoft.com/office/drawing/2014/main" id="{2F439A77-0BC7-EDF8-DCEC-A9B32D3054E3}"/>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Câu lệnh for mới </a:t>
            </a:r>
            <a:r>
              <a:rPr lang="ja-JP" altLang="en-US">
                <a:latin typeface="Arial" panose="020B0604020202020204" pitchFamily="34" charset="0"/>
              </a:rPr>
              <a:t>（ </a:t>
            </a:r>
            <a:r>
              <a:rPr lang="en-US" altLang="ja-JP">
                <a:latin typeface="Arial" panose="020B0604020202020204" pitchFamily="34" charset="0"/>
              </a:rPr>
              <a:t>câu lệnh </a:t>
            </a:r>
            <a:r>
              <a:rPr lang="en-US" altLang="ja-JP">
                <a:latin typeface="Arial" panose="020B0604020202020204" pitchFamily="34" charset="0"/>
                <a:ea typeface="ＭＳ ゴシック" panose="020B0609070205080204" pitchFamily="49" charset="-128"/>
              </a:rPr>
              <a:t>foreach</a:t>
            </a:r>
            <a:r>
              <a:rPr lang="ja-JP" altLang="en-US">
                <a:latin typeface="Arial" panose="020B0604020202020204" pitchFamily="34" charset="0"/>
              </a:rPr>
              <a:t>）</a:t>
            </a:r>
          </a:p>
          <a:p>
            <a:pPr marL="0" indent="0"/>
            <a:r>
              <a:rPr lang="ja-JP" altLang="en-US">
                <a:latin typeface="Arial" panose="020B0604020202020204" pitchFamily="34" charset="0"/>
              </a:rPr>
              <a:t>　</a:t>
            </a:r>
            <a:r>
              <a:rPr lang="en-US" altLang="ja-JP">
                <a:latin typeface="Arial" panose="020B0604020202020204" pitchFamily="34" charset="0"/>
              </a:rPr>
              <a:t>Theo như Java SE 5.0, Cú pháp  để thao tác mảng or collection sẽ được add vào câu lệnh for.</a:t>
            </a:r>
          </a:p>
          <a:p>
            <a:pPr marL="0" indent="0"/>
            <a:r>
              <a:rPr lang="ja-JP" altLang="en-US">
                <a:latin typeface="Arial" panose="020B0604020202020204" pitchFamily="34" charset="0"/>
              </a:rPr>
              <a:t>　</a:t>
            </a:r>
            <a:r>
              <a:rPr lang="en-US" altLang="ja-JP">
                <a:latin typeface="Arial" panose="020B0604020202020204" pitchFamily="34" charset="0"/>
              </a:rPr>
              <a:t>cũng gọi là câu lệnh </a:t>
            </a:r>
            <a:r>
              <a:rPr lang="en-US" altLang="ja-JP">
                <a:latin typeface="Arial" panose="020B0604020202020204" pitchFamily="34" charset="0"/>
                <a:ea typeface="ＭＳ ゴシック" panose="020B0609070205080204" pitchFamily="49" charset="-128"/>
              </a:rPr>
              <a:t>foreach.</a:t>
            </a:r>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Câu lệnh này tiện lợi khi đưa ra từng element một để thực hiện xử lí lặp với tất cả element của mảng or collection </a:t>
            </a:r>
            <a:r>
              <a:rPr lang="ja-JP" altLang="en-US">
                <a:latin typeface="Arial" panose="020B0604020202020204" pitchFamily="34" charset="0"/>
              </a:rPr>
              <a:t>　</a:t>
            </a:r>
          </a:p>
          <a:p>
            <a:pPr marL="0" indent="0"/>
            <a:r>
              <a:rPr lang="ja-JP" altLang="en-US">
                <a:latin typeface="Arial" panose="020B0604020202020204" pitchFamily="34" charset="0"/>
              </a:rPr>
              <a:t>●　</a:t>
            </a:r>
            <a:r>
              <a:rPr lang="en-US" altLang="ja-JP">
                <a:latin typeface="Arial" panose="020B0604020202020204" pitchFamily="34" charset="0"/>
              </a:rPr>
              <a:t>Cú pháp </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VD</a:t>
            </a:r>
            <a:r>
              <a:rPr lang="ja-JP" altLang="en-US">
                <a:latin typeface="Arial" panose="020B0604020202020204" pitchFamily="34" charset="0"/>
              </a:rPr>
              <a:t>） </a:t>
            </a:r>
            <a:r>
              <a:rPr lang="en-US" altLang="ja-JP">
                <a:latin typeface="Arial" panose="020B0604020202020204" pitchFamily="34" charset="0"/>
              </a:rPr>
              <a:t>từ mảng kiểu string đưa ra từng element một và hiển thị .</a:t>
            </a:r>
          </a:p>
          <a:p>
            <a:pPr marL="0" indent="0"/>
            <a:r>
              <a:rPr lang="en-US" altLang="ja-JP">
                <a:latin typeface="Arial" panose="020B0604020202020204" pitchFamily="34" charset="0"/>
                <a:ea typeface="ＭＳ ゴシック" panose="020B0609070205080204" pitchFamily="49" charset="-128"/>
              </a:rPr>
              <a:t> String[] strArray = {"Smith", "Brown", "Allen"};</a:t>
            </a:r>
          </a:p>
          <a:p>
            <a:pPr marL="0" indent="0"/>
            <a:r>
              <a:rPr lang="en-US" altLang="ja-JP">
                <a:latin typeface="Arial" panose="020B0604020202020204" pitchFamily="34" charset="0"/>
                <a:ea typeface="ＭＳ ゴシック" panose="020B0609070205080204" pitchFamily="49" charset="-128"/>
              </a:rPr>
              <a:t> for (String str : strArray) {</a:t>
            </a:r>
          </a:p>
          <a:p>
            <a:pPr marL="0" indent="0"/>
            <a:r>
              <a:rPr lang="en-US" altLang="ja-JP">
                <a:latin typeface="Arial" panose="020B0604020202020204" pitchFamily="34" charset="0"/>
                <a:ea typeface="ＭＳ ゴシック" panose="020B0609070205080204" pitchFamily="49" charset="-128"/>
              </a:rPr>
              <a:t>     System.out.println(str);</a:t>
            </a:r>
          </a:p>
          <a:p>
            <a:pPr marL="0" indent="0"/>
            <a:r>
              <a:rPr lang="en-US" altLang="ja-JP">
                <a:latin typeface="Arial" panose="020B0604020202020204" pitchFamily="34" charset="0"/>
                <a:ea typeface="ＭＳ ゴシック" panose="020B0609070205080204" pitchFamily="49" charset="-128"/>
              </a:rPr>
              <a:t> }</a:t>
            </a:r>
          </a:p>
          <a:p>
            <a:pPr marL="0" indent="0"/>
            <a:endParaRPr lang="en-US" altLang="ja-JP">
              <a:latin typeface="Arial" panose="020B0604020202020204" pitchFamily="34" charset="0"/>
              <a:ea typeface="ＭＳ ゴシック" panose="020B0609070205080204" pitchFamily="49" charset="-128"/>
            </a:endParaRPr>
          </a:p>
          <a:p>
            <a:pPr marL="0" indent="0"/>
            <a:r>
              <a:rPr lang="en-US" altLang="ja-JP">
                <a:latin typeface="Arial" panose="020B0604020202020204" pitchFamily="34" charset="0"/>
              </a:rPr>
              <a:t>【tham khảo】</a:t>
            </a:r>
          </a:p>
          <a:p>
            <a:pPr marL="0" indent="0"/>
            <a:r>
              <a:rPr lang="ja-JP" altLang="en-US">
                <a:latin typeface="Arial" panose="020B0604020202020204" pitchFamily="34" charset="0"/>
              </a:rPr>
              <a:t>　</a:t>
            </a:r>
            <a:r>
              <a:rPr lang="en-US" altLang="ja-JP">
                <a:latin typeface="Arial" panose="020B0604020202020204" pitchFamily="34" charset="0"/>
              </a:rPr>
              <a:t>Tóm tắt giá trị của biến số theo từng loop một tại ví dụ trước,  thì có bảng sau</a:t>
            </a:r>
          </a:p>
        </p:txBody>
      </p:sp>
      <p:sp>
        <p:nvSpPr>
          <p:cNvPr id="764931" name="Rectangle 3">
            <a:extLst>
              <a:ext uri="{FF2B5EF4-FFF2-40B4-BE49-F238E27FC236}">
                <a16:creationId xmlns:a16="http://schemas.microsoft.com/office/drawing/2014/main" id="{F0741E3A-DD49-16A9-847F-A64DFC8DB58C}"/>
              </a:ext>
            </a:extLst>
          </p:cNvPr>
          <p:cNvSpPr>
            <a:spLocks noRot="1" noChangeAspect="1" noChangeArrowheads="1" noTextEdit="1"/>
          </p:cNvSpPr>
          <p:nvPr>
            <p:ph type="sldImg"/>
          </p:nvPr>
        </p:nvSpPr>
        <p:spPr>
          <a:xfrm>
            <a:off x="522288" y="873125"/>
            <a:ext cx="6024562" cy="4170363"/>
          </a:xfrm>
          <a:ln/>
        </p:spPr>
      </p:sp>
      <p:sp>
        <p:nvSpPr>
          <p:cNvPr id="764932" name="Text Box 4">
            <a:extLst>
              <a:ext uri="{FF2B5EF4-FFF2-40B4-BE49-F238E27FC236}">
                <a16:creationId xmlns:a16="http://schemas.microsoft.com/office/drawing/2014/main" id="{8169ACB1-D84B-3A40-2E04-99D2EEA07C57}"/>
              </a:ext>
            </a:extLst>
          </p:cNvPr>
          <p:cNvSpPr txBox="1">
            <a:spLocks noChangeArrowheads="1"/>
          </p:cNvSpPr>
          <p:nvPr/>
        </p:nvSpPr>
        <p:spPr bwMode="auto">
          <a:xfrm>
            <a:off x="696913" y="6342063"/>
            <a:ext cx="5853112" cy="568325"/>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10240" tIns="20483" rIns="10240" bIns="10240"/>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19367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4788"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ＭＳ ゴシック" panose="020B0609070205080204" pitchFamily="49" charset="-128"/>
              </a:rPr>
              <a:t>for (</a:t>
            </a:r>
            <a:r>
              <a:rPr lang="en-US" altLang="ja-JP" b="0">
                <a:ea typeface="MS UI Gothic" panose="020B0600070205080204" pitchFamily="50" charset="-128"/>
              </a:rPr>
              <a:t>kiểu element của mảng  tên biến số</a:t>
            </a:r>
            <a:r>
              <a:rPr lang="en-US" altLang="ja-JP" b="0">
                <a:ea typeface="ＭＳ ゴシック" panose="020B0609070205080204" pitchFamily="49" charset="-128"/>
              </a:rPr>
              <a:t>: </a:t>
            </a:r>
            <a:r>
              <a:rPr lang="en-US" altLang="ja-JP" b="0">
                <a:ea typeface="MS UI Gothic" panose="020B0600070205080204" pitchFamily="50" charset="-128"/>
              </a:rPr>
              <a:t>mảng or collection </a:t>
            </a:r>
            <a:r>
              <a:rPr lang="en-US" altLang="ja-JP" b="0">
                <a:ea typeface="ＭＳ ゴシック" panose="020B0609070205080204" pitchFamily="49" charset="-128"/>
              </a:rPr>
              <a:t>) {</a:t>
            </a:r>
          </a:p>
          <a:p>
            <a:pPr lvl="1" algn="just"/>
            <a:r>
              <a:rPr lang="en-US" altLang="ja-JP" b="0">
                <a:ea typeface="ＭＳ ゴシック" panose="020B0609070205080204" pitchFamily="49" charset="-128"/>
              </a:rPr>
              <a:t>    xử lí muốn lặp với các element</a:t>
            </a:r>
            <a:endParaRPr lang="en-US" altLang="ja-JP" b="0">
              <a:ea typeface="MS UI Gothic" panose="020B0600070205080204" pitchFamily="50" charset="-128"/>
            </a:endParaRPr>
          </a:p>
          <a:p>
            <a:pPr lvl="1" algn="just"/>
            <a:r>
              <a:rPr lang="en-US" altLang="ja-JP" b="0">
                <a:ea typeface="ＭＳ ゴシック" panose="020B0609070205080204" pitchFamily="49" charset="-128"/>
              </a:rPr>
              <a:t>}</a:t>
            </a:r>
            <a:endParaRPr lang="en-US" altLang="en-US" b="0">
              <a:ea typeface="ＭＳ ゴシック" panose="020B0609070205080204" pitchFamily="49" charset="-128"/>
            </a:endParaRPr>
          </a:p>
        </p:txBody>
      </p:sp>
      <p:graphicFrame>
        <p:nvGraphicFramePr>
          <p:cNvPr id="764995" name="Group 67">
            <a:extLst>
              <a:ext uri="{FF2B5EF4-FFF2-40B4-BE49-F238E27FC236}">
                <a16:creationId xmlns:a16="http://schemas.microsoft.com/office/drawing/2014/main" id="{8113D405-27A0-26CC-953C-B74BEBE22556}"/>
              </a:ext>
            </a:extLst>
          </p:cNvPr>
          <p:cNvGraphicFramePr>
            <a:graphicFrameLocks noGrp="1"/>
          </p:cNvGraphicFramePr>
          <p:nvPr/>
        </p:nvGraphicFramePr>
        <p:xfrm>
          <a:off x="828675" y="8482013"/>
          <a:ext cx="5554663" cy="1035052"/>
        </p:xfrm>
        <a:graphic>
          <a:graphicData uri="http://schemas.openxmlformats.org/drawingml/2006/table">
            <a:tbl>
              <a:tblPr/>
              <a:tblGrid>
                <a:gridCol w="1716088">
                  <a:extLst>
                    <a:ext uri="{9D8B030D-6E8A-4147-A177-3AD203B41FA5}">
                      <a16:colId xmlns:a16="http://schemas.microsoft.com/office/drawing/2014/main" val="728337918"/>
                    </a:ext>
                  </a:extLst>
                </a:gridCol>
                <a:gridCol w="1201737">
                  <a:extLst>
                    <a:ext uri="{9D8B030D-6E8A-4147-A177-3AD203B41FA5}">
                      <a16:colId xmlns:a16="http://schemas.microsoft.com/office/drawing/2014/main" val="2088983306"/>
                    </a:ext>
                  </a:extLst>
                </a:gridCol>
                <a:gridCol w="2636838">
                  <a:extLst>
                    <a:ext uri="{9D8B030D-6E8A-4147-A177-3AD203B41FA5}">
                      <a16:colId xmlns:a16="http://schemas.microsoft.com/office/drawing/2014/main" val="1494569430"/>
                    </a:ext>
                  </a:extLst>
                </a:gridCol>
              </a:tblGrid>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loop</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Biến số str</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Mã số index của strArray</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3280083592"/>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"Smith"</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0</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91550201"/>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2</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"Brown"</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59182056"/>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3</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"Allen"</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2</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35076452"/>
                  </a:ext>
                </a:extLst>
              </a:tr>
            </a:tbl>
          </a:graphicData>
        </a:graphic>
      </p:graphicFrame>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9026" name="Rectangle 2">
            <a:extLst>
              <a:ext uri="{FF2B5EF4-FFF2-40B4-BE49-F238E27FC236}">
                <a16:creationId xmlns:a16="http://schemas.microsoft.com/office/drawing/2014/main" id="{C2663E7C-AFA9-84F7-A48F-0BF31D711836}"/>
              </a:ext>
            </a:extLst>
          </p:cNvPr>
          <p:cNvSpPr>
            <a:spLocks noRot="1" noChangeAspect="1" noChangeArrowheads="1" noTextEdit="1"/>
          </p:cNvSpPr>
          <p:nvPr>
            <p:ph type="sldImg"/>
          </p:nvPr>
        </p:nvSpPr>
        <p:spPr>
          <a:ln/>
        </p:spPr>
      </p:sp>
      <p:sp>
        <p:nvSpPr>
          <p:cNvPr id="769027" name="Rectangle 3">
            <a:extLst>
              <a:ext uri="{FF2B5EF4-FFF2-40B4-BE49-F238E27FC236}">
                <a16:creationId xmlns:a16="http://schemas.microsoft.com/office/drawing/2014/main" id="{7AD19DEA-D88B-F324-3EE0-E413A5534940}"/>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Control lặp và nest </a:t>
            </a:r>
          </a:p>
          <a:p>
            <a:pPr marL="0" indent="0"/>
            <a:r>
              <a:rPr lang="ja-JP" altLang="en-US">
                <a:latin typeface="Arial" panose="020B0604020202020204" pitchFamily="34" charset="0"/>
              </a:rPr>
              <a:t>　</a:t>
            </a:r>
            <a:r>
              <a:rPr lang="en-US" altLang="ja-JP">
                <a:latin typeface="Arial" panose="020B0604020202020204" pitchFamily="34" charset="0"/>
              </a:rPr>
              <a:t>Câu lệnh control như câu lệnh </a:t>
            </a:r>
            <a:r>
              <a:rPr lang="en-US" altLang="ja-JP">
                <a:latin typeface="Arial" panose="020B0604020202020204" pitchFamily="34" charset="0"/>
                <a:ea typeface="ＭＳ ゴシック" panose="020B0609070205080204" pitchFamily="49" charset="-128"/>
              </a:rPr>
              <a:t>if or câu lệnh for có thể kết hợp sử dụng </a:t>
            </a:r>
            <a:r>
              <a:rPr lang="en-US" altLang="ja-JP">
                <a:latin typeface="Arial" panose="020B0604020202020204" pitchFamily="34" charset="0"/>
              </a:rPr>
              <a:t>.</a:t>
            </a:r>
          </a:p>
          <a:p>
            <a:pPr marL="0" indent="0"/>
            <a:r>
              <a:rPr lang="ja-JP" altLang="en-US">
                <a:latin typeface="Arial" panose="020B0604020202020204" pitchFamily="34" charset="0"/>
              </a:rPr>
              <a:t>　</a:t>
            </a:r>
            <a:r>
              <a:rPr lang="en-US" altLang="ja-JP">
                <a:latin typeface="Arial" panose="020B0604020202020204" pitchFamily="34" charset="0"/>
              </a:rPr>
              <a:t>Có thể nest câu lệnh control trong câu lệnh control</a:t>
            </a:r>
          </a:p>
          <a:p>
            <a:pPr marL="0" indent="0"/>
            <a:r>
              <a:rPr lang="ja-JP" altLang="en-US">
                <a:latin typeface="Arial" panose="020B0604020202020204" pitchFamily="34" charset="0"/>
              </a:rPr>
              <a:t>　</a:t>
            </a:r>
            <a:r>
              <a:rPr lang="en-US" altLang="ja-JP">
                <a:latin typeface="Arial" panose="020B0604020202020204" pitchFamily="34" charset="0"/>
              </a:rPr>
              <a:t>Tương tự câu lệnh </a:t>
            </a:r>
            <a:r>
              <a:rPr lang="en-US" altLang="ja-JP">
                <a:latin typeface="Arial" panose="020B0604020202020204" pitchFamily="34" charset="0"/>
                <a:ea typeface="ＭＳ ゴシック" panose="020B0609070205080204" pitchFamily="49" charset="-128"/>
              </a:rPr>
              <a:t>if, trong cả câu lệnh for, có thể nest câu lệnh control như câu lệnh for</a:t>
            </a:r>
            <a:r>
              <a:rPr lang="en-US" altLang="ja-JP">
                <a:latin typeface="Arial" panose="020B0604020202020204" pitchFamily="34" charset="0"/>
              </a:rPr>
              <a:t>.</a:t>
            </a: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ví dụ Cú pháp  của câu lệnh for sẽ sử dụng nest </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a typeface="ＭＳ ゴシック" panose="020B0609070205080204" pitchFamily="49" charset="-128"/>
            </a:endParaRPr>
          </a:p>
          <a:p>
            <a:pPr marL="0" indent="0"/>
            <a:endParaRPr lang="en-US" altLang="ja-JP">
              <a:latin typeface="Arial" panose="020B0604020202020204" pitchFamily="34" charset="0"/>
              <a:ea typeface="ＭＳ ゴシック" panose="020B0609070205080204" pitchFamily="49" charset="-128"/>
            </a:endParaRPr>
          </a:p>
        </p:txBody>
      </p:sp>
      <p:sp>
        <p:nvSpPr>
          <p:cNvPr id="769045" name="Text Box 21">
            <a:extLst>
              <a:ext uri="{FF2B5EF4-FFF2-40B4-BE49-F238E27FC236}">
                <a16:creationId xmlns:a16="http://schemas.microsoft.com/office/drawing/2014/main" id="{7A95EEA5-48A1-0A6F-69AB-45634C5E0817}"/>
              </a:ext>
            </a:extLst>
          </p:cNvPr>
          <p:cNvSpPr txBox="1">
            <a:spLocks noChangeArrowheads="1"/>
          </p:cNvSpPr>
          <p:nvPr/>
        </p:nvSpPr>
        <p:spPr bwMode="auto">
          <a:xfrm>
            <a:off x="566738" y="6392863"/>
            <a:ext cx="6392862" cy="1530350"/>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10240" tIns="20483" rIns="10240" bIns="10240" anchor="ct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19367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4788"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ＭＳ ゴシック" panose="020B0609070205080204" pitchFamily="49" charset="-128"/>
              </a:rPr>
              <a:t>for (</a:t>
            </a:r>
            <a:r>
              <a:rPr lang="en-US" altLang="ja-JP" b="0">
                <a:ea typeface="MS UI Gothic" panose="020B0600070205080204" pitchFamily="50" charset="-128"/>
              </a:rPr>
              <a:t>setting giá trị khởi tạo của biến số count; Biểu thức điều kiện</a:t>
            </a:r>
            <a:r>
              <a:rPr lang="en-US" altLang="ja-JP" b="0">
                <a:ea typeface="ＭＳ ゴシック" panose="020B0609070205080204" pitchFamily="49" charset="-128"/>
              </a:rPr>
              <a:t>; tăng giảm biến số counter) {</a:t>
            </a:r>
          </a:p>
          <a:p>
            <a:pPr lvl="1" algn="just"/>
            <a:endParaRPr lang="en-US" altLang="ja-JP" b="0">
              <a:ea typeface="ＭＳ ゴシック" panose="020B0609070205080204" pitchFamily="49" charset="-128"/>
            </a:endParaRPr>
          </a:p>
          <a:p>
            <a:pPr lvl="1" algn="just"/>
            <a:r>
              <a:rPr lang="en-US" altLang="ja-JP" b="0">
                <a:ea typeface="ＭＳ ゴシック" panose="020B0609070205080204" pitchFamily="49" charset="-128"/>
              </a:rPr>
              <a:t>    for (</a:t>
            </a:r>
            <a:r>
              <a:rPr lang="en-US" altLang="ja-JP" b="0">
                <a:ea typeface="MS UI Gothic" panose="020B0600070205080204" pitchFamily="50" charset="-128"/>
              </a:rPr>
              <a:t>setting giá trị khởi tạo của biến số count; Biểu thức điều kiện; tăng giảm biến số counter)</a:t>
            </a:r>
            <a:r>
              <a:rPr lang="en-US" altLang="ja-JP">
                <a:ea typeface="MS UI Gothic" panose="020B0600070205080204" pitchFamily="50" charset="-128"/>
              </a:rPr>
              <a:t> </a:t>
            </a:r>
            <a:r>
              <a:rPr lang="en-US" altLang="ja-JP" b="0">
                <a:ea typeface="ＭＳ ゴシック" panose="020B0609070205080204" pitchFamily="49" charset="-128"/>
              </a:rPr>
              <a:t>{</a:t>
            </a:r>
          </a:p>
          <a:p>
            <a:pPr lvl="1" algn="just"/>
            <a:r>
              <a:rPr lang="en-US" altLang="ja-JP" b="0">
                <a:ea typeface="ＭＳ ゴシック" panose="020B0609070205080204" pitchFamily="49" charset="-128"/>
              </a:rPr>
              <a:t>        </a:t>
            </a:r>
            <a:r>
              <a:rPr lang="en-US" altLang="ja-JP" b="0">
                <a:ea typeface="MS UI Gothic" panose="020B0600070205080204" pitchFamily="50" charset="-128"/>
              </a:rPr>
              <a:t>Xử lí muốn thực hiện lặp khi điều kiện là true</a:t>
            </a:r>
          </a:p>
          <a:p>
            <a:pPr lvl="1" algn="just"/>
            <a:r>
              <a:rPr lang="en-US" altLang="ja-JP" b="0">
                <a:ea typeface="ＭＳ ゴシック" panose="020B0609070205080204" pitchFamily="49" charset="-128"/>
              </a:rPr>
              <a:t>    }</a:t>
            </a:r>
          </a:p>
          <a:p>
            <a:pPr lvl="1" algn="just"/>
            <a:endParaRPr lang="en-US" altLang="ja-JP" b="0">
              <a:ea typeface="ＭＳ ゴシック" panose="020B0609070205080204" pitchFamily="49" charset="-128"/>
            </a:endParaRPr>
          </a:p>
          <a:p>
            <a:pPr lvl="1" algn="just"/>
            <a:r>
              <a:rPr lang="en-US" altLang="ja-JP" b="0">
                <a:ea typeface="ＭＳ ゴシック" panose="020B0609070205080204" pitchFamily="49" charset="-128"/>
              </a:rPr>
              <a:t>}</a:t>
            </a:r>
          </a:p>
        </p:txBody>
      </p:sp>
      <p:sp>
        <p:nvSpPr>
          <p:cNvPr id="769046" name="Rectangle 22">
            <a:extLst>
              <a:ext uri="{FF2B5EF4-FFF2-40B4-BE49-F238E27FC236}">
                <a16:creationId xmlns:a16="http://schemas.microsoft.com/office/drawing/2014/main" id="{1527EF47-B922-8936-F323-08D34E1FA081}"/>
              </a:ext>
            </a:extLst>
          </p:cNvPr>
          <p:cNvSpPr>
            <a:spLocks noChangeArrowheads="1"/>
          </p:cNvSpPr>
          <p:nvPr/>
        </p:nvSpPr>
        <p:spPr bwMode="auto">
          <a:xfrm>
            <a:off x="719138" y="6418263"/>
            <a:ext cx="5865812" cy="1303337"/>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10" tIns="45704" rIns="91410" bIns="45704"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68425"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
        <p:nvSpPr>
          <p:cNvPr id="769047" name="Rectangle 23">
            <a:extLst>
              <a:ext uri="{FF2B5EF4-FFF2-40B4-BE49-F238E27FC236}">
                <a16:creationId xmlns:a16="http://schemas.microsoft.com/office/drawing/2014/main" id="{30F8A8F9-781B-97D0-B5E2-AF98C2B74D4A}"/>
              </a:ext>
            </a:extLst>
          </p:cNvPr>
          <p:cNvSpPr>
            <a:spLocks noChangeArrowheads="1"/>
          </p:cNvSpPr>
          <p:nvPr/>
        </p:nvSpPr>
        <p:spPr bwMode="auto">
          <a:xfrm>
            <a:off x="985838" y="6810375"/>
            <a:ext cx="5446712" cy="588963"/>
          </a:xfrm>
          <a:prstGeom prst="rect">
            <a:avLst/>
          </a:prstGeom>
          <a:noFill/>
          <a:ln w="19050" algn="ctr">
            <a:solidFill>
              <a:srgbClr val="FF8519"/>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10" tIns="45704" rIns="91410" bIns="45704"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68425"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5170" name="Rectangle 2">
            <a:extLst>
              <a:ext uri="{FF2B5EF4-FFF2-40B4-BE49-F238E27FC236}">
                <a16:creationId xmlns:a16="http://schemas.microsoft.com/office/drawing/2014/main" id="{BF7EEF30-A685-2AAB-4E2B-F797A0424E9E}"/>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Câu lệnh </a:t>
            </a:r>
            <a:r>
              <a:rPr lang="en-US" altLang="ja-JP">
                <a:latin typeface="Arial" panose="020B0604020202020204" pitchFamily="34" charset="0"/>
                <a:ea typeface="ＭＳ ゴシック" panose="020B0609070205080204" pitchFamily="49" charset="-128"/>
              </a:rPr>
              <a:t>break</a:t>
            </a:r>
            <a:endParaRPr lang="en-US" altLang="ja-JP">
              <a:latin typeface="Arial" panose="020B0604020202020204" pitchFamily="34" charset="0"/>
            </a:endParaRPr>
          </a:p>
          <a:p>
            <a:pPr marL="0" indent="0"/>
            <a:r>
              <a:rPr lang="en-US" altLang="ja-JP">
                <a:latin typeface="Arial" panose="020B0604020202020204" pitchFamily="34" charset="0"/>
              </a:rPr>
              <a:t>Câu lệnh break đã học tại phần câu lệnh</a:t>
            </a:r>
            <a:r>
              <a:rPr lang="ja-JP" altLang="en-US">
                <a:latin typeface="Arial" panose="020B0604020202020204" pitchFamily="34" charset="0"/>
              </a:rPr>
              <a:t>　</a:t>
            </a:r>
            <a:r>
              <a:rPr lang="en-US" altLang="ja-JP">
                <a:latin typeface="Arial" panose="020B0604020202020204" pitchFamily="34" charset="0"/>
                <a:ea typeface="ＭＳ ゴシック" panose="020B0609070205080204" pitchFamily="49" charset="-128"/>
              </a:rPr>
              <a:t>switch cũng có thể kết hợp sử dụng với câu lệnh control (câu lệnh loop)</a:t>
            </a:r>
            <a:endParaRPr lang="en-US" altLang="ja-JP">
              <a:latin typeface="Arial" panose="020B0604020202020204" pitchFamily="34" charset="0"/>
            </a:endParaRPr>
          </a:p>
          <a:p>
            <a:pPr marL="0" indent="0"/>
            <a:r>
              <a:rPr lang="en-US" altLang="ja-JP">
                <a:latin typeface="Arial" panose="020B0604020202020204" pitchFamily="34" charset="0"/>
              </a:rPr>
              <a:t>Nếu chỉ định câu lệnh break trong câu lệnh loop thì có thể thoát ra từ câu lệnh loop phía trong cùng nhất</a:t>
            </a: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Cú pháp </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Ví dụ</a:t>
            </a:r>
            <a:r>
              <a:rPr lang="ja-JP" altLang="en-US">
                <a:latin typeface="Arial" panose="020B0604020202020204" pitchFamily="34" charset="0"/>
              </a:rPr>
              <a:t>） </a:t>
            </a:r>
            <a:r>
              <a:rPr lang="en-US" altLang="ja-JP">
                <a:latin typeface="Arial" panose="020B0604020202020204" pitchFamily="34" charset="0"/>
              </a:rPr>
              <a:t>Tính cộng từ 1 đến 10 . Tuy nhiên nếu tổng vượt quá 10 thì kết thúc lặp .</a:t>
            </a:r>
          </a:p>
          <a:p>
            <a:pPr marL="0" indent="0"/>
            <a:r>
              <a:rPr lang="en-US" altLang="ja-JP">
                <a:latin typeface="Arial" panose="020B0604020202020204" pitchFamily="34" charset="0"/>
                <a:ea typeface="ＭＳ ゴシック" panose="020B0609070205080204" pitchFamily="49" charset="-128"/>
              </a:rPr>
              <a:t> int ans = 0;</a:t>
            </a:r>
          </a:p>
          <a:p>
            <a:pPr marL="0" indent="0"/>
            <a:r>
              <a:rPr lang="en-US" altLang="ja-JP">
                <a:latin typeface="Arial" panose="020B0604020202020204" pitchFamily="34" charset="0"/>
                <a:ea typeface="ＭＳ ゴシック" panose="020B0609070205080204" pitchFamily="49" charset="-128"/>
              </a:rPr>
              <a:t> for (int cnt = 1; cnt &lt;= 10; cnt++) {</a:t>
            </a:r>
          </a:p>
          <a:p>
            <a:pPr marL="0" indent="0"/>
            <a:r>
              <a:rPr lang="en-US" altLang="ja-JP">
                <a:latin typeface="Arial" panose="020B0604020202020204" pitchFamily="34" charset="0"/>
                <a:ea typeface="ＭＳ ゴシック" panose="020B0609070205080204" pitchFamily="49" charset="-128"/>
              </a:rPr>
              <a:t>    ans += cnt;</a:t>
            </a:r>
          </a:p>
          <a:p>
            <a:pPr marL="0" indent="0"/>
            <a:r>
              <a:rPr lang="en-US" altLang="ja-JP">
                <a:latin typeface="Arial" panose="020B0604020202020204" pitchFamily="34" charset="0"/>
                <a:ea typeface="ＭＳ ゴシック" panose="020B0609070205080204" pitchFamily="49" charset="-128"/>
              </a:rPr>
              <a:t>    if (ans &gt; 10){</a:t>
            </a:r>
          </a:p>
          <a:p>
            <a:pPr marL="0" indent="0"/>
            <a:r>
              <a:rPr lang="en-US" altLang="ja-JP">
                <a:latin typeface="Arial" panose="020B0604020202020204" pitchFamily="34" charset="0"/>
                <a:ea typeface="ＭＳ ゴシック" panose="020B0609070205080204" pitchFamily="49" charset="-128"/>
              </a:rPr>
              <a:t>        break;</a:t>
            </a:r>
          </a:p>
          <a:p>
            <a:pPr marL="0" indent="0"/>
            <a:r>
              <a:rPr lang="en-US" altLang="ja-JP">
                <a:latin typeface="Arial" panose="020B0604020202020204" pitchFamily="34" charset="0"/>
                <a:ea typeface="ＭＳ ゴシック" panose="020B0609070205080204" pitchFamily="49" charset="-128"/>
              </a:rPr>
              <a:t>    }</a:t>
            </a:r>
          </a:p>
          <a:p>
            <a:pPr marL="0" indent="0"/>
            <a:r>
              <a:rPr lang="en-US" altLang="ja-JP">
                <a:latin typeface="Arial" panose="020B0604020202020204" pitchFamily="34" charset="0"/>
                <a:ea typeface="ＭＳ ゴシック" panose="020B0609070205080204" pitchFamily="49" charset="-128"/>
              </a:rPr>
              <a:t> }</a:t>
            </a:r>
          </a:p>
          <a:p>
            <a:pPr marL="0" indent="0"/>
            <a:r>
              <a:rPr lang="en-US" altLang="ja-JP">
                <a:latin typeface="Arial" panose="020B0604020202020204" pitchFamily="34" charset="0"/>
                <a:ea typeface="ＭＳ ゴシック" panose="020B0609070205080204" pitchFamily="49" charset="-128"/>
              </a:rPr>
              <a:t> System.out.println(ans);    //hiển thị</a:t>
            </a:r>
            <a:r>
              <a:rPr lang="ja-JP" altLang="en-US">
                <a:latin typeface="Arial" panose="020B0604020202020204" pitchFamily="34" charset="0"/>
                <a:ea typeface="ＭＳ ゴシック" panose="020B0609070205080204" pitchFamily="49" charset="-128"/>
              </a:rPr>
              <a:t>「</a:t>
            </a:r>
            <a:r>
              <a:rPr lang="en-US" altLang="ja-JP">
                <a:latin typeface="Arial" panose="020B0604020202020204" pitchFamily="34" charset="0"/>
                <a:ea typeface="ＭＳ ゴシック" panose="020B0609070205080204" pitchFamily="49" charset="-128"/>
              </a:rPr>
              <a:t>15</a:t>
            </a:r>
            <a:r>
              <a:rPr lang="ja-JP" altLang="en-US">
                <a:latin typeface="Arial" panose="020B0604020202020204" pitchFamily="34" charset="0"/>
                <a:ea typeface="ＭＳ ゴシック" panose="020B0609070205080204" pitchFamily="49" charset="-128"/>
              </a:rPr>
              <a:t>」</a:t>
            </a:r>
          </a:p>
        </p:txBody>
      </p:sp>
      <p:sp>
        <p:nvSpPr>
          <p:cNvPr id="775171" name="Rectangle 3">
            <a:extLst>
              <a:ext uri="{FF2B5EF4-FFF2-40B4-BE49-F238E27FC236}">
                <a16:creationId xmlns:a16="http://schemas.microsoft.com/office/drawing/2014/main" id="{D3B9DBB6-6FA0-8A0C-27FE-EBB99CE08EA7}"/>
              </a:ext>
            </a:extLst>
          </p:cNvPr>
          <p:cNvSpPr>
            <a:spLocks noRot="1" noChangeAspect="1" noChangeArrowheads="1" noTextEdit="1"/>
          </p:cNvSpPr>
          <p:nvPr>
            <p:ph type="sldImg"/>
          </p:nvPr>
        </p:nvSpPr>
        <p:spPr>
          <a:ln/>
        </p:spPr>
      </p:sp>
      <p:sp>
        <p:nvSpPr>
          <p:cNvPr id="775172" name="Text Box 4">
            <a:extLst>
              <a:ext uri="{FF2B5EF4-FFF2-40B4-BE49-F238E27FC236}">
                <a16:creationId xmlns:a16="http://schemas.microsoft.com/office/drawing/2014/main" id="{193491B6-5844-559D-160B-820FC50110D7}"/>
              </a:ext>
            </a:extLst>
          </p:cNvPr>
          <p:cNvSpPr txBox="1">
            <a:spLocks noChangeArrowheads="1"/>
          </p:cNvSpPr>
          <p:nvPr/>
        </p:nvSpPr>
        <p:spPr bwMode="auto">
          <a:xfrm>
            <a:off x="676275" y="6199188"/>
            <a:ext cx="5854700" cy="311150"/>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10240" tIns="20483" rIns="10240" bIns="10240"/>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19367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4788"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ＭＳ ゴシック" panose="020B0609070205080204" pitchFamily="49" charset="-128"/>
              </a:rPr>
              <a:t>break;</a:t>
            </a:r>
            <a:endParaRPr lang="en-US" altLang="en-US" b="0">
              <a:ea typeface="ＭＳ ゴシック" panose="020B0609070205080204" pitchFamily="49" charset="-128"/>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9266" name="Rectangle 2">
            <a:extLst>
              <a:ext uri="{FF2B5EF4-FFF2-40B4-BE49-F238E27FC236}">
                <a16:creationId xmlns:a16="http://schemas.microsoft.com/office/drawing/2014/main" id="{F557AA9C-6687-289F-CFFB-A53F51F3932C}"/>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Câu lệnh </a:t>
            </a:r>
            <a:r>
              <a:rPr lang="en-US" altLang="ja-JP">
                <a:latin typeface="Arial" panose="020B0604020202020204" pitchFamily="34" charset="0"/>
                <a:ea typeface="ＭＳ ゴシック" panose="020B0609070205080204" pitchFamily="49" charset="-128"/>
              </a:rPr>
              <a:t>continue</a:t>
            </a:r>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Sẽ dùng câu lệnh continue khi muốn skip xử lí còn lại trong xử lí lặp .</a:t>
            </a: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Cú pháp </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Ví dụ </a:t>
            </a:r>
            <a:r>
              <a:rPr lang="ja-JP" altLang="en-US">
                <a:latin typeface="Arial" panose="020B0604020202020204" pitchFamily="34" charset="0"/>
              </a:rPr>
              <a:t>（</a:t>
            </a:r>
            <a:r>
              <a:rPr lang="en-US" altLang="ja-JP">
                <a:latin typeface="Arial" panose="020B0604020202020204" pitchFamily="34" charset="0"/>
              </a:rPr>
              <a:t>hiển thị chữ số bội số của 3 trong khoảng từ 1 đến 10 </a:t>
            </a:r>
            <a:r>
              <a:rPr lang="ja-JP" altLang="en-US">
                <a:latin typeface="Arial" panose="020B0604020202020204" pitchFamily="34" charset="0"/>
              </a:rPr>
              <a:t>）</a:t>
            </a:r>
          </a:p>
          <a:p>
            <a:pPr marL="0" indent="0"/>
            <a:endParaRPr lang="ja-JP" altLang="en-US">
              <a:latin typeface="Arial" panose="020B0604020202020204" pitchFamily="34" charset="0"/>
            </a:endParaRPr>
          </a:p>
          <a:p>
            <a:pPr marL="0" indent="0"/>
            <a:endParaRPr lang="ja-JP" altLang="en-US">
              <a:latin typeface="Arial" panose="020B0604020202020204" pitchFamily="34" charset="0"/>
            </a:endParaRPr>
          </a:p>
          <a:p>
            <a:pPr marL="0" indent="0"/>
            <a:endParaRPr lang="ja-JP" altLang="en-US">
              <a:latin typeface="Arial" panose="020B0604020202020204" pitchFamily="34" charset="0"/>
            </a:endParaRPr>
          </a:p>
          <a:p>
            <a:pPr marL="0" indent="0"/>
            <a:endParaRPr lang="ja-JP" altLang="en-US">
              <a:latin typeface="Arial" panose="020B0604020202020204" pitchFamily="34" charset="0"/>
            </a:endParaRPr>
          </a:p>
          <a:p>
            <a:pPr marL="0" indent="0"/>
            <a:endParaRPr lang="ja-JP" altLang="en-US">
              <a:latin typeface="Arial" panose="020B0604020202020204" pitchFamily="34" charset="0"/>
            </a:endParaRPr>
          </a:p>
          <a:p>
            <a:pPr marL="0" indent="0"/>
            <a:endParaRPr lang="ja-JP" altLang="en-US">
              <a:latin typeface="Arial" panose="020B0604020202020204" pitchFamily="34" charset="0"/>
            </a:endParaRPr>
          </a:p>
          <a:p>
            <a:pPr marL="0" indent="0"/>
            <a:endParaRPr lang="ja-JP" altLang="en-US">
              <a:latin typeface="Arial" panose="020B0604020202020204" pitchFamily="34" charset="0"/>
            </a:endParaRPr>
          </a:p>
          <a:p>
            <a:pPr marL="0" indent="0"/>
            <a:endParaRPr lang="ja-JP" altLang="en-US">
              <a:latin typeface="Arial" panose="020B0604020202020204" pitchFamily="34" charset="0"/>
            </a:endParaRPr>
          </a:p>
          <a:p>
            <a:pPr marL="0" indent="0"/>
            <a:endParaRPr lang="ja-JP" altLang="en-US">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Ví dụ thực hiện</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ea typeface="ＭＳ ゴシック" panose="020B0609070205080204" pitchFamily="49" charset="-128"/>
              </a:rPr>
              <a:t> </a:t>
            </a:r>
          </a:p>
          <a:p>
            <a:pPr marL="0" indent="0"/>
            <a:endParaRPr lang="en-US" altLang="ja-JP">
              <a:latin typeface="Arial" panose="020B0604020202020204" pitchFamily="34" charset="0"/>
              <a:ea typeface="ＭＳ ゴシック" panose="020B0609070205080204" pitchFamily="49" charset="-128"/>
            </a:endParaRPr>
          </a:p>
        </p:txBody>
      </p:sp>
      <p:sp>
        <p:nvSpPr>
          <p:cNvPr id="779267" name="Rectangle 3">
            <a:extLst>
              <a:ext uri="{FF2B5EF4-FFF2-40B4-BE49-F238E27FC236}">
                <a16:creationId xmlns:a16="http://schemas.microsoft.com/office/drawing/2014/main" id="{5B09628D-0998-515A-6C6E-793BC326C72E}"/>
              </a:ext>
            </a:extLst>
          </p:cNvPr>
          <p:cNvSpPr>
            <a:spLocks noRot="1" noChangeAspect="1" noChangeArrowheads="1" noTextEdit="1"/>
          </p:cNvSpPr>
          <p:nvPr>
            <p:ph type="sldImg"/>
          </p:nvPr>
        </p:nvSpPr>
        <p:spPr>
          <a:ln/>
        </p:spPr>
      </p:sp>
      <p:sp>
        <p:nvSpPr>
          <p:cNvPr id="779268" name="Text Box 4">
            <a:extLst>
              <a:ext uri="{FF2B5EF4-FFF2-40B4-BE49-F238E27FC236}">
                <a16:creationId xmlns:a16="http://schemas.microsoft.com/office/drawing/2014/main" id="{3C598B99-CD71-CDB6-7EF9-3F20166C7739}"/>
              </a:ext>
            </a:extLst>
          </p:cNvPr>
          <p:cNvSpPr txBox="1">
            <a:spLocks noChangeArrowheads="1"/>
          </p:cNvSpPr>
          <p:nvPr/>
        </p:nvSpPr>
        <p:spPr bwMode="auto">
          <a:xfrm>
            <a:off x="746125" y="6024563"/>
            <a:ext cx="5854700" cy="309562"/>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10240" tIns="20483" rIns="10240" bIns="10240"/>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19367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4788"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ＭＳ ゴシック" panose="020B0609070205080204" pitchFamily="49" charset="-128"/>
              </a:rPr>
              <a:t>continue;</a:t>
            </a:r>
            <a:endParaRPr lang="en-US" altLang="en-US" b="0">
              <a:ea typeface="ＭＳ ゴシック" panose="020B0609070205080204" pitchFamily="49" charset="-128"/>
            </a:endParaRPr>
          </a:p>
        </p:txBody>
      </p:sp>
      <p:sp>
        <p:nvSpPr>
          <p:cNvPr id="779269" name="Text Box 5">
            <a:extLst>
              <a:ext uri="{FF2B5EF4-FFF2-40B4-BE49-F238E27FC236}">
                <a16:creationId xmlns:a16="http://schemas.microsoft.com/office/drawing/2014/main" id="{95CC4649-6604-D34A-2214-550DE558A450}"/>
              </a:ext>
            </a:extLst>
          </p:cNvPr>
          <p:cNvSpPr txBox="1">
            <a:spLocks noChangeArrowheads="1"/>
          </p:cNvSpPr>
          <p:nvPr/>
        </p:nvSpPr>
        <p:spPr bwMode="auto">
          <a:xfrm>
            <a:off x="746125" y="6811963"/>
            <a:ext cx="5854700" cy="1092200"/>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10240" tIns="20483" rIns="10240" bIns="10240"/>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19367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4788"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en-US" b="0">
                <a:ea typeface="ＭＳ ゴシック" panose="020B0609070205080204" pitchFamily="49" charset="-128"/>
              </a:rPr>
              <a:t>for (int cnt = 1;</a:t>
            </a:r>
            <a:r>
              <a:rPr lang="en-US" altLang="ja-JP" b="0">
                <a:ea typeface="ＭＳ ゴシック" panose="020B0609070205080204" pitchFamily="49" charset="-128"/>
              </a:rPr>
              <a:t> </a:t>
            </a:r>
            <a:r>
              <a:rPr lang="en-US" altLang="en-US" b="0">
                <a:ea typeface="ＭＳ ゴシック" panose="020B0609070205080204" pitchFamily="49" charset="-128"/>
              </a:rPr>
              <a:t>cnt</a:t>
            </a:r>
            <a:r>
              <a:rPr lang="en-US" altLang="ja-JP" b="0">
                <a:ea typeface="ＭＳ ゴシック" panose="020B0609070205080204" pitchFamily="49" charset="-128"/>
              </a:rPr>
              <a:t> </a:t>
            </a:r>
            <a:r>
              <a:rPr lang="en-US" altLang="en-US" b="0">
                <a:ea typeface="ＭＳ ゴシック" panose="020B0609070205080204" pitchFamily="49" charset="-128"/>
              </a:rPr>
              <a:t>&lt;=</a:t>
            </a:r>
            <a:r>
              <a:rPr lang="en-US" altLang="ja-JP" b="0">
                <a:ea typeface="ＭＳ ゴシック" panose="020B0609070205080204" pitchFamily="49" charset="-128"/>
              </a:rPr>
              <a:t> </a:t>
            </a:r>
            <a:r>
              <a:rPr lang="en-US" altLang="en-US" b="0">
                <a:ea typeface="ＭＳ ゴシック" panose="020B0609070205080204" pitchFamily="49" charset="-128"/>
              </a:rPr>
              <a:t>10;</a:t>
            </a:r>
            <a:r>
              <a:rPr lang="en-US" altLang="ja-JP" b="0">
                <a:ea typeface="ＭＳ ゴシック" panose="020B0609070205080204" pitchFamily="49" charset="-128"/>
              </a:rPr>
              <a:t> </a:t>
            </a:r>
            <a:r>
              <a:rPr lang="en-US" altLang="en-US" b="0">
                <a:ea typeface="ＭＳ ゴシック" panose="020B0609070205080204" pitchFamily="49" charset="-128"/>
              </a:rPr>
              <a:t>cnt++) {</a:t>
            </a:r>
          </a:p>
          <a:p>
            <a:pPr lvl="1" algn="just"/>
            <a:r>
              <a:rPr lang="en-US" altLang="en-US" b="0">
                <a:ea typeface="ＭＳ ゴシック" panose="020B0609070205080204" pitchFamily="49" charset="-128"/>
              </a:rPr>
              <a:t>    if ((cnt</a:t>
            </a:r>
            <a:r>
              <a:rPr lang="en-US" altLang="ja-JP" b="0">
                <a:ea typeface="ＭＳ ゴシック" panose="020B0609070205080204" pitchFamily="49" charset="-128"/>
              </a:rPr>
              <a:t> </a:t>
            </a:r>
            <a:r>
              <a:rPr lang="en-US" altLang="en-US" b="0">
                <a:ea typeface="ＭＳ ゴシック" panose="020B0609070205080204" pitchFamily="49" charset="-128"/>
              </a:rPr>
              <a:t>%</a:t>
            </a:r>
            <a:r>
              <a:rPr lang="en-US" altLang="ja-JP" b="0">
                <a:ea typeface="ＭＳ ゴシック" panose="020B0609070205080204" pitchFamily="49" charset="-128"/>
              </a:rPr>
              <a:t> </a:t>
            </a:r>
            <a:r>
              <a:rPr lang="en-US" altLang="en-US" b="0">
                <a:ea typeface="ＭＳ ゴシック" panose="020B0609070205080204" pitchFamily="49" charset="-128"/>
              </a:rPr>
              <a:t>3) != 0) {</a:t>
            </a:r>
          </a:p>
          <a:p>
            <a:pPr lvl="1" algn="just"/>
            <a:r>
              <a:rPr lang="en-US" altLang="en-US" b="0">
                <a:ea typeface="ＭＳ ゴシック" panose="020B0609070205080204" pitchFamily="49" charset="-128"/>
              </a:rPr>
              <a:t>        continue;</a:t>
            </a:r>
          </a:p>
          <a:p>
            <a:pPr lvl="1" algn="just"/>
            <a:r>
              <a:rPr lang="en-US" altLang="en-US" b="0">
                <a:ea typeface="ＭＳ ゴシック" panose="020B0609070205080204" pitchFamily="49" charset="-128"/>
              </a:rPr>
              <a:t>    }</a:t>
            </a:r>
          </a:p>
          <a:p>
            <a:pPr lvl="1" algn="just"/>
            <a:r>
              <a:rPr lang="en-US" altLang="en-US" b="0">
                <a:ea typeface="ＭＳ ゴシック" panose="020B0609070205080204" pitchFamily="49" charset="-128"/>
              </a:rPr>
              <a:t>    System.out.println(“</a:t>
            </a:r>
            <a:r>
              <a:rPr lang="en-US" altLang="ja-JP" b="0">
                <a:ea typeface="ＭＳ ゴシック" panose="020B0609070205080204" pitchFamily="49" charset="-128"/>
              </a:rPr>
              <a:t>bội số của 3</a:t>
            </a:r>
            <a:r>
              <a:rPr lang="en-US" altLang="en-US" b="0">
                <a:ea typeface="ＭＳ ゴシック" panose="020B0609070205080204" pitchFamily="49" charset="-128"/>
              </a:rPr>
              <a:t>：" + cnt);</a:t>
            </a:r>
          </a:p>
          <a:p>
            <a:pPr lvl="1" algn="just"/>
            <a:r>
              <a:rPr lang="en-US" altLang="en-US" b="0">
                <a:ea typeface="ＭＳ ゴシック" panose="020B0609070205080204" pitchFamily="49" charset="-128"/>
              </a:rPr>
              <a:t>}</a:t>
            </a:r>
          </a:p>
        </p:txBody>
      </p:sp>
      <p:sp>
        <p:nvSpPr>
          <p:cNvPr id="779270" name="Text Box 6">
            <a:extLst>
              <a:ext uri="{FF2B5EF4-FFF2-40B4-BE49-F238E27FC236}">
                <a16:creationId xmlns:a16="http://schemas.microsoft.com/office/drawing/2014/main" id="{F33067B5-F3DD-EB57-49AB-09230886269A}"/>
              </a:ext>
            </a:extLst>
          </p:cNvPr>
          <p:cNvSpPr txBox="1">
            <a:spLocks noChangeArrowheads="1"/>
          </p:cNvSpPr>
          <p:nvPr/>
        </p:nvSpPr>
        <p:spPr bwMode="auto">
          <a:xfrm>
            <a:off x="746125" y="8351838"/>
            <a:ext cx="5854700" cy="642937"/>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10240" tIns="20483" rIns="10240" bIns="10240"/>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19367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4788"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ＭＳ ゴシック" panose="020B0609070205080204" pitchFamily="49" charset="-128"/>
              </a:rPr>
              <a:t>Bội số của</a:t>
            </a:r>
            <a:r>
              <a:rPr lang="ja-JP" altLang="en-US" b="0">
                <a:ea typeface="ＭＳ ゴシック" panose="020B0609070205080204" pitchFamily="49" charset="-128"/>
              </a:rPr>
              <a:t>３：</a:t>
            </a:r>
            <a:r>
              <a:rPr lang="en-US" altLang="ja-JP" b="0">
                <a:ea typeface="ＭＳ ゴシック" panose="020B0609070205080204" pitchFamily="49" charset="-128"/>
              </a:rPr>
              <a:t>3</a:t>
            </a:r>
          </a:p>
          <a:p>
            <a:pPr lvl="1" algn="just"/>
            <a:r>
              <a:rPr lang="en-US" altLang="ja-JP" b="0">
                <a:ea typeface="MS UI Gothic" panose="020B0600070205080204" pitchFamily="50" charset="-128"/>
              </a:rPr>
              <a:t>Bội số của </a:t>
            </a:r>
            <a:r>
              <a:rPr lang="ja-JP" altLang="en-US" b="0">
                <a:ea typeface="MS UI Gothic" panose="020B0600070205080204" pitchFamily="50" charset="-128"/>
              </a:rPr>
              <a:t>３</a:t>
            </a:r>
            <a:r>
              <a:rPr lang="ja-JP" altLang="en-US">
                <a:ea typeface="MS UI Gothic" panose="020B0600070205080204" pitchFamily="50" charset="-128"/>
              </a:rPr>
              <a:t> </a:t>
            </a:r>
            <a:r>
              <a:rPr lang="ja-JP" altLang="en-US" b="0">
                <a:ea typeface="ＭＳ ゴシック" panose="020B0609070205080204" pitchFamily="49" charset="-128"/>
              </a:rPr>
              <a:t>：</a:t>
            </a:r>
            <a:r>
              <a:rPr lang="en-US" altLang="ja-JP" b="0">
                <a:ea typeface="ＭＳ ゴシック" panose="020B0609070205080204" pitchFamily="49" charset="-128"/>
              </a:rPr>
              <a:t>6</a:t>
            </a:r>
          </a:p>
          <a:p>
            <a:pPr lvl="1" algn="just"/>
            <a:r>
              <a:rPr lang="en-US" altLang="ja-JP" b="0">
                <a:ea typeface="MS UI Gothic" panose="020B0600070205080204" pitchFamily="50" charset="-128"/>
              </a:rPr>
              <a:t>Bội số của </a:t>
            </a:r>
            <a:r>
              <a:rPr lang="ja-JP" altLang="en-US" b="0">
                <a:ea typeface="MS UI Gothic" panose="020B0600070205080204" pitchFamily="50" charset="-128"/>
              </a:rPr>
              <a:t>３</a:t>
            </a:r>
            <a:r>
              <a:rPr lang="ja-JP" altLang="en-US">
                <a:ea typeface="MS UI Gothic" panose="020B0600070205080204" pitchFamily="50" charset="-128"/>
              </a:rPr>
              <a:t> </a:t>
            </a:r>
            <a:r>
              <a:rPr lang="ja-JP" altLang="en-US" b="0">
                <a:ea typeface="ＭＳ ゴシック" panose="020B0609070205080204" pitchFamily="49" charset="-128"/>
              </a:rPr>
              <a:t>：</a:t>
            </a:r>
            <a:r>
              <a:rPr lang="en-US" altLang="ja-JP" b="0">
                <a:ea typeface="ＭＳ ゴシック" panose="020B0609070205080204" pitchFamily="49" charset="-128"/>
              </a:rPr>
              <a:t>9</a:t>
            </a:r>
            <a:endParaRPr lang="en-US" altLang="en-US" b="0">
              <a:ea typeface="ＭＳ ゴシック" panose="020B0609070205080204" pitchFamily="49" charset="-128"/>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9506" name="Rectangle 2">
            <a:extLst>
              <a:ext uri="{FF2B5EF4-FFF2-40B4-BE49-F238E27FC236}">
                <a16:creationId xmlns:a16="http://schemas.microsoft.com/office/drawing/2014/main" id="{C9A25742-C93F-47E1-3DE5-C700E8463F76}"/>
              </a:ext>
            </a:extLst>
          </p:cNvPr>
          <p:cNvSpPr>
            <a:spLocks noGrp="1" noChangeArrowheads="1"/>
          </p:cNvSpPr>
          <p:nvPr>
            <p:ph type="body" idx="1"/>
          </p:nvPr>
        </p:nvSpPr>
        <p:spPr>
          <a:xfrm>
            <a:off x="706438" y="682625"/>
            <a:ext cx="5635625" cy="9305925"/>
          </a:xfrm>
        </p:spPr>
        <p:txBody>
          <a:bodyPr/>
          <a:lstStyle/>
          <a:p>
            <a:pPr marL="0" indent="0"/>
            <a:r>
              <a:rPr lang="en-US" altLang="ja-JP">
                <a:latin typeface="Arial" panose="020B0604020202020204" pitchFamily="34" charset="0"/>
              </a:rPr>
              <a:t>【tham khảo】</a:t>
            </a:r>
          </a:p>
          <a:p>
            <a:pPr marL="0" indent="0"/>
            <a:r>
              <a:rPr lang="ja-JP" altLang="en-US">
                <a:latin typeface="Arial" panose="020B0604020202020204" pitchFamily="34" charset="0"/>
              </a:rPr>
              <a:t>　</a:t>
            </a:r>
            <a:r>
              <a:rPr lang="en-US" altLang="ja-JP">
                <a:latin typeface="Arial" panose="020B0604020202020204" pitchFamily="34" charset="0"/>
              </a:rPr>
              <a:t>Tóm tắt mối quan hệ  điều kiện lặp, các biến số, kết quả của công thức trong xử lí thì có bảng sau</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p:txBody>
      </p:sp>
      <p:graphicFrame>
        <p:nvGraphicFramePr>
          <p:cNvPr id="789627" name="Group 123">
            <a:extLst>
              <a:ext uri="{FF2B5EF4-FFF2-40B4-BE49-F238E27FC236}">
                <a16:creationId xmlns:a16="http://schemas.microsoft.com/office/drawing/2014/main" id="{FF7C324E-79C7-C9AA-D0BF-F0FB1B7C93EF}"/>
              </a:ext>
            </a:extLst>
          </p:cNvPr>
          <p:cNvGraphicFramePr>
            <a:graphicFrameLocks noGrp="1"/>
          </p:cNvGraphicFramePr>
          <p:nvPr/>
        </p:nvGraphicFramePr>
        <p:xfrm>
          <a:off x="866775" y="1336675"/>
          <a:ext cx="4564063" cy="3243005"/>
        </p:xfrm>
        <a:graphic>
          <a:graphicData uri="http://schemas.openxmlformats.org/drawingml/2006/table">
            <a:tbl>
              <a:tblPr/>
              <a:tblGrid>
                <a:gridCol w="742950">
                  <a:extLst>
                    <a:ext uri="{9D8B030D-6E8A-4147-A177-3AD203B41FA5}">
                      <a16:colId xmlns:a16="http://schemas.microsoft.com/office/drawing/2014/main" val="3167660643"/>
                    </a:ext>
                  </a:extLst>
                </a:gridCol>
                <a:gridCol w="757238">
                  <a:extLst>
                    <a:ext uri="{9D8B030D-6E8A-4147-A177-3AD203B41FA5}">
                      <a16:colId xmlns:a16="http://schemas.microsoft.com/office/drawing/2014/main" val="3719764872"/>
                    </a:ext>
                  </a:extLst>
                </a:gridCol>
                <a:gridCol w="1531937">
                  <a:extLst>
                    <a:ext uri="{9D8B030D-6E8A-4147-A177-3AD203B41FA5}">
                      <a16:colId xmlns:a16="http://schemas.microsoft.com/office/drawing/2014/main" val="4281039394"/>
                    </a:ext>
                  </a:extLst>
                </a:gridCol>
                <a:gridCol w="1531938">
                  <a:extLst>
                    <a:ext uri="{9D8B030D-6E8A-4147-A177-3AD203B41FA5}">
                      <a16:colId xmlns:a16="http://schemas.microsoft.com/office/drawing/2014/main" val="545478258"/>
                    </a:ext>
                  </a:extLst>
                </a:gridCol>
              </a:tblGrid>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Phán đoán</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Biến số cnt</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Điều kiện lặp</a:t>
                      </a:r>
                      <a:r>
                        <a:rPr kumimoji="1" lang="en-US" altLang="ja-JP" sz="1000" b="1"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(cnt &lt;= 10)</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(cnt % 3) != 0</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1101938655"/>
                  </a:ext>
                </a:extLst>
              </a:tr>
              <a:tr h="223838">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60624418"/>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2</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2</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14765596"/>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3</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3</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false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61685946"/>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4</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4</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93781693"/>
                  </a:ext>
                </a:extLst>
              </a:tr>
              <a:tr h="260350">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5</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5</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99310833"/>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6</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6</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false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303041705"/>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7</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7</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816286545"/>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8</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8</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35709963"/>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9</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9</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false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704900794"/>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10</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10</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28418982"/>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11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11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false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096298951"/>
                  </a:ext>
                </a:extLst>
              </a:tr>
            </a:tbl>
          </a:graphicData>
        </a:graphic>
      </p:graphicFrame>
      <p:grpSp>
        <p:nvGrpSpPr>
          <p:cNvPr id="789624" name="Group 120">
            <a:extLst>
              <a:ext uri="{FF2B5EF4-FFF2-40B4-BE49-F238E27FC236}">
                <a16:creationId xmlns:a16="http://schemas.microsoft.com/office/drawing/2014/main" id="{06D2250E-A2FD-0027-D714-7AEB81942EEE}"/>
              </a:ext>
            </a:extLst>
          </p:cNvPr>
          <p:cNvGrpSpPr>
            <a:grpSpLocks/>
          </p:cNvGrpSpPr>
          <p:nvPr/>
        </p:nvGrpSpPr>
        <p:grpSpPr bwMode="auto">
          <a:xfrm>
            <a:off x="736600" y="2112963"/>
            <a:ext cx="5468938" cy="2805112"/>
            <a:chOff x="440" y="1247"/>
            <a:chExt cx="3445" cy="1767"/>
          </a:xfrm>
        </p:grpSpPr>
        <p:sp>
          <p:nvSpPr>
            <p:cNvPr id="789558" name="Rectangle 54">
              <a:extLst>
                <a:ext uri="{FF2B5EF4-FFF2-40B4-BE49-F238E27FC236}">
                  <a16:creationId xmlns:a16="http://schemas.microsoft.com/office/drawing/2014/main" id="{C5EDE603-B4A3-6CC6-8ADD-26FEDA839D04}"/>
                </a:ext>
              </a:extLst>
            </p:cNvPr>
            <p:cNvSpPr>
              <a:spLocks noChangeArrowheads="1"/>
            </p:cNvSpPr>
            <p:nvPr/>
          </p:nvSpPr>
          <p:spPr bwMode="auto">
            <a:xfrm>
              <a:off x="440" y="2634"/>
              <a:ext cx="3079" cy="161"/>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523" tIns="48261" rIns="96523" bIns="48261" anchor="ctr"/>
            <a:lstStyle>
              <a:lvl1pPr defTabSz="912813">
                <a:defRPr kumimoji="1">
                  <a:solidFill>
                    <a:schemeClr val="tx1"/>
                  </a:solidFill>
                  <a:latin typeface="Arial" panose="020B0604020202020204" pitchFamily="34" charset="0"/>
                  <a:ea typeface="ＭＳ Ｐゴシック" panose="020B0600070205080204" pitchFamily="50" charset="-128"/>
                </a:defRPr>
              </a:lvl1pPr>
              <a:lvl2pPr marL="482600" defTabSz="912813">
                <a:defRPr kumimoji="1">
                  <a:solidFill>
                    <a:schemeClr val="tx1"/>
                  </a:solidFill>
                  <a:latin typeface="Arial" panose="020B0604020202020204" pitchFamily="34" charset="0"/>
                  <a:ea typeface="ＭＳ Ｐゴシック" panose="020B0600070205080204" pitchFamily="50" charset="-128"/>
                </a:defRPr>
              </a:lvl2pPr>
              <a:lvl3pPr marL="966788" defTabSz="912813">
                <a:defRPr kumimoji="1">
                  <a:solidFill>
                    <a:schemeClr val="tx1"/>
                  </a:solidFill>
                  <a:latin typeface="Arial" panose="020B0604020202020204" pitchFamily="34" charset="0"/>
                  <a:ea typeface="ＭＳ Ｐゴシック" panose="020B0600070205080204" pitchFamily="50" charset="-128"/>
                </a:defRPr>
              </a:lvl3pPr>
              <a:lvl4pPr marL="1447800" defTabSz="912813">
                <a:defRPr kumimoji="1">
                  <a:solidFill>
                    <a:schemeClr val="tx1"/>
                  </a:solidFill>
                  <a:latin typeface="Arial" panose="020B0604020202020204" pitchFamily="34" charset="0"/>
                  <a:ea typeface="ＭＳ Ｐゴシック" panose="020B0600070205080204" pitchFamily="50" charset="-128"/>
                </a:defRPr>
              </a:lvl4pPr>
              <a:lvl5pPr marL="1930400" defTabSz="912813">
                <a:defRPr kumimoji="1">
                  <a:solidFill>
                    <a:schemeClr val="tx1"/>
                  </a:solidFill>
                  <a:latin typeface="Arial" panose="020B0604020202020204" pitchFamily="34" charset="0"/>
                  <a:ea typeface="ＭＳ Ｐゴシック" panose="020B0600070205080204" pitchFamily="50" charset="-128"/>
                </a:defRPr>
              </a:lvl5pPr>
              <a:lvl6pPr marL="2387600" defTabSz="9128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44800" defTabSz="9128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02000" defTabSz="9128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59200" defTabSz="9128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
          <p:nvSpPr>
            <p:cNvPr id="789560" name="AutoShape 56">
              <a:extLst>
                <a:ext uri="{FF2B5EF4-FFF2-40B4-BE49-F238E27FC236}">
                  <a16:creationId xmlns:a16="http://schemas.microsoft.com/office/drawing/2014/main" id="{EE812347-971E-D26E-FF1A-8CE5F7DDE92C}"/>
                </a:ext>
              </a:extLst>
            </p:cNvPr>
            <p:cNvSpPr>
              <a:spLocks noChangeArrowheads="1"/>
            </p:cNvSpPr>
            <p:nvPr/>
          </p:nvSpPr>
          <p:spPr bwMode="auto">
            <a:xfrm>
              <a:off x="1034" y="2834"/>
              <a:ext cx="951" cy="180"/>
            </a:xfrm>
            <a:prstGeom prst="wedgeRoundRectCallout">
              <a:avLst>
                <a:gd name="adj1" fmla="val 33176"/>
                <a:gd name="adj2" fmla="val -97778"/>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08" tIns="19616" rIns="9808" bIns="9808"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MS UI Gothic" panose="020B0600070205080204" pitchFamily="50" charset="-128"/>
                  <a:cs typeface="Times New Roman" panose="02020603050405020304" pitchFamily="18" charset="0"/>
                </a:rPr>
                <a:t>Kết thúc loop</a:t>
              </a:r>
            </a:p>
          </p:txBody>
        </p:sp>
        <p:sp>
          <p:nvSpPr>
            <p:cNvPr id="789617" name="AutoShape 113">
              <a:extLst>
                <a:ext uri="{FF2B5EF4-FFF2-40B4-BE49-F238E27FC236}">
                  <a16:creationId xmlns:a16="http://schemas.microsoft.com/office/drawing/2014/main" id="{51165477-1C55-D446-26E7-0F1E831B1C4F}"/>
                </a:ext>
              </a:extLst>
            </p:cNvPr>
            <p:cNvSpPr>
              <a:spLocks noChangeArrowheads="1"/>
            </p:cNvSpPr>
            <p:nvPr/>
          </p:nvSpPr>
          <p:spPr bwMode="auto">
            <a:xfrm>
              <a:off x="3471" y="1247"/>
              <a:ext cx="410" cy="181"/>
            </a:xfrm>
            <a:prstGeom prst="wedgeRoundRectCallout">
              <a:avLst>
                <a:gd name="adj1" fmla="val -73903"/>
                <a:gd name="adj2" fmla="val 51106"/>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08" tIns="19616" rIns="9808" bIns="9808"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a:ea typeface="ＭＳ ゴシック" panose="020B0609070205080204" pitchFamily="49" charset="-128"/>
                  <a:cs typeface="Times New Roman" panose="02020603050405020304" pitchFamily="18" charset="0"/>
                </a:rPr>
                <a:t>Hiển thị</a:t>
              </a:r>
            </a:p>
          </p:txBody>
        </p:sp>
        <p:sp>
          <p:nvSpPr>
            <p:cNvPr id="789618" name="AutoShape 114">
              <a:extLst>
                <a:ext uri="{FF2B5EF4-FFF2-40B4-BE49-F238E27FC236}">
                  <a16:creationId xmlns:a16="http://schemas.microsoft.com/office/drawing/2014/main" id="{261C2D86-BB78-169D-6197-8061FC27A2B7}"/>
                </a:ext>
              </a:extLst>
            </p:cNvPr>
            <p:cNvSpPr>
              <a:spLocks noChangeArrowheads="1"/>
            </p:cNvSpPr>
            <p:nvPr/>
          </p:nvSpPr>
          <p:spPr bwMode="auto">
            <a:xfrm>
              <a:off x="3475" y="1737"/>
              <a:ext cx="410" cy="181"/>
            </a:xfrm>
            <a:prstGeom prst="wedgeRoundRectCallout">
              <a:avLst>
                <a:gd name="adj1" fmla="val -73903"/>
                <a:gd name="adj2" fmla="val 51106"/>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08" tIns="19616" rIns="9808" bIns="9808"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a:ea typeface="MS UI Gothic" panose="020B0600070205080204" pitchFamily="50" charset="-128"/>
                </a:rPr>
                <a:t>Hiển thị</a:t>
              </a:r>
            </a:p>
          </p:txBody>
        </p:sp>
        <p:sp>
          <p:nvSpPr>
            <p:cNvPr id="789619" name="AutoShape 115">
              <a:extLst>
                <a:ext uri="{FF2B5EF4-FFF2-40B4-BE49-F238E27FC236}">
                  <a16:creationId xmlns:a16="http://schemas.microsoft.com/office/drawing/2014/main" id="{21173DD7-F963-0F08-07B8-8F37188AB68D}"/>
                </a:ext>
              </a:extLst>
            </p:cNvPr>
            <p:cNvSpPr>
              <a:spLocks noChangeArrowheads="1"/>
            </p:cNvSpPr>
            <p:nvPr/>
          </p:nvSpPr>
          <p:spPr bwMode="auto">
            <a:xfrm>
              <a:off x="3475" y="2205"/>
              <a:ext cx="410" cy="181"/>
            </a:xfrm>
            <a:prstGeom prst="wedgeRoundRectCallout">
              <a:avLst>
                <a:gd name="adj1" fmla="val -73903"/>
                <a:gd name="adj2" fmla="val 51106"/>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08" tIns="19616" rIns="9808" bIns="9808"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a:ea typeface="MS UI Gothic" panose="020B0600070205080204" pitchFamily="50" charset="-128"/>
                </a:rPr>
                <a:t>Hiển thị</a:t>
              </a:r>
            </a:p>
          </p:txBody>
        </p:sp>
      </p:gr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1314" name="Rectangle 2">
            <a:extLst>
              <a:ext uri="{FF2B5EF4-FFF2-40B4-BE49-F238E27FC236}">
                <a16:creationId xmlns:a16="http://schemas.microsoft.com/office/drawing/2014/main" id="{2B8EEB27-7A57-2C6B-B83D-97F6898FE40B}"/>
              </a:ext>
            </a:extLst>
          </p:cNvPr>
          <p:cNvSpPr>
            <a:spLocks noGrp="1" noChangeArrowheads="1"/>
          </p:cNvSpPr>
          <p:nvPr>
            <p:ph type="body" idx="1"/>
          </p:nvPr>
        </p:nvSpPr>
        <p:spPr>
          <a:xfrm>
            <a:off x="706438" y="682625"/>
            <a:ext cx="5635625" cy="9305925"/>
          </a:xfrm>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Câu lệnh </a:t>
            </a:r>
            <a:r>
              <a:rPr lang="en-US" altLang="ja-JP">
                <a:latin typeface="Arial" panose="020B0604020202020204" pitchFamily="34" charset="0"/>
                <a:ea typeface="ＭＳ ゴシック" panose="020B0609070205080204" pitchFamily="49" charset="-128"/>
              </a:rPr>
              <a:t>break và câu lệnh continue</a:t>
            </a:r>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ea typeface="ＭＳ ゴシック" panose="020B0609070205080204" pitchFamily="49" charset="-128"/>
              </a:rPr>
              <a:t>Câu lệnh break sẽ dùng trong trường hợp muốn thoát khỏi xử lí lặp</a:t>
            </a:r>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ea typeface="ＭＳ ゴシック" panose="020B0609070205080204" pitchFamily="49" charset="-128"/>
              </a:rPr>
              <a:t>Câu lệnh continue sẽ dùng trong trường hợp nhảy qua xử lí phía sau ở giữa chừng của xử lí lặp và muốn tiếp tục lặp </a:t>
            </a:r>
            <a:r>
              <a:rPr lang="en-US" altLang="ja-JP">
                <a:latin typeface="Arial" panose="020B0604020202020204" pitchFamily="34" charset="0"/>
              </a:rPr>
              <a:t>tiếp sau đó.</a:t>
            </a:r>
          </a:p>
          <a:p>
            <a:pPr marL="0" indent="0"/>
            <a:r>
              <a:rPr lang="ja-JP" altLang="en-US">
                <a:latin typeface="Arial" panose="020B0604020202020204" pitchFamily="34" charset="0"/>
              </a:rPr>
              <a:t>　</a:t>
            </a:r>
            <a:r>
              <a:rPr lang="en-US" altLang="ja-JP">
                <a:latin typeface="Arial" panose="020B0604020202020204" pitchFamily="34" charset="0"/>
              </a:rPr>
              <a:t>Nếu so sánh 2 loại thì như sau </a:t>
            </a: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ea typeface="ＭＳ ゴシック" panose="020B0609070205080204" pitchFamily="49" charset="-128"/>
              </a:rPr>
              <a:t>Câu lệnh break </a:t>
            </a:r>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ea typeface="ＭＳ ゴシック" panose="020B0609070205080204" pitchFamily="49" charset="-128"/>
              </a:rPr>
              <a:t>Câu lệnh continue </a:t>
            </a:r>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p:txBody>
      </p:sp>
      <p:grpSp>
        <p:nvGrpSpPr>
          <p:cNvPr id="781389" name="Group 77">
            <a:extLst>
              <a:ext uri="{FF2B5EF4-FFF2-40B4-BE49-F238E27FC236}">
                <a16:creationId xmlns:a16="http://schemas.microsoft.com/office/drawing/2014/main" id="{DF66FB00-C730-8EEE-3B2B-86595FAB5F82}"/>
              </a:ext>
            </a:extLst>
          </p:cNvPr>
          <p:cNvGrpSpPr>
            <a:grpSpLocks/>
          </p:cNvGrpSpPr>
          <p:nvPr/>
        </p:nvGrpSpPr>
        <p:grpSpPr bwMode="auto">
          <a:xfrm>
            <a:off x="657225" y="1884363"/>
            <a:ext cx="5854700" cy="3529012"/>
            <a:chOff x="414" y="1187"/>
            <a:chExt cx="3688" cy="2223"/>
          </a:xfrm>
        </p:grpSpPr>
        <p:sp>
          <p:nvSpPr>
            <p:cNvPr id="781317" name="Rectangle 5">
              <a:extLst>
                <a:ext uri="{FF2B5EF4-FFF2-40B4-BE49-F238E27FC236}">
                  <a16:creationId xmlns:a16="http://schemas.microsoft.com/office/drawing/2014/main" id="{E7CC78C4-C0B7-ACE5-0895-636892488856}"/>
                </a:ext>
              </a:extLst>
            </p:cNvPr>
            <p:cNvSpPr>
              <a:spLocks noChangeArrowheads="1"/>
            </p:cNvSpPr>
            <p:nvPr/>
          </p:nvSpPr>
          <p:spPr bwMode="auto">
            <a:xfrm>
              <a:off x="414" y="1187"/>
              <a:ext cx="3688" cy="2223"/>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81335" name="Line 23">
              <a:extLst>
                <a:ext uri="{FF2B5EF4-FFF2-40B4-BE49-F238E27FC236}">
                  <a16:creationId xmlns:a16="http://schemas.microsoft.com/office/drawing/2014/main" id="{1150DF1A-AC5A-1F90-6F24-055B4AC12BF3}"/>
                </a:ext>
              </a:extLst>
            </p:cNvPr>
            <p:cNvSpPr>
              <a:spLocks noChangeShapeType="1"/>
            </p:cNvSpPr>
            <p:nvPr/>
          </p:nvSpPr>
          <p:spPr bwMode="auto">
            <a:xfrm>
              <a:off x="2032" y="1225"/>
              <a:ext cx="0" cy="681"/>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81337" name="AutoShape 25">
              <a:extLst>
                <a:ext uri="{FF2B5EF4-FFF2-40B4-BE49-F238E27FC236}">
                  <a16:creationId xmlns:a16="http://schemas.microsoft.com/office/drawing/2014/main" id="{364FC424-59A9-45BC-0F32-6E277F9FCE50}"/>
                </a:ext>
              </a:extLst>
            </p:cNvPr>
            <p:cNvSpPr>
              <a:spLocks noChangeArrowheads="1"/>
            </p:cNvSpPr>
            <p:nvPr/>
          </p:nvSpPr>
          <p:spPr bwMode="auto">
            <a:xfrm>
              <a:off x="1338" y="1735"/>
              <a:ext cx="1413" cy="1181"/>
            </a:xfrm>
            <a:prstGeom prst="flowChartProcess">
              <a:avLst/>
            </a:prstGeom>
            <a:solidFill>
              <a:srgbClr val="FFCC99">
                <a:alpha val="50000"/>
              </a:srgbClr>
            </a:solidFill>
            <a:ln w="9525" cap="rnd" algn="ctr">
              <a:solidFill>
                <a:srgbClr val="FFCC99"/>
              </a:solidFill>
              <a:prstDash val="sysDot"/>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lnSpc>
                  <a:spcPct val="96000"/>
                </a:lnSpc>
              </a:pPr>
              <a:r>
                <a:rPr lang="en-US" altLang="ja-JP" sz="1100" b="0">
                  <a:ea typeface="MS UI Gothic" panose="020B0600070205080204" pitchFamily="50" charset="-128"/>
                </a:rPr>
                <a:t>xử lí sẽ thực hiện lặp </a:t>
              </a:r>
              <a:endParaRPr lang="en-US" altLang="ja-JP">
                <a:ea typeface="MS UI Gothic" panose="020B0600070205080204" pitchFamily="50" charset="-128"/>
              </a:endParaRPr>
            </a:p>
          </p:txBody>
        </p:sp>
        <p:sp>
          <p:nvSpPr>
            <p:cNvPr id="781338" name="Line 26">
              <a:extLst>
                <a:ext uri="{FF2B5EF4-FFF2-40B4-BE49-F238E27FC236}">
                  <a16:creationId xmlns:a16="http://schemas.microsoft.com/office/drawing/2014/main" id="{D6E205B7-3F4C-CC1A-541C-336112DA6919}"/>
                </a:ext>
              </a:extLst>
            </p:cNvPr>
            <p:cNvSpPr>
              <a:spLocks noChangeShapeType="1"/>
            </p:cNvSpPr>
            <p:nvPr/>
          </p:nvSpPr>
          <p:spPr bwMode="auto">
            <a:xfrm>
              <a:off x="2562" y="1500"/>
              <a:ext cx="792"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81339" name="Line 27">
              <a:extLst>
                <a:ext uri="{FF2B5EF4-FFF2-40B4-BE49-F238E27FC236}">
                  <a16:creationId xmlns:a16="http://schemas.microsoft.com/office/drawing/2014/main" id="{0D054CC2-4EAA-6554-5C56-CE5875E3CA0A}"/>
                </a:ext>
              </a:extLst>
            </p:cNvPr>
            <p:cNvSpPr>
              <a:spLocks noChangeShapeType="1"/>
            </p:cNvSpPr>
            <p:nvPr/>
          </p:nvSpPr>
          <p:spPr bwMode="auto">
            <a:xfrm flipH="1">
              <a:off x="1141" y="1302"/>
              <a:ext cx="6" cy="1717"/>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81340" name="Line 28">
              <a:extLst>
                <a:ext uri="{FF2B5EF4-FFF2-40B4-BE49-F238E27FC236}">
                  <a16:creationId xmlns:a16="http://schemas.microsoft.com/office/drawing/2014/main" id="{832D187D-78A8-6F7D-02D6-71711B7435B9}"/>
                </a:ext>
              </a:extLst>
            </p:cNvPr>
            <p:cNvSpPr>
              <a:spLocks noChangeShapeType="1"/>
            </p:cNvSpPr>
            <p:nvPr/>
          </p:nvSpPr>
          <p:spPr bwMode="auto">
            <a:xfrm flipH="1">
              <a:off x="1149" y="1306"/>
              <a:ext cx="885" cy="0"/>
            </a:xfrm>
            <a:prstGeom prst="line">
              <a:avLst/>
            </a:prstGeom>
            <a:noFill/>
            <a:ln w="1905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81341" name="Text Box 29">
              <a:extLst>
                <a:ext uri="{FF2B5EF4-FFF2-40B4-BE49-F238E27FC236}">
                  <a16:creationId xmlns:a16="http://schemas.microsoft.com/office/drawing/2014/main" id="{291A1D50-EF24-DC4E-10B7-AEC79C8E1798}"/>
                </a:ext>
              </a:extLst>
            </p:cNvPr>
            <p:cNvSpPr txBox="1">
              <a:spLocks noChangeArrowheads="1"/>
            </p:cNvSpPr>
            <p:nvPr/>
          </p:nvSpPr>
          <p:spPr bwMode="auto">
            <a:xfrm>
              <a:off x="2066" y="1578"/>
              <a:ext cx="390" cy="1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en-US" altLang="ja-JP" sz="1100" b="0">
                  <a:ea typeface="MS UI Gothic" panose="020B0600070205080204" pitchFamily="50" charset="-128"/>
                </a:rPr>
                <a:t>true</a:t>
              </a:r>
              <a:endParaRPr lang="en-US" altLang="ja-JP">
                <a:ea typeface="MS UI Gothic" panose="020B0600070205080204" pitchFamily="50" charset="-128"/>
              </a:endParaRPr>
            </a:p>
          </p:txBody>
        </p:sp>
        <p:sp>
          <p:nvSpPr>
            <p:cNvPr id="781342" name="Text Box 30">
              <a:extLst>
                <a:ext uri="{FF2B5EF4-FFF2-40B4-BE49-F238E27FC236}">
                  <a16:creationId xmlns:a16="http://schemas.microsoft.com/office/drawing/2014/main" id="{CCE5CF3A-CA01-9746-E341-01557F495D16}"/>
                </a:ext>
              </a:extLst>
            </p:cNvPr>
            <p:cNvSpPr txBox="1">
              <a:spLocks noChangeArrowheads="1"/>
            </p:cNvSpPr>
            <p:nvPr/>
          </p:nvSpPr>
          <p:spPr bwMode="auto">
            <a:xfrm>
              <a:off x="2442" y="1335"/>
              <a:ext cx="390" cy="1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en-US" altLang="ja-JP" sz="1100" b="0">
                  <a:ea typeface="MS UI Gothic" panose="020B0600070205080204" pitchFamily="50" charset="-128"/>
                </a:rPr>
                <a:t>false</a:t>
              </a:r>
              <a:endParaRPr lang="en-US" altLang="ja-JP">
                <a:ea typeface="MS UI Gothic" panose="020B0600070205080204" pitchFamily="50" charset="-128"/>
              </a:endParaRPr>
            </a:p>
          </p:txBody>
        </p:sp>
        <p:sp>
          <p:nvSpPr>
            <p:cNvPr id="781343" name="Line 31">
              <a:extLst>
                <a:ext uri="{FF2B5EF4-FFF2-40B4-BE49-F238E27FC236}">
                  <a16:creationId xmlns:a16="http://schemas.microsoft.com/office/drawing/2014/main" id="{1E0F9098-89CD-D3C0-861E-939AC0E1C4C3}"/>
                </a:ext>
              </a:extLst>
            </p:cNvPr>
            <p:cNvSpPr>
              <a:spLocks noChangeShapeType="1"/>
            </p:cNvSpPr>
            <p:nvPr/>
          </p:nvSpPr>
          <p:spPr bwMode="auto">
            <a:xfrm>
              <a:off x="1142" y="3016"/>
              <a:ext cx="916" cy="7"/>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81344" name="Line 32">
              <a:extLst>
                <a:ext uri="{FF2B5EF4-FFF2-40B4-BE49-F238E27FC236}">
                  <a16:creationId xmlns:a16="http://schemas.microsoft.com/office/drawing/2014/main" id="{AD59021C-5033-FCB0-F164-CF7636EDC93B}"/>
                </a:ext>
              </a:extLst>
            </p:cNvPr>
            <p:cNvSpPr>
              <a:spLocks noChangeShapeType="1"/>
            </p:cNvSpPr>
            <p:nvPr/>
          </p:nvSpPr>
          <p:spPr bwMode="auto">
            <a:xfrm>
              <a:off x="3348" y="1497"/>
              <a:ext cx="7" cy="171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81345" name="Line 33">
              <a:extLst>
                <a:ext uri="{FF2B5EF4-FFF2-40B4-BE49-F238E27FC236}">
                  <a16:creationId xmlns:a16="http://schemas.microsoft.com/office/drawing/2014/main" id="{0A72E62F-542E-0BE6-BD19-00C4AA89E2EA}"/>
                </a:ext>
              </a:extLst>
            </p:cNvPr>
            <p:cNvSpPr>
              <a:spLocks noChangeShapeType="1"/>
            </p:cNvSpPr>
            <p:nvPr/>
          </p:nvSpPr>
          <p:spPr bwMode="auto">
            <a:xfrm>
              <a:off x="2054" y="3206"/>
              <a:ext cx="1298" cy="1"/>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81346" name="Line 34">
              <a:extLst>
                <a:ext uri="{FF2B5EF4-FFF2-40B4-BE49-F238E27FC236}">
                  <a16:creationId xmlns:a16="http://schemas.microsoft.com/office/drawing/2014/main" id="{590B0942-018B-DE39-9670-5F82DEA0D4DD}"/>
                </a:ext>
              </a:extLst>
            </p:cNvPr>
            <p:cNvSpPr>
              <a:spLocks noChangeShapeType="1"/>
            </p:cNvSpPr>
            <p:nvPr/>
          </p:nvSpPr>
          <p:spPr bwMode="auto">
            <a:xfrm>
              <a:off x="2059" y="3201"/>
              <a:ext cx="0" cy="135"/>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81347" name="Text Box 35">
              <a:extLst>
                <a:ext uri="{FF2B5EF4-FFF2-40B4-BE49-F238E27FC236}">
                  <a16:creationId xmlns:a16="http://schemas.microsoft.com/office/drawing/2014/main" id="{997ECF8E-0AB0-447E-A0D5-E0B242DCCA2D}"/>
                </a:ext>
              </a:extLst>
            </p:cNvPr>
            <p:cNvSpPr txBox="1">
              <a:spLocks noChangeArrowheads="1"/>
            </p:cNvSpPr>
            <p:nvPr/>
          </p:nvSpPr>
          <p:spPr bwMode="auto">
            <a:xfrm>
              <a:off x="2297" y="2127"/>
              <a:ext cx="391" cy="1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en-US" altLang="ja-JP" sz="1100" b="0">
                  <a:ea typeface="MS UI Gothic" panose="020B0600070205080204" pitchFamily="50" charset="-128"/>
                </a:rPr>
                <a:t>true</a:t>
              </a:r>
              <a:endParaRPr lang="en-US" altLang="ja-JP">
                <a:ea typeface="MS UI Gothic" panose="020B0600070205080204" pitchFamily="50" charset="-128"/>
              </a:endParaRPr>
            </a:p>
          </p:txBody>
        </p:sp>
        <p:sp>
          <p:nvSpPr>
            <p:cNvPr id="781348" name="Text Box 36">
              <a:extLst>
                <a:ext uri="{FF2B5EF4-FFF2-40B4-BE49-F238E27FC236}">
                  <a16:creationId xmlns:a16="http://schemas.microsoft.com/office/drawing/2014/main" id="{A9BC0376-1B36-BC02-451A-65434DCD9834}"/>
                </a:ext>
              </a:extLst>
            </p:cNvPr>
            <p:cNvSpPr txBox="1">
              <a:spLocks noChangeArrowheads="1"/>
            </p:cNvSpPr>
            <p:nvPr/>
          </p:nvSpPr>
          <p:spPr bwMode="auto">
            <a:xfrm>
              <a:off x="2029" y="2454"/>
              <a:ext cx="390" cy="1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en-US" altLang="ja-JP" sz="1100" b="0">
                  <a:ea typeface="MS UI Gothic" panose="020B0600070205080204" pitchFamily="50" charset="-128"/>
                </a:rPr>
                <a:t>false</a:t>
              </a:r>
              <a:endParaRPr lang="en-US" altLang="ja-JP">
                <a:ea typeface="MS UI Gothic" panose="020B0600070205080204" pitchFamily="50" charset="-128"/>
              </a:endParaRPr>
            </a:p>
          </p:txBody>
        </p:sp>
        <p:sp>
          <p:nvSpPr>
            <p:cNvPr id="781349" name="Line 37">
              <a:extLst>
                <a:ext uri="{FF2B5EF4-FFF2-40B4-BE49-F238E27FC236}">
                  <a16:creationId xmlns:a16="http://schemas.microsoft.com/office/drawing/2014/main" id="{A46EAB3D-B02C-195A-F1EA-375E7A64A012}"/>
                </a:ext>
              </a:extLst>
            </p:cNvPr>
            <p:cNvSpPr>
              <a:spLocks noChangeShapeType="1"/>
            </p:cNvSpPr>
            <p:nvPr/>
          </p:nvSpPr>
          <p:spPr bwMode="auto">
            <a:xfrm>
              <a:off x="2031" y="1622"/>
              <a:ext cx="21" cy="139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81350" name="Line 38">
              <a:extLst>
                <a:ext uri="{FF2B5EF4-FFF2-40B4-BE49-F238E27FC236}">
                  <a16:creationId xmlns:a16="http://schemas.microsoft.com/office/drawing/2014/main" id="{CCD04260-98EA-FD73-56AF-A5E99499222F}"/>
                </a:ext>
              </a:extLst>
            </p:cNvPr>
            <p:cNvSpPr>
              <a:spLocks noChangeShapeType="1"/>
            </p:cNvSpPr>
            <p:nvPr/>
          </p:nvSpPr>
          <p:spPr bwMode="auto">
            <a:xfrm>
              <a:off x="2376" y="2300"/>
              <a:ext cx="973" cy="0"/>
            </a:xfrm>
            <a:prstGeom prst="line">
              <a:avLst/>
            </a:prstGeom>
            <a:noFill/>
            <a:ln w="25400">
              <a:solidFill>
                <a:srgbClr val="3FB007"/>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81356" name="AutoShape 44">
              <a:extLst>
                <a:ext uri="{FF2B5EF4-FFF2-40B4-BE49-F238E27FC236}">
                  <a16:creationId xmlns:a16="http://schemas.microsoft.com/office/drawing/2014/main" id="{FA339CF1-F1AA-9EB8-570E-6260F170BD11}"/>
                </a:ext>
              </a:extLst>
            </p:cNvPr>
            <p:cNvSpPr>
              <a:spLocks noChangeArrowheads="1"/>
            </p:cNvSpPr>
            <p:nvPr/>
          </p:nvSpPr>
          <p:spPr bwMode="auto">
            <a:xfrm>
              <a:off x="2937" y="1823"/>
              <a:ext cx="922" cy="337"/>
            </a:xfrm>
            <a:prstGeom prst="wedgeRoundRectCallout">
              <a:avLst>
                <a:gd name="adj1" fmla="val -38829"/>
                <a:gd name="adj2" fmla="val 90060"/>
                <a:gd name="adj3" fmla="val 16667"/>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8314" tIns="49156" rIns="98314" bIns="49156"/>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9212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1613"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MS UI Gothic" panose="020B0600070205080204" pitchFamily="50" charset="-128"/>
                </a:rPr>
                <a:t>Khi đã thỏa mãn điều kiện thì thoát khỏi lặp </a:t>
              </a:r>
            </a:p>
          </p:txBody>
        </p:sp>
        <p:sp>
          <p:nvSpPr>
            <p:cNvPr id="781336" name="AutoShape 24">
              <a:extLst>
                <a:ext uri="{FF2B5EF4-FFF2-40B4-BE49-F238E27FC236}">
                  <a16:creationId xmlns:a16="http://schemas.microsoft.com/office/drawing/2014/main" id="{3125F738-5C14-F4F0-E4A6-50CF8DDD9B86}"/>
                </a:ext>
              </a:extLst>
            </p:cNvPr>
            <p:cNvSpPr>
              <a:spLocks noChangeArrowheads="1"/>
            </p:cNvSpPr>
            <p:nvPr/>
          </p:nvSpPr>
          <p:spPr bwMode="auto">
            <a:xfrm>
              <a:off x="1527" y="1366"/>
              <a:ext cx="1027" cy="269"/>
            </a:xfrm>
            <a:prstGeom prst="flowChartDecision">
              <a:avLst/>
            </a:prstGeom>
            <a:solidFill>
              <a:schemeClr val="bg1"/>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en-US" altLang="ja-JP" b="0">
                  <a:ea typeface="MS UI Gothic" panose="020B0600070205080204" pitchFamily="50" charset="-128"/>
                </a:rPr>
                <a:t>điều kiện lặp </a:t>
              </a:r>
              <a:endParaRPr lang="en-US" altLang="ja-JP">
                <a:ea typeface="MS UI Gothic" panose="020B0600070205080204" pitchFamily="50" charset="-128"/>
              </a:endParaRPr>
            </a:p>
          </p:txBody>
        </p:sp>
        <p:sp>
          <p:nvSpPr>
            <p:cNvPr id="781352" name="AutoShape 40">
              <a:extLst>
                <a:ext uri="{FF2B5EF4-FFF2-40B4-BE49-F238E27FC236}">
                  <a16:creationId xmlns:a16="http://schemas.microsoft.com/office/drawing/2014/main" id="{3A8A88D6-59EA-F4D7-5FDA-67CB9DAFB45E}"/>
                </a:ext>
              </a:extLst>
            </p:cNvPr>
            <p:cNvSpPr>
              <a:spLocks noChangeArrowheads="1"/>
            </p:cNvSpPr>
            <p:nvPr/>
          </p:nvSpPr>
          <p:spPr bwMode="auto">
            <a:xfrm>
              <a:off x="1745" y="2610"/>
              <a:ext cx="586" cy="156"/>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MS UI Gothic" panose="020B0600070205080204" pitchFamily="50" charset="-128"/>
                </a:rPr>
                <a:t>Xử lí 2</a:t>
              </a:r>
              <a:endParaRPr lang="en-US" altLang="ja-JP">
                <a:ea typeface="MS UI Gothic" panose="020B0600070205080204" pitchFamily="50" charset="-128"/>
              </a:endParaRPr>
            </a:p>
          </p:txBody>
        </p:sp>
        <p:sp>
          <p:nvSpPr>
            <p:cNvPr id="781353" name="AutoShape 41">
              <a:extLst>
                <a:ext uri="{FF2B5EF4-FFF2-40B4-BE49-F238E27FC236}">
                  <a16:creationId xmlns:a16="http://schemas.microsoft.com/office/drawing/2014/main" id="{5A3AB3F5-9FD7-8076-D121-30871A602165}"/>
                </a:ext>
              </a:extLst>
            </p:cNvPr>
            <p:cNvSpPr>
              <a:spLocks noChangeArrowheads="1"/>
            </p:cNvSpPr>
            <p:nvPr/>
          </p:nvSpPr>
          <p:spPr bwMode="auto">
            <a:xfrm>
              <a:off x="1642" y="2093"/>
              <a:ext cx="801" cy="415"/>
            </a:xfrm>
            <a:prstGeom prst="flowChartDecision">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en-US" altLang="ja-JP" sz="800" b="0">
                  <a:ea typeface="ＭＳ ゴシック" panose="020B0609070205080204" pitchFamily="49" charset="-128"/>
                </a:rPr>
                <a:t>Điều kiện của break</a:t>
              </a:r>
              <a:endParaRPr lang="en-US" altLang="ja-JP" sz="800">
                <a:ea typeface="MS UI Gothic" panose="020B0600070205080204" pitchFamily="50" charset="-128"/>
              </a:endParaRPr>
            </a:p>
          </p:txBody>
        </p:sp>
        <p:sp>
          <p:nvSpPr>
            <p:cNvPr id="781354" name="AutoShape 42">
              <a:extLst>
                <a:ext uri="{FF2B5EF4-FFF2-40B4-BE49-F238E27FC236}">
                  <a16:creationId xmlns:a16="http://schemas.microsoft.com/office/drawing/2014/main" id="{9B8F8BA6-0CC8-2463-4988-3431B5E2933A}"/>
                </a:ext>
              </a:extLst>
            </p:cNvPr>
            <p:cNvSpPr>
              <a:spLocks noChangeArrowheads="1"/>
            </p:cNvSpPr>
            <p:nvPr/>
          </p:nvSpPr>
          <p:spPr bwMode="auto">
            <a:xfrm>
              <a:off x="1745" y="1880"/>
              <a:ext cx="586" cy="156"/>
            </a:xfrm>
            <a:prstGeom prst="flowChartProcess">
              <a:avLst/>
            </a:prstGeom>
            <a:solidFill>
              <a:schemeClr val="bg1"/>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MS UI Gothic" panose="020B0600070205080204" pitchFamily="50" charset="-128"/>
                </a:rPr>
                <a:t>Xử lí 1</a:t>
              </a:r>
              <a:endParaRPr lang="en-US" altLang="ja-JP">
                <a:ea typeface="MS UI Gothic" panose="020B0600070205080204" pitchFamily="50" charset="-128"/>
              </a:endParaRPr>
            </a:p>
          </p:txBody>
        </p:sp>
      </p:grpSp>
      <p:sp>
        <p:nvSpPr>
          <p:cNvPr id="781358" name="Rectangle 46">
            <a:extLst>
              <a:ext uri="{FF2B5EF4-FFF2-40B4-BE49-F238E27FC236}">
                <a16:creationId xmlns:a16="http://schemas.microsoft.com/office/drawing/2014/main" id="{A9FF5823-49F6-7591-78E3-1817F925B5F2}"/>
              </a:ext>
            </a:extLst>
          </p:cNvPr>
          <p:cNvSpPr>
            <a:spLocks noChangeArrowheads="1"/>
          </p:cNvSpPr>
          <p:nvPr/>
        </p:nvSpPr>
        <p:spPr bwMode="auto">
          <a:xfrm>
            <a:off x="554038" y="6032500"/>
            <a:ext cx="5854700" cy="3689350"/>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81360" name="AutoShape 48">
            <a:extLst>
              <a:ext uri="{FF2B5EF4-FFF2-40B4-BE49-F238E27FC236}">
                <a16:creationId xmlns:a16="http://schemas.microsoft.com/office/drawing/2014/main" id="{3D6C14AF-2A40-0387-1327-32BBE75A6AE4}"/>
              </a:ext>
            </a:extLst>
          </p:cNvPr>
          <p:cNvSpPr>
            <a:spLocks noChangeArrowheads="1"/>
          </p:cNvSpPr>
          <p:nvPr/>
        </p:nvSpPr>
        <p:spPr bwMode="auto">
          <a:xfrm>
            <a:off x="2182813" y="7062788"/>
            <a:ext cx="2241550" cy="1736725"/>
          </a:xfrm>
          <a:prstGeom prst="flowChartProcess">
            <a:avLst/>
          </a:prstGeom>
          <a:solidFill>
            <a:srgbClr val="FFCC99">
              <a:alpha val="50000"/>
            </a:srgbClr>
          </a:solidFill>
          <a:ln w="9525" cap="rnd" algn="ctr">
            <a:solidFill>
              <a:srgbClr val="FFCC99"/>
            </a:solidFill>
            <a:prstDash val="sysDot"/>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lnSpc>
                <a:spcPct val="96000"/>
              </a:lnSpc>
            </a:pPr>
            <a:r>
              <a:rPr lang="en-US" altLang="ja-JP" sz="1100" b="0"/>
              <a:t>xử lí sẽ thực hiện lặp </a:t>
            </a:r>
            <a:endParaRPr lang="en-US" altLang="ja-JP">
              <a:ea typeface="MS UI Gothic" panose="020B0600070205080204" pitchFamily="50" charset="-128"/>
            </a:endParaRPr>
          </a:p>
        </p:txBody>
      </p:sp>
      <p:sp>
        <p:nvSpPr>
          <p:cNvPr id="781361" name="Line 49">
            <a:extLst>
              <a:ext uri="{FF2B5EF4-FFF2-40B4-BE49-F238E27FC236}">
                <a16:creationId xmlns:a16="http://schemas.microsoft.com/office/drawing/2014/main" id="{F27B5883-0A0F-D32B-E361-AF1B28CF366F}"/>
              </a:ext>
            </a:extLst>
          </p:cNvPr>
          <p:cNvSpPr>
            <a:spLocks noChangeShapeType="1"/>
          </p:cNvSpPr>
          <p:nvPr/>
        </p:nvSpPr>
        <p:spPr bwMode="auto">
          <a:xfrm>
            <a:off x="3294063" y="6062663"/>
            <a:ext cx="22225" cy="309880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81362" name="AutoShape 50">
            <a:extLst>
              <a:ext uri="{FF2B5EF4-FFF2-40B4-BE49-F238E27FC236}">
                <a16:creationId xmlns:a16="http://schemas.microsoft.com/office/drawing/2014/main" id="{303A4CB2-CA10-04AB-B317-75C83E269EA3}"/>
              </a:ext>
            </a:extLst>
          </p:cNvPr>
          <p:cNvSpPr>
            <a:spLocks noChangeArrowheads="1"/>
          </p:cNvSpPr>
          <p:nvPr/>
        </p:nvSpPr>
        <p:spPr bwMode="auto">
          <a:xfrm>
            <a:off x="2659063" y="6383338"/>
            <a:ext cx="1296987" cy="492125"/>
          </a:xfrm>
          <a:prstGeom prst="flowChartDecision">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en-US" altLang="ja-JP" b="0"/>
              <a:t>điều kiện lặp </a:t>
            </a:r>
            <a:endParaRPr lang="en-US" altLang="ja-JP">
              <a:ea typeface="MS UI Gothic" panose="020B0600070205080204" pitchFamily="50" charset="-128"/>
            </a:endParaRPr>
          </a:p>
        </p:txBody>
      </p:sp>
      <p:sp>
        <p:nvSpPr>
          <p:cNvPr id="781363" name="Line 51">
            <a:extLst>
              <a:ext uri="{FF2B5EF4-FFF2-40B4-BE49-F238E27FC236}">
                <a16:creationId xmlns:a16="http://schemas.microsoft.com/office/drawing/2014/main" id="{CB00AD89-BB25-492C-C029-C993CBC9596E}"/>
              </a:ext>
            </a:extLst>
          </p:cNvPr>
          <p:cNvSpPr>
            <a:spLocks noChangeShapeType="1"/>
          </p:cNvSpPr>
          <p:nvPr/>
        </p:nvSpPr>
        <p:spPr bwMode="auto">
          <a:xfrm>
            <a:off x="3970338" y="6629400"/>
            <a:ext cx="125412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81364" name="Line 52">
            <a:extLst>
              <a:ext uri="{FF2B5EF4-FFF2-40B4-BE49-F238E27FC236}">
                <a16:creationId xmlns:a16="http://schemas.microsoft.com/office/drawing/2014/main" id="{2996B01A-7183-EFEF-D26F-D329D6D351FB}"/>
              </a:ext>
            </a:extLst>
          </p:cNvPr>
          <p:cNvSpPr>
            <a:spLocks noChangeShapeType="1"/>
          </p:cNvSpPr>
          <p:nvPr/>
        </p:nvSpPr>
        <p:spPr bwMode="auto">
          <a:xfrm flipH="1">
            <a:off x="1873250" y="6257925"/>
            <a:ext cx="9525" cy="289877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81365" name="Line 53">
            <a:extLst>
              <a:ext uri="{FF2B5EF4-FFF2-40B4-BE49-F238E27FC236}">
                <a16:creationId xmlns:a16="http://schemas.microsoft.com/office/drawing/2014/main" id="{D4CB6AF4-7598-8773-80C4-710DEE9F234A}"/>
              </a:ext>
            </a:extLst>
          </p:cNvPr>
          <p:cNvSpPr>
            <a:spLocks noChangeShapeType="1"/>
          </p:cNvSpPr>
          <p:nvPr/>
        </p:nvSpPr>
        <p:spPr bwMode="auto">
          <a:xfrm flipH="1">
            <a:off x="1882775" y="6269038"/>
            <a:ext cx="1403350" cy="0"/>
          </a:xfrm>
          <a:prstGeom prst="line">
            <a:avLst/>
          </a:prstGeom>
          <a:noFill/>
          <a:ln w="1905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81366" name="Text Box 54">
            <a:extLst>
              <a:ext uri="{FF2B5EF4-FFF2-40B4-BE49-F238E27FC236}">
                <a16:creationId xmlns:a16="http://schemas.microsoft.com/office/drawing/2014/main" id="{E0AC7A66-F3FC-D4F1-3AF0-00912392D226}"/>
              </a:ext>
            </a:extLst>
          </p:cNvPr>
          <p:cNvSpPr txBox="1">
            <a:spLocks noChangeArrowheads="1"/>
          </p:cNvSpPr>
          <p:nvPr/>
        </p:nvSpPr>
        <p:spPr bwMode="auto">
          <a:xfrm>
            <a:off x="3279775" y="6807200"/>
            <a:ext cx="620713" cy="185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en-US" altLang="ja-JP" sz="1100" b="0"/>
              <a:t>true</a:t>
            </a:r>
            <a:endParaRPr lang="en-US" altLang="ja-JP">
              <a:ea typeface="MS UI Gothic" panose="020B0600070205080204" pitchFamily="50" charset="-128"/>
            </a:endParaRPr>
          </a:p>
        </p:txBody>
      </p:sp>
      <p:sp>
        <p:nvSpPr>
          <p:cNvPr id="781367" name="Text Box 55">
            <a:extLst>
              <a:ext uri="{FF2B5EF4-FFF2-40B4-BE49-F238E27FC236}">
                <a16:creationId xmlns:a16="http://schemas.microsoft.com/office/drawing/2014/main" id="{3DC45EA8-03F3-2A6E-B26A-00F6A2DB4EC9}"/>
              </a:ext>
            </a:extLst>
          </p:cNvPr>
          <p:cNvSpPr txBox="1">
            <a:spLocks noChangeArrowheads="1"/>
          </p:cNvSpPr>
          <p:nvPr/>
        </p:nvSpPr>
        <p:spPr bwMode="auto">
          <a:xfrm>
            <a:off x="3768725" y="6321425"/>
            <a:ext cx="620713" cy="184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en-US" altLang="ja-JP" sz="1100" b="0"/>
              <a:t>false</a:t>
            </a:r>
            <a:endParaRPr lang="en-US" altLang="ja-JP">
              <a:ea typeface="MS UI Gothic" panose="020B0600070205080204" pitchFamily="50" charset="-128"/>
            </a:endParaRPr>
          </a:p>
        </p:txBody>
      </p:sp>
      <p:sp>
        <p:nvSpPr>
          <p:cNvPr id="781368" name="Line 56">
            <a:extLst>
              <a:ext uri="{FF2B5EF4-FFF2-40B4-BE49-F238E27FC236}">
                <a16:creationId xmlns:a16="http://schemas.microsoft.com/office/drawing/2014/main" id="{4043B7D5-0B86-F9CB-7A57-A4ED5B35C406}"/>
              </a:ext>
            </a:extLst>
          </p:cNvPr>
          <p:cNvSpPr>
            <a:spLocks noChangeShapeType="1"/>
          </p:cNvSpPr>
          <p:nvPr/>
        </p:nvSpPr>
        <p:spPr bwMode="auto">
          <a:xfrm>
            <a:off x="1868488" y="9151938"/>
            <a:ext cx="143827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81369" name="Line 57">
            <a:extLst>
              <a:ext uri="{FF2B5EF4-FFF2-40B4-BE49-F238E27FC236}">
                <a16:creationId xmlns:a16="http://schemas.microsoft.com/office/drawing/2014/main" id="{E86FF6CC-F4A3-C3CA-4E92-AC7BCFC5B612}"/>
              </a:ext>
            </a:extLst>
          </p:cNvPr>
          <p:cNvSpPr>
            <a:spLocks noChangeShapeType="1"/>
          </p:cNvSpPr>
          <p:nvPr/>
        </p:nvSpPr>
        <p:spPr bwMode="auto">
          <a:xfrm>
            <a:off x="5216525" y="6634163"/>
            <a:ext cx="9525" cy="2795587"/>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81370" name="Line 58">
            <a:extLst>
              <a:ext uri="{FF2B5EF4-FFF2-40B4-BE49-F238E27FC236}">
                <a16:creationId xmlns:a16="http://schemas.microsoft.com/office/drawing/2014/main" id="{7536A8FF-AA38-3D73-D69E-67881D10FB1D}"/>
              </a:ext>
            </a:extLst>
          </p:cNvPr>
          <p:cNvSpPr>
            <a:spLocks noChangeShapeType="1"/>
          </p:cNvSpPr>
          <p:nvPr/>
        </p:nvSpPr>
        <p:spPr bwMode="auto">
          <a:xfrm>
            <a:off x="3306763" y="9426575"/>
            <a:ext cx="1927225" cy="952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81371" name="Line 59">
            <a:extLst>
              <a:ext uri="{FF2B5EF4-FFF2-40B4-BE49-F238E27FC236}">
                <a16:creationId xmlns:a16="http://schemas.microsoft.com/office/drawing/2014/main" id="{1B63C951-5207-D65A-FC20-7D2EFB33B461}"/>
              </a:ext>
            </a:extLst>
          </p:cNvPr>
          <p:cNvSpPr>
            <a:spLocks noChangeShapeType="1"/>
          </p:cNvSpPr>
          <p:nvPr/>
        </p:nvSpPr>
        <p:spPr bwMode="auto">
          <a:xfrm>
            <a:off x="3295650" y="9415463"/>
            <a:ext cx="0" cy="300037"/>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81372" name="Text Box 60">
            <a:extLst>
              <a:ext uri="{FF2B5EF4-FFF2-40B4-BE49-F238E27FC236}">
                <a16:creationId xmlns:a16="http://schemas.microsoft.com/office/drawing/2014/main" id="{663E5249-9E24-E41E-ABC3-B3C0BB69DB45}"/>
              </a:ext>
            </a:extLst>
          </p:cNvPr>
          <p:cNvSpPr txBox="1">
            <a:spLocks noChangeArrowheads="1"/>
          </p:cNvSpPr>
          <p:nvPr/>
        </p:nvSpPr>
        <p:spPr bwMode="auto">
          <a:xfrm>
            <a:off x="3735388" y="7637463"/>
            <a:ext cx="620712" cy="185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en-US" altLang="ja-JP" sz="1100" b="0"/>
              <a:t>true</a:t>
            </a:r>
            <a:endParaRPr lang="en-US" altLang="ja-JP">
              <a:ea typeface="MS UI Gothic" panose="020B0600070205080204" pitchFamily="50" charset="-128"/>
            </a:endParaRPr>
          </a:p>
        </p:txBody>
      </p:sp>
      <p:sp>
        <p:nvSpPr>
          <p:cNvPr id="781373" name="Text Box 61">
            <a:extLst>
              <a:ext uri="{FF2B5EF4-FFF2-40B4-BE49-F238E27FC236}">
                <a16:creationId xmlns:a16="http://schemas.microsoft.com/office/drawing/2014/main" id="{56773E36-5184-022A-EA4A-A3DCE4AFDBD5}"/>
              </a:ext>
            </a:extLst>
          </p:cNvPr>
          <p:cNvSpPr txBox="1">
            <a:spLocks noChangeArrowheads="1"/>
          </p:cNvSpPr>
          <p:nvPr/>
        </p:nvSpPr>
        <p:spPr bwMode="auto">
          <a:xfrm>
            <a:off x="3390900" y="8154988"/>
            <a:ext cx="523875" cy="185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en-US" altLang="ja-JP" sz="1100" b="0"/>
              <a:t>false</a:t>
            </a:r>
            <a:endParaRPr lang="en-US" altLang="ja-JP">
              <a:ea typeface="MS UI Gothic" panose="020B0600070205080204" pitchFamily="50" charset="-128"/>
            </a:endParaRPr>
          </a:p>
        </p:txBody>
      </p:sp>
      <p:sp>
        <p:nvSpPr>
          <p:cNvPr id="781374" name="Line 62">
            <a:extLst>
              <a:ext uri="{FF2B5EF4-FFF2-40B4-BE49-F238E27FC236}">
                <a16:creationId xmlns:a16="http://schemas.microsoft.com/office/drawing/2014/main" id="{F79D49A4-52C1-3762-5F1C-A852592254C4}"/>
              </a:ext>
            </a:extLst>
          </p:cNvPr>
          <p:cNvSpPr>
            <a:spLocks noChangeShapeType="1"/>
          </p:cNvSpPr>
          <p:nvPr/>
        </p:nvSpPr>
        <p:spPr bwMode="auto">
          <a:xfrm>
            <a:off x="3963988" y="7972425"/>
            <a:ext cx="711200" cy="0"/>
          </a:xfrm>
          <a:prstGeom prst="line">
            <a:avLst/>
          </a:prstGeom>
          <a:noFill/>
          <a:ln w="25400">
            <a:solidFill>
              <a:srgbClr val="3FB00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81375" name="Line 63">
            <a:extLst>
              <a:ext uri="{FF2B5EF4-FFF2-40B4-BE49-F238E27FC236}">
                <a16:creationId xmlns:a16="http://schemas.microsoft.com/office/drawing/2014/main" id="{2213DA24-4E08-56D9-6F11-7E7EBE369DF1}"/>
              </a:ext>
            </a:extLst>
          </p:cNvPr>
          <p:cNvSpPr>
            <a:spLocks noChangeShapeType="1"/>
          </p:cNvSpPr>
          <p:nvPr/>
        </p:nvSpPr>
        <p:spPr bwMode="auto">
          <a:xfrm>
            <a:off x="4665663" y="7966075"/>
            <a:ext cx="0" cy="1066800"/>
          </a:xfrm>
          <a:prstGeom prst="line">
            <a:avLst/>
          </a:prstGeom>
          <a:noFill/>
          <a:ln w="25400">
            <a:solidFill>
              <a:srgbClr val="3FB00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81376" name="AutoShape 64">
            <a:extLst>
              <a:ext uri="{FF2B5EF4-FFF2-40B4-BE49-F238E27FC236}">
                <a16:creationId xmlns:a16="http://schemas.microsoft.com/office/drawing/2014/main" id="{3B1C0D1B-76A6-958B-EE5B-9E9B805D2F2F}"/>
              </a:ext>
            </a:extLst>
          </p:cNvPr>
          <p:cNvSpPr>
            <a:spLocks noChangeArrowheads="1"/>
          </p:cNvSpPr>
          <p:nvPr/>
        </p:nvSpPr>
        <p:spPr bwMode="auto">
          <a:xfrm>
            <a:off x="2851150" y="8393113"/>
            <a:ext cx="930275" cy="247650"/>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MS UI Gothic" panose="020B0600070205080204" pitchFamily="50" charset="-128"/>
              </a:rPr>
              <a:t>Xử lí 2</a:t>
            </a:r>
          </a:p>
        </p:txBody>
      </p:sp>
      <p:sp>
        <p:nvSpPr>
          <p:cNvPr id="781377" name="AutoShape 65">
            <a:extLst>
              <a:ext uri="{FF2B5EF4-FFF2-40B4-BE49-F238E27FC236}">
                <a16:creationId xmlns:a16="http://schemas.microsoft.com/office/drawing/2014/main" id="{56597258-6685-F7A1-CC9E-161721A2EEAF}"/>
              </a:ext>
            </a:extLst>
          </p:cNvPr>
          <p:cNvSpPr>
            <a:spLocks noChangeArrowheads="1"/>
          </p:cNvSpPr>
          <p:nvPr/>
        </p:nvSpPr>
        <p:spPr bwMode="auto">
          <a:xfrm>
            <a:off x="2605088" y="7642225"/>
            <a:ext cx="1411287" cy="658813"/>
          </a:xfrm>
          <a:prstGeom prst="flowChartDecision">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en-US" altLang="ja-JP" sz="800" b="0"/>
              <a:t>Điều kiện của continue</a:t>
            </a:r>
            <a:endParaRPr lang="en-US" altLang="ja-JP" sz="800">
              <a:ea typeface="MS UI Gothic" panose="020B0600070205080204" pitchFamily="50" charset="-128"/>
            </a:endParaRPr>
          </a:p>
        </p:txBody>
      </p:sp>
      <p:sp>
        <p:nvSpPr>
          <p:cNvPr id="781378" name="AutoShape 66">
            <a:extLst>
              <a:ext uri="{FF2B5EF4-FFF2-40B4-BE49-F238E27FC236}">
                <a16:creationId xmlns:a16="http://schemas.microsoft.com/office/drawing/2014/main" id="{B38BEC5B-EEE3-E11F-1547-16765C83DB50}"/>
              </a:ext>
            </a:extLst>
          </p:cNvPr>
          <p:cNvSpPr>
            <a:spLocks noChangeArrowheads="1"/>
          </p:cNvSpPr>
          <p:nvPr/>
        </p:nvSpPr>
        <p:spPr bwMode="auto">
          <a:xfrm>
            <a:off x="2841625" y="7296150"/>
            <a:ext cx="930275" cy="246063"/>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MS UI Gothic" panose="020B0600070205080204" pitchFamily="50" charset="-128"/>
              </a:rPr>
              <a:t>Xử lí 1</a:t>
            </a:r>
            <a:endParaRPr lang="en-US" altLang="ja-JP">
              <a:ea typeface="MS UI Gothic" panose="020B0600070205080204" pitchFamily="50" charset="-128"/>
            </a:endParaRPr>
          </a:p>
        </p:txBody>
      </p:sp>
      <p:sp>
        <p:nvSpPr>
          <p:cNvPr id="781379" name="Line 67">
            <a:extLst>
              <a:ext uri="{FF2B5EF4-FFF2-40B4-BE49-F238E27FC236}">
                <a16:creationId xmlns:a16="http://schemas.microsoft.com/office/drawing/2014/main" id="{9C9E87A1-025E-4721-508C-25F235052FF7}"/>
              </a:ext>
            </a:extLst>
          </p:cNvPr>
          <p:cNvSpPr>
            <a:spLocks noChangeShapeType="1"/>
          </p:cNvSpPr>
          <p:nvPr/>
        </p:nvSpPr>
        <p:spPr bwMode="auto">
          <a:xfrm flipH="1">
            <a:off x="3317875" y="9024938"/>
            <a:ext cx="1339850" cy="0"/>
          </a:xfrm>
          <a:prstGeom prst="line">
            <a:avLst/>
          </a:prstGeom>
          <a:noFill/>
          <a:ln w="25400">
            <a:solidFill>
              <a:srgbClr val="3FB00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81381" name="AutoShape 69">
            <a:extLst>
              <a:ext uri="{FF2B5EF4-FFF2-40B4-BE49-F238E27FC236}">
                <a16:creationId xmlns:a16="http://schemas.microsoft.com/office/drawing/2014/main" id="{778FB8B1-5056-6863-D1A5-7FB25E2CB293}"/>
              </a:ext>
            </a:extLst>
          </p:cNvPr>
          <p:cNvSpPr>
            <a:spLocks noChangeArrowheads="1"/>
          </p:cNvSpPr>
          <p:nvPr/>
        </p:nvSpPr>
        <p:spPr bwMode="auto">
          <a:xfrm>
            <a:off x="4600575" y="6953250"/>
            <a:ext cx="1652588" cy="1162050"/>
          </a:xfrm>
          <a:prstGeom prst="wedgeRoundRectCallout">
            <a:avLst>
              <a:gd name="adj1" fmla="val -44523"/>
              <a:gd name="adj2" fmla="val 50412"/>
              <a:gd name="adj3" fmla="val 16667"/>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8314" tIns="49156" rIns="98314" bIns="49156"/>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9212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1613"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MS UI Gothic" panose="020B0600070205080204" pitchFamily="50" charset="-128"/>
              </a:rPr>
              <a:t>Khi đã thỏa mãn điều </a:t>
            </a:r>
          </a:p>
          <a:p>
            <a:pPr algn="ctr"/>
            <a:r>
              <a:rPr lang="en-US" altLang="ja-JP" b="0">
                <a:ea typeface="MS UI Gothic" panose="020B0600070205080204" pitchFamily="50" charset="-128"/>
              </a:rPr>
              <a:t>kiện thì bỏ qua đoạn tiếp của xử lí đang thực hiện( xử lí2) để tiếp tục thực hiện lặp tiếp theo đó</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A11D2-09BA-E954-5B43-795FD6D75675}"/>
            </a:ext>
          </a:extLst>
        </p:cNvPr>
        <p:cNvGrpSpPr/>
        <p:nvPr/>
      </p:nvGrpSpPr>
      <p:grpSpPr>
        <a:xfrm>
          <a:off x="0" y="0"/>
          <a:ext cx="0" cy="0"/>
          <a:chOff x="0" y="0"/>
          <a:chExt cx="0" cy="0"/>
        </a:xfrm>
      </p:grpSpPr>
      <p:sp>
        <p:nvSpPr>
          <p:cNvPr id="781314" name="Rectangle 2">
            <a:extLst>
              <a:ext uri="{FF2B5EF4-FFF2-40B4-BE49-F238E27FC236}">
                <a16:creationId xmlns:a16="http://schemas.microsoft.com/office/drawing/2014/main" id="{506731CF-71C8-E9B0-9574-D836861C195F}"/>
              </a:ext>
            </a:extLst>
          </p:cNvPr>
          <p:cNvSpPr>
            <a:spLocks noGrp="1" noChangeArrowheads="1"/>
          </p:cNvSpPr>
          <p:nvPr>
            <p:ph type="body" idx="1"/>
          </p:nvPr>
        </p:nvSpPr>
        <p:spPr>
          <a:xfrm>
            <a:off x="706438" y="682625"/>
            <a:ext cx="5635625" cy="9305925"/>
          </a:xfrm>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Câu lệnh </a:t>
            </a:r>
            <a:r>
              <a:rPr lang="en-US" altLang="ja-JP">
                <a:latin typeface="Arial" panose="020B0604020202020204" pitchFamily="34" charset="0"/>
                <a:ea typeface="ＭＳ ゴシック" panose="020B0609070205080204" pitchFamily="49" charset="-128"/>
              </a:rPr>
              <a:t>break và câu lệnh continue</a:t>
            </a:r>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ea typeface="ＭＳ ゴシック" panose="020B0609070205080204" pitchFamily="49" charset="-128"/>
              </a:rPr>
              <a:t>Câu lệnh break sẽ dùng trong trường hợp muốn thoát khỏi xử lí lặp</a:t>
            </a:r>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ea typeface="ＭＳ ゴシック" panose="020B0609070205080204" pitchFamily="49" charset="-128"/>
              </a:rPr>
              <a:t>Câu lệnh continue sẽ dùng trong trường hợp nhảy qua xử lí phía sau ở giữa chừng của xử lí lặp và muốn tiếp tục lặp </a:t>
            </a:r>
            <a:r>
              <a:rPr lang="en-US" altLang="ja-JP">
                <a:latin typeface="Arial" panose="020B0604020202020204" pitchFamily="34" charset="0"/>
              </a:rPr>
              <a:t>tiếp sau đó.</a:t>
            </a:r>
          </a:p>
          <a:p>
            <a:pPr marL="0" indent="0"/>
            <a:r>
              <a:rPr lang="ja-JP" altLang="en-US">
                <a:latin typeface="Arial" panose="020B0604020202020204" pitchFamily="34" charset="0"/>
              </a:rPr>
              <a:t>　</a:t>
            </a:r>
            <a:r>
              <a:rPr lang="en-US" altLang="ja-JP">
                <a:latin typeface="Arial" panose="020B0604020202020204" pitchFamily="34" charset="0"/>
              </a:rPr>
              <a:t>Nếu so sánh 2 loại thì như sau </a:t>
            </a: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ea typeface="ＭＳ ゴシック" panose="020B0609070205080204" pitchFamily="49" charset="-128"/>
              </a:rPr>
              <a:t>Câu lệnh break </a:t>
            </a:r>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ea typeface="ＭＳ ゴシック" panose="020B0609070205080204" pitchFamily="49" charset="-128"/>
              </a:rPr>
              <a:t>Câu lệnh continue </a:t>
            </a:r>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p:txBody>
      </p:sp>
      <p:grpSp>
        <p:nvGrpSpPr>
          <p:cNvPr id="781389" name="Group 77">
            <a:extLst>
              <a:ext uri="{FF2B5EF4-FFF2-40B4-BE49-F238E27FC236}">
                <a16:creationId xmlns:a16="http://schemas.microsoft.com/office/drawing/2014/main" id="{04E0B37A-32F5-0BCB-773E-46482E421802}"/>
              </a:ext>
            </a:extLst>
          </p:cNvPr>
          <p:cNvGrpSpPr>
            <a:grpSpLocks/>
          </p:cNvGrpSpPr>
          <p:nvPr/>
        </p:nvGrpSpPr>
        <p:grpSpPr bwMode="auto">
          <a:xfrm>
            <a:off x="657225" y="1884363"/>
            <a:ext cx="5854700" cy="3529012"/>
            <a:chOff x="414" y="1187"/>
            <a:chExt cx="3688" cy="2223"/>
          </a:xfrm>
        </p:grpSpPr>
        <p:sp>
          <p:nvSpPr>
            <p:cNvPr id="781317" name="Rectangle 5">
              <a:extLst>
                <a:ext uri="{FF2B5EF4-FFF2-40B4-BE49-F238E27FC236}">
                  <a16:creationId xmlns:a16="http://schemas.microsoft.com/office/drawing/2014/main" id="{E5C6E69A-95C2-6B0A-44C1-8B9EF050339A}"/>
                </a:ext>
              </a:extLst>
            </p:cNvPr>
            <p:cNvSpPr>
              <a:spLocks noChangeArrowheads="1"/>
            </p:cNvSpPr>
            <p:nvPr/>
          </p:nvSpPr>
          <p:spPr bwMode="auto">
            <a:xfrm>
              <a:off x="414" y="1187"/>
              <a:ext cx="3688" cy="2223"/>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81335" name="Line 23">
              <a:extLst>
                <a:ext uri="{FF2B5EF4-FFF2-40B4-BE49-F238E27FC236}">
                  <a16:creationId xmlns:a16="http://schemas.microsoft.com/office/drawing/2014/main" id="{7CD6EBD5-4C5E-D5A7-B566-BEE5A650409F}"/>
                </a:ext>
              </a:extLst>
            </p:cNvPr>
            <p:cNvSpPr>
              <a:spLocks noChangeShapeType="1"/>
            </p:cNvSpPr>
            <p:nvPr/>
          </p:nvSpPr>
          <p:spPr bwMode="auto">
            <a:xfrm>
              <a:off x="2032" y="1225"/>
              <a:ext cx="0" cy="681"/>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81337" name="AutoShape 25">
              <a:extLst>
                <a:ext uri="{FF2B5EF4-FFF2-40B4-BE49-F238E27FC236}">
                  <a16:creationId xmlns:a16="http://schemas.microsoft.com/office/drawing/2014/main" id="{906FD79E-500F-56A9-0BDC-D3DFCAB48CEB}"/>
                </a:ext>
              </a:extLst>
            </p:cNvPr>
            <p:cNvSpPr>
              <a:spLocks noChangeArrowheads="1"/>
            </p:cNvSpPr>
            <p:nvPr/>
          </p:nvSpPr>
          <p:spPr bwMode="auto">
            <a:xfrm>
              <a:off x="1338" y="1735"/>
              <a:ext cx="1413" cy="1181"/>
            </a:xfrm>
            <a:prstGeom prst="flowChartProcess">
              <a:avLst/>
            </a:prstGeom>
            <a:solidFill>
              <a:srgbClr val="FFCC99">
                <a:alpha val="50000"/>
              </a:srgbClr>
            </a:solidFill>
            <a:ln w="9525" cap="rnd" algn="ctr">
              <a:solidFill>
                <a:srgbClr val="FFCC99"/>
              </a:solidFill>
              <a:prstDash val="sysDot"/>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lnSpc>
                  <a:spcPct val="96000"/>
                </a:lnSpc>
              </a:pPr>
              <a:r>
                <a:rPr lang="en-US" altLang="ja-JP" sz="1100" b="0">
                  <a:ea typeface="MS UI Gothic" panose="020B0600070205080204" pitchFamily="50" charset="-128"/>
                </a:rPr>
                <a:t>xử lí sẽ thực hiện lặp </a:t>
              </a:r>
              <a:endParaRPr lang="en-US" altLang="ja-JP">
                <a:ea typeface="MS UI Gothic" panose="020B0600070205080204" pitchFamily="50" charset="-128"/>
              </a:endParaRPr>
            </a:p>
          </p:txBody>
        </p:sp>
        <p:sp>
          <p:nvSpPr>
            <p:cNvPr id="781338" name="Line 26">
              <a:extLst>
                <a:ext uri="{FF2B5EF4-FFF2-40B4-BE49-F238E27FC236}">
                  <a16:creationId xmlns:a16="http://schemas.microsoft.com/office/drawing/2014/main" id="{AAC974EB-6D0B-C65F-8DBF-E97170BDB877}"/>
                </a:ext>
              </a:extLst>
            </p:cNvPr>
            <p:cNvSpPr>
              <a:spLocks noChangeShapeType="1"/>
            </p:cNvSpPr>
            <p:nvPr/>
          </p:nvSpPr>
          <p:spPr bwMode="auto">
            <a:xfrm>
              <a:off x="2562" y="1500"/>
              <a:ext cx="792"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81339" name="Line 27">
              <a:extLst>
                <a:ext uri="{FF2B5EF4-FFF2-40B4-BE49-F238E27FC236}">
                  <a16:creationId xmlns:a16="http://schemas.microsoft.com/office/drawing/2014/main" id="{84DCC4B0-57AD-C28B-AD4F-852E993EC319}"/>
                </a:ext>
              </a:extLst>
            </p:cNvPr>
            <p:cNvSpPr>
              <a:spLocks noChangeShapeType="1"/>
            </p:cNvSpPr>
            <p:nvPr/>
          </p:nvSpPr>
          <p:spPr bwMode="auto">
            <a:xfrm flipH="1">
              <a:off x="1141" y="1302"/>
              <a:ext cx="6" cy="1717"/>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81340" name="Line 28">
              <a:extLst>
                <a:ext uri="{FF2B5EF4-FFF2-40B4-BE49-F238E27FC236}">
                  <a16:creationId xmlns:a16="http://schemas.microsoft.com/office/drawing/2014/main" id="{FC0EFC73-1C4B-A1B8-CCDB-F344B483D169}"/>
                </a:ext>
              </a:extLst>
            </p:cNvPr>
            <p:cNvSpPr>
              <a:spLocks noChangeShapeType="1"/>
            </p:cNvSpPr>
            <p:nvPr/>
          </p:nvSpPr>
          <p:spPr bwMode="auto">
            <a:xfrm flipH="1">
              <a:off x="1149" y="1306"/>
              <a:ext cx="885" cy="0"/>
            </a:xfrm>
            <a:prstGeom prst="line">
              <a:avLst/>
            </a:prstGeom>
            <a:noFill/>
            <a:ln w="1905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81341" name="Text Box 29">
              <a:extLst>
                <a:ext uri="{FF2B5EF4-FFF2-40B4-BE49-F238E27FC236}">
                  <a16:creationId xmlns:a16="http://schemas.microsoft.com/office/drawing/2014/main" id="{015C0350-E853-C3AB-F626-EEFC5B129BBE}"/>
                </a:ext>
              </a:extLst>
            </p:cNvPr>
            <p:cNvSpPr txBox="1">
              <a:spLocks noChangeArrowheads="1"/>
            </p:cNvSpPr>
            <p:nvPr/>
          </p:nvSpPr>
          <p:spPr bwMode="auto">
            <a:xfrm>
              <a:off x="2066" y="1578"/>
              <a:ext cx="390" cy="1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en-US" altLang="ja-JP" sz="1100" b="0">
                  <a:ea typeface="MS UI Gothic" panose="020B0600070205080204" pitchFamily="50" charset="-128"/>
                </a:rPr>
                <a:t>true</a:t>
              </a:r>
              <a:endParaRPr lang="en-US" altLang="ja-JP">
                <a:ea typeface="MS UI Gothic" panose="020B0600070205080204" pitchFamily="50" charset="-128"/>
              </a:endParaRPr>
            </a:p>
          </p:txBody>
        </p:sp>
        <p:sp>
          <p:nvSpPr>
            <p:cNvPr id="781342" name="Text Box 30">
              <a:extLst>
                <a:ext uri="{FF2B5EF4-FFF2-40B4-BE49-F238E27FC236}">
                  <a16:creationId xmlns:a16="http://schemas.microsoft.com/office/drawing/2014/main" id="{8D65A97E-11F2-227E-3B6A-DFBC08DC58CD}"/>
                </a:ext>
              </a:extLst>
            </p:cNvPr>
            <p:cNvSpPr txBox="1">
              <a:spLocks noChangeArrowheads="1"/>
            </p:cNvSpPr>
            <p:nvPr/>
          </p:nvSpPr>
          <p:spPr bwMode="auto">
            <a:xfrm>
              <a:off x="2442" y="1335"/>
              <a:ext cx="390" cy="1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en-US" altLang="ja-JP" sz="1100" b="0">
                  <a:ea typeface="MS UI Gothic" panose="020B0600070205080204" pitchFamily="50" charset="-128"/>
                </a:rPr>
                <a:t>false</a:t>
              </a:r>
              <a:endParaRPr lang="en-US" altLang="ja-JP">
                <a:ea typeface="MS UI Gothic" panose="020B0600070205080204" pitchFamily="50" charset="-128"/>
              </a:endParaRPr>
            </a:p>
          </p:txBody>
        </p:sp>
        <p:sp>
          <p:nvSpPr>
            <p:cNvPr id="781343" name="Line 31">
              <a:extLst>
                <a:ext uri="{FF2B5EF4-FFF2-40B4-BE49-F238E27FC236}">
                  <a16:creationId xmlns:a16="http://schemas.microsoft.com/office/drawing/2014/main" id="{6C08F67C-E449-B335-CBF0-23D662AFE052}"/>
                </a:ext>
              </a:extLst>
            </p:cNvPr>
            <p:cNvSpPr>
              <a:spLocks noChangeShapeType="1"/>
            </p:cNvSpPr>
            <p:nvPr/>
          </p:nvSpPr>
          <p:spPr bwMode="auto">
            <a:xfrm>
              <a:off x="1142" y="3016"/>
              <a:ext cx="916" cy="7"/>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81344" name="Line 32">
              <a:extLst>
                <a:ext uri="{FF2B5EF4-FFF2-40B4-BE49-F238E27FC236}">
                  <a16:creationId xmlns:a16="http://schemas.microsoft.com/office/drawing/2014/main" id="{1D56C6BF-AFF7-6944-83D4-A563AC1D4DDF}"/>
                </a:ext>
              </a:extLst>
            </p:cNvPr>
            <p:cNvSpPr>
              <a:spLocks noChangeShapeType="1"/>
            </p:cNvSpPr>
            <p:nvPr/>
          </p:nvSpPr>
          <p:spPr bwMode="auto">
            <a:xfrm>
              <a:off x="3348" y="1497"/>
              <a:ext cx="7" cy="171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81345" name="Line 33">
              <a:extLst>
                <a:ext uri="{FF2B5EF4-FFF2-40B4-BE49-F238E27FC236}">
                  <a16:creationId xmlns:a16="http://schemas.microsoft.com/office/drawing/2014/main" id="{1FFA8A55-8AC4-BE31-AE32-5A869A61848E}"/>
                </a:ext>
              </a:extLst>
            </p:cNvPr>
            <p:cNvSpPr>
              <a:spLocks noChangeShapeType="1"/>
            </p:cNvSpPr>
            <p:nvPr/>
          </p:nvSpPr>
          <p:spPr bwMode="auto">
            <a:xfrm>
              <a:off x="2054" y="3206"/>
              <a:ext cx="1298" cy="1"/>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81346" name="Line 34">
              <a:extLst>
                <a:ext uri="{FF2B5EF4-FFF2-40B4-BE49-F238E27FC236}">
                  <a16:creationId xmlns:a16="http://schemas.microsoft.com/office/drawing/2014/main" id="{2283BF0E-6431-8DDC-8DE6-5DD5A8AE831F}"/>
                </a:ext>
              </a:extLst>
            </p:cNvPr>
            <p:cNvSpPr>
              <a:spLocks noChangeShapeType="1"/>
            </p:cNvSpPr>
            <p:nvPr/>
          </p:nvSpPr>
          <p:spPr bwMode="auto">
            <a:xfrm>
              <a:off x="2059" y="3201"/>
              <a:ext cx="0" cy="135"/>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81347" name="Text Box 35">
              <a:extLst>
                <a:ext uri="{FF2B5EF4-FFF2-40B4-BE49-F238E27FC236}">
                  <a16:creationId xmlns:a16="http://schemas.microsoft.com/office/drawing/2014/main" id="{66C67448-09AE-6EC8-2415-99B08591D153}"/>
                </a:ext>
              </a:extLst>
            </p:cNvPr>
            <p:cNvSpPr txBox="1">
              <a:spLocks noChangeArrowheads="1"/>
            </p:cNvSpPr>
            <p:nvPr/>
          </p:nvSpPr>
          <p:spPr bwMode="auto">
            <a:xfrm>
              <a:off x="2297" y="2127"/>
              <a:ext cx="391" cy="1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en-US" altLang="ja-JP" sz="1100" b="0">
                  <a:ea typeface="MS UI Gothic" panose="020B0600070205080204" pitchFamily="50" charset="-128"/>
                </a:rPr>
                <a:t>true</a:t>
              </a:r>
              <a:endParaRPr lang="en-US" altLang="ja-JP">
                <a:ea typeface="MS UI Gothic" panose="020B0600070205080204" pitchFamily="50" charset="-128"/>
              </a:endParaRPr>
            </a:p>
          </p:txBody>
        </p:sp>
        <p:sp>
          <p:nvSpPr>
            <p:cNvPr id="781348" name="Text Box 36">
              <a:extLst>
                <a:ext uri="{FF2B5EF4-FFF2-40B4-BE49-F238E27FC236}">
                  <a16:creationId xmlns:a16="http://schemas.microsoft.com/office/drawing/2014/main" id="{6FF4A0EB-C30C-E63D-6549-D12164DA7B2C}"/>
                </a:ext>
              </a:extLst>
            </p:cNvPr>
            <p:cNvSpPr txBox="1">
              <a:spLocks noChangeArrowheads="1"/>
            </p:cNvSpPr>
            <p:nvPr/>
          </p:nvSpPr>
          <p:spPr bwMode="auto">
            <a:xfrm>
              <a:off x="2029" y="2454"/>
              <a:ext cx="390" cy="1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en-US" altLang="ja-JP" sz="1100" b="0">
                  <a:ea typeface="MS UI Gothic" panose="020B0600070205080204" pitchFamily="50" charset="-128"/>
                </a:rPr>
                <a:t>false</a:t>
              </a:r>
              <a:endParaRPr lang="en-US" altLang="ja-JP">
                <a:ea typeface="MS UI Gothic" panose="020B0600070205080204" pitchFamily="50" charset="-128"/>
              </a:endParaRPr>
            </a:p>
          </p:txBody>
        </p:sp>
        <p:sp>
          <p:nvSpPr>
            <p:cNvPr id="781349" name="Line 37">
              <a:extLst>
                <a:ext uri="{FF2B5EF4-FFF2-40B4-BE49-F238E27FC236}">
                  <a16:creationId xmlns:a16="http://schemas.microsoft.com/office/drawing/2014/main" id="{48AC34CC-BD75-D848-11FA-730CD81A1161}"/>
                </a:ext>
              </a:extLst>
            </p:cNvPr>
            <p:cNvSpPr>
              <a:spLocks noChangeShapeType="1"/>
            </p:cNvSpPr>
            <p:nvPr/>
          </p:nvSpPr>
          <p:spPr bwMode="auto">
            <a:xfrm>
              <a:off x="2031" y="1622"/>
              <a:ext cx="21" cy="139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81350" name="Line 38">
              <a:extLst>
                <a:ext uri="{FF2B5EF4-FFF2-40B4-BE49-F238E27FC236}">
                  <a16:creationId xmlns:a16="http://schemas.microsoft.com/office/drawing/2014/main" id="{EF596265-CDE4-9814-97B7-705AC18972AE}"/>
                </a:ext>
              </a:extLst>
            </p:cNvPr>
            <p:cNvSpPr>
              <a:spLocks noChangeShapeType="1"/>
            </p:cNvSpPr>
            <p:nvPr/>
          </p:nvSpPr>
          <p:spPr bwMode="auto">
            <a:xfrm>
              <a:off x="2376" y="2300"/>
              <a:ext cx="973" cy="0"/>
            </a:xfrm>
            <a:prstGeom prst="line">
              <a:avLst/>
            </a:prstGeom>
            <a:noFill/>
            <a:ln w="25400">
              <a:solidFill>
                <a:srgbClr val="3FB007"/>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81356" name="AutoShape 44">
              <a:extLst>
                <a:ext uri="{FF2B5EF4-FFF2-40B4-BE49-F238E27FC236}">
                  <a16:creationId xmlns:a16="http://schemas.microsoft.com/office/drawing/2014/main" id="{04D7475A-37D6-6EB3-62EC-F0D9FCF1F42F}"/>
                </a:ext>
              </a:extLst>
            </p:cNvPr>
            <p:cNvSpPr>
              <a:spLocks noChangeArrowheads="1"/>
            </p:cNvSpPr>
            <p:nvPr/>
          </p:nvSpPr>
          <p:spPr bwMode="auto">
            <a:xfrm>
              <a:off x="2937" y="1823"/>
              <a:ext cx="922" cy="337"/>
            </a:xfrm>
            <a:prstGeom prst="wedgeRoundRectCallout">
              <a:avLst>
                <a:gd name="adj1" fmla="val -38829"/>
                <a:gd name="adj2" fmla="val 90060"/>
                <a:gd name="adj3" fmla="val 16667"/>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8314" tIns="49156" rIns="98314" bIns="49156"/>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9212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1613"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MS UI Gothic" panose="020B0600070205080204" pitchFamily="50" charset="-128"/>
                </a:rPr>
                <a:t>Khi đã thỏa mãn điều kiện thì thoát khỏi lặp </a:t>
              </a:r>
            </a:p>
          </p:txBody>
        </p:sp>
        <p:sp>
          <p:nvSpPr>
            <p:cNvPr id="781336" name="AutoShape 24">
              <a:extLst>
                <a:ext uri="{FF2B5EF4-FFF2-40B4-BE49-F238E27FC236}">
                  <a16:creationId xmlns:a16="http://schemas.microsoft.com/office/drawing/2014/main" id="{AD946E7F-A760-744C-9D89-A78A76BCDE93}"/>
                </a:ext>
              </a:extLst>
            </p:cNvPr>
            <p:cNvSpPr>
              <a:spLocks noChangeArrowheads="1"/>
            </p:cNvSpPr>
            <p:nvPr/>
          </p:nvSpPr>
          <p:spPr bwMode="auto">
            <a:xfrm>
              <a:off x="1527" y="1366"/>
              <a:ext cx="1027" cy="269"/>
            </a:xfrm>
            <a:prstGeom prst="flowChartDecision">
              <a:avLst/>
            </a:prstGeom>
            <a:solidFill>
              <a:schemeClr val="bg1"/>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en-US" altLang="ja-JP" b="0">
                  <a:ea typeface="MS UI Gothic" panose="020B0600070205080204" pitchFamily="50" charset="-128"/>
                </a:rPr>
                <a:t>điều kiện lặp </a:t>
              </a:r>
              <a:endParaRPr lang="en-US" altLang="ja-JP">
                <a:ea typeface="MS UI Gothic" panose="020B0600070205080204" pitchFamily="50" charset="-128"/>
              </a:endParaRPr>
            </a:p>
          </p:txBody>
        </p:sp>
        <p:sp>
          <p:nvSpPr>
            <p:cNvPr id="781352" name="AutoShape 40">
              <a:extLst>
                <a:ext uri="{FF2B5EF4-FFF2-40B4-BE49-F238E27FC236}">
                  <a16:creationId xmlns:a16="http://schemas.microsoft.com/office/drawing/2014/main" id="{D71662F4-E1C1-36AD-C255-5BC0FC2C51D1}"/>
                </a:ext>
              </a:extLst>
            </p:cNvPr>
            <p:cNvSpPr>
              <a:spLocks noChangeArrowheads="1"/>
            </p:cNvSpPr>
            <p:nvPr/>
          </p:nvSpPr>
          <p:spPr bwMode="auto">
            <a:xfrm>
              <a:off x="1745" y="2610"/>
              <a:ext cx="586" cy="156"/>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MS UI Gothic" panose="020B0600070205080204" pitchFamily="50" charset="-128"/>
                </a:rPr>
                <a:t>Xử lí 2</a:t>
              </a:r>
              <a:endParaRPr lang="en-US" altLang="ja-JP">
                <a:ea typeface="MS UI Gothic" panose="020B0600070205080204" pitchFamily="50" charset="-128"/>
              </a:endParaRPr>
            </a:p>
          </p:txBody>
        </p:sp>
        <p:sp>
          <p:nvSpPr>
            <p:cNvPr id="781353" name="AutoShape 41">
              <a:extLst>
                <a:ext uri="{FF2B5EF4-FFF2-40B4-BE49-F238E27FC236}">
                  <a16:creationId xmlns:a16="http://schemas.microsoft.com/office/drawing/2014/main" id="{86FF6AE8-E836-E806-1DCE-B4BD1407C74A}"/>
                </a:ext>
              </a:extLst>
            </p:cNvPr>
            <p:cNvSpPr>
              <a:spLocks noChangeArrowheads="1"/>
            </p:cNvSpPr>
            <p:nvPr/>
          </p:nvSpPr>
          <p:spPr bwMode="auto">
            <a:xfrm>
              <a:off x="1642" y="2093"/>
              <a:ext cx="801" cy="415"/>
            </a:xfrm>
            <a:prstGeom prst="flowChartDecision">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en-US" altLang="ja-JP" sz="800" b="0">
                  <a:ea typeface="ＭＳ ゴシック" panose="020B0609070205080204" pitchFamily="49" charset="-128"/>
                </a:rPr>
                <a:t>Điều kiện của break</a:t>
              </a:r>
              <a:endParaRPr lang="en-US" altLang="ja-JP" sz="800">
                <a:ea typeface="MS UI Gothic" panose="020B0600070205080204" pitchFamily="50" charset="-128"/>
              </a:endParaRPr>
            </a:p>
          </p:txBody>
        </p:sp>
        <p:sp>
          <p:nvSpPr>
            <p:cNvPr id="781354" name="AutoShape 42">
              <a:extLst>
                <a:ext uri="{FF2B5EF4-FFF2-40B4-BE49-F238E27FC236}">
                  <a16:creationId xmlns:a16="http://schemas.microsoft.com/office/drawing/2014/main" id="{32654201-596D-4D43-8F24-85F680E59772}"/>
                </a:ext>
              </a:extLst>
            </p:cNvPr>
            <p:cNvSpPr>
              <a:spLocks noChangeArrowheads="1"/>
            </p:cNvSpPr>
            <p:nvPr/>
          </p:nvSpPr>
          <p:spPr bwMode="auto">
            <a:xfrm>
              <a:off x="1745" y="1880"/>
              <a:ext cx="586" cy="156"/>
            </a:xfrm>
            <a:prstGeom prst="flowChartProcess">
              <a:avLst/>
            </a:prstGeom>
            <a:solidFill>
              <a:schemeClr val="bg1"/>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MS UI Gothic" panose="020B0600070205080204" pitchFamily="50" charset="-128"/>
                </a:rPr>
                <a:t>Xử lí 1</a:t>
              </a:r>
              <a:endParaRPr lang="en-US" altLang="ja-JP">
                <a:ea typeface="MS UI Gothic" panose="020B0600070205080204" pitchFamily="50" charset="-128"/>
              </a:endParaRPr>
            </a:p>
          </p:txBody>
        </p:sp>
      </p:grpSp>
      <p:sp>
        <p:nvSpPr>
          <p:cNvPr id="781358" name="Rectangle 46">
            <a:extLst>
              <a:ext uri="{FF2B5EF4-FFF2-40B4-BE49-F238E27FC236}">
                <a16:creationId xmlns:a16="http://schemas.microsoft.com/office/drawing/2014/main" id="{0A1CC230-7A75-F4B4-F520-6DEDE11A5654}"/>
              </a:ext>
            </a:extLst>
          </p:cNvPr>
          <p:cNvSpPr>
            <a:spLocks noChangeArrowheads="1"/>
          </p:cNvSpPr>
          <p:nvPr/>
        </p:nvSpPr>
        <p:spPr bwMode="auto">
          <a:xfrm>
            <a:off x="554038" y="6032500"/>
            <a:ext cx="5854700" cy="3689350"/>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81360" name="AutoShape 48">
            <a:extLst>
              <a:ext uri="{FF2B5EF4-FFF2-40B4-BE49-F238E27FC236}">
                <a16:creationId xmlns:a16="http://schemas.microsoft.com/office/drawing/2014/main" id="{B141D86A-FB68-0885-0FB4-F99D557721C0}"/>
              </a:ext>
            </a:extLst>
          </p:cNvPr>
          <p:cNvSpPr>
            <a:spLocks noChangeArrowheads="1"/>
          </p:cNvSpPr>
          <p:nvPr/>
        </p:nvSpPr>
        <p:spPr bwMode="auto">
          <a:xfrm>
            <a:off x="2182813" y="7062788"/>
            <a:ext cx="2241550" cy="1736725"/>
          </a:xfrm>
          <a:prstGeom prst="flowChartProcess">
            <a:avLst/>
          </a:prstGeom>
          <a:solidFill>
            <a:srgbClr val="FFCC99">
              <a:alpha val="50000"/>
            </a:srgbClr>
          </a:solidFill>
          <a:ln w="9525" cap="rnd" algn="ctr">
            <a:solidFill>
              <a:srgbClr val="FFCC99"/>
            </a:solidFill>
            <a:prstDash val="sysDot"/>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lnSpc>
                <a:spcPct val="96000"/>
              </a:lnSpc>
            </a:pPr>
            <a:r>
              <a:rPr lang="en-US" altLang="ja-JP" sz="1100" b="0"/>
              <a:t>xử lí sẽ thực hiện lặp </a:t>
            </a:r>
            <a:endParaRPr lang="en-US" altLang="ja-JP">
              <a:ea typeface="MS UI Gothic" panose="020B0600070205080204" pitchFamily="50" charset="-128"/>
            </a:endParaRPr>
          </a:p>
        </p:txBody>
      </p:sp>
      <p:sp>
        <p:nvSpPr>
          <p:cNvPr id="781361" name="Line 49">
            <a:extLst>
              <a:ext uri="{FF2B5EF4-FFF2-40B4-BE49-F238E27FC236}">
                <a16:creationId xmlns:a16="http://schemas.microsoft.com/office/drawing/2014/main" id="{998EB943-8E66-304F-6CBF-1CF58D8B4A94}"/>
              </a:ext>
            </a:extLst>
          </p:cNvPr>
          <p:cNvSpPr>
            <a:spLocks noChangeShapeType="1"/>
          </p:cNvSpPr>
          <p:nvPr/>
        </p:nvSpPr>
        <p:spPr bwMode="auto">
          <a:xfrm>
            <a:off x="3294063" y="6062663"/>
            <a:ext cx="22225" cy="309880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81362" name="AutoShape 50">
            <a:extLst>
              <a:ext uri="{FF2B5EF4-FFF2-40B4-BE49-F238E27FC236}">
                <a16:creationId xmlns:a16="http://schemas.microsoft.com/office/drawing/2014/main" id="{AEC5A487-A3EE-5610-497F-213DEF5797C5}"/>
              </a:ext>
            </a:extLst>
          </p:cNvPr>
          <p:cNvSpPr>
            <a:spLocks noChangeArrowheads="1"/>
          </p:cNvSpPr>
          <p:nvPr/>
        </p:nvSpPr>
        <p:spPr bwMode="auto">
          <a:xfrm>
            <a:off x="2659063" y="6383338"/>
            <a:ext cx="1296987" cy="492125"/>
          </a:xfrm>
          <a:prstGeom prst="flowChartDecision">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en-US" altLang="ja-JP" b="0"/>
              <a:t>điều kiện lặp </a:t>
            </a:r>
            <a:endParaRPr lang="en-US" altLang="ja-JP">
              <a:ea typeface="MS UI Gothic" panose="020B0600070205080204" pitchFamily="50" charset="-128"/>
            </a:endParaRPr>
          </a:p>
        </p:txBody>
      </p:sp>
      <p:sp>
        <p:nvSpPr>
          <p:cNvPr id="781363" name="Line 51">
            <a:extLst>
              <a:ext uri="{FF2B5EF4-FFF2-40B4-BE49-F238E27FC236}">
                <a16:creationId xmlns:a16="http://schemas.microsoft.com/office/drawing/2014/main" id="{BFE69FF7-0E15-508A-6BA8-1FEAFC4B7951}"/>
              </a:ext>
            </a:extLst>
          </p:cNvPr>
          <p:cNvSpPr>
            <a:spLocks noChangeShapeType="1"/>
          </p:cNvSpPr>
          <p:nvPr/>
        </p:nvSpPr>
        <p:spPr bwMode="auto">
          <a:xfrm>
            <a:off x="3970338" y="6629400"/>
            <a:ext cx="125412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81364" name="Line 52">
            <a:extLst>
              <a:ext uri="{FF2B5EF4-FFF2-40B4-BE49-F238E27FC236}">
                <a16:creationId xmlns:a16="http://schemas.microsoft.com/office/drawing/2014/main" id="{FA4598E2-C3EE-9A71-D4E9-A04C22B44967}"/>
              </a:ext>
            </a:extLst>
          </p:cNvPr>
          <p:cNvSpPr>
            <a:spLocks noChangeShapeType="1"/>
          </p:cNvSpPr>
          <p:nvPr/>
        </p:nvSpPr>
        <p:spPr bwMode="auto">
          <a:xfrm flipH="1">
            <a:off x="1873250" y="6257925"/>
            <a:ext cx="9525" cy="289877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81365" name="Line 53">
            <a:extLst>
              <a:ext uri="{FF2B5EF4-FFF2-40B4-BE49-F238E27FC236}">
                <a16:creationId xmlns:a16="http://schemas.microsoft.com/office/drawing/2014/main" id="{A69E9E80-4520-CCA8-4362-4564913EBEC7}"/>
              </a:ext>
            </a:extLst>
          </p:cNvPr>
          <p:cNvSpPr>
            <a:spLocks noChangeShapeType="1"/>
          </p:cNvSpPr>
          <p:nvPr/>
        </p:nvSpPr>
        <p:spPr bwMode="auto">
          <a:xfrm flipH="1">
            <a:off x="1882775" y="6269038"/>
            <a:ext cx="1403350" cy="0"/>
          </a:xfrm>
          <a:prstGeom prst="line">
            <a:avLst/>
          </a:prstGeom>
          <a:noFill/>
          <a:ln w="1905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81366" name="Text Box 54">
            <a:extLst>
              <a:ext uri="{FF2B5EF4-FFF2-40B4-BE49-F238E27FC236}">
                <a16:creationId xmlns:a16="http://schemas.microsoft.com/office/drawing/2014/main" id="{E1F7266A-8846-F536-8222-2AD8153A2FAC}"/>
              </a:ext>
            </a:extLst>
          </p:cNvPr>
          <p:cNvSpPr txBox="1">
            <a:spLocks noChangeArrowheads="1"/>
          </p:cNvSpPr>
          <p:nvPr/>
        </p:nvSpPr>
        <p:spPr bwMode="auto">
          <a:xfrm>
            <a:off x="3279775" y="6807200"/>
            <a:ext cx="620713" cy="185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en-US" altLang="ja-JP" sz="1100" b="0"/>
              <a:t>true</a:t>
            </a:r>
            <a:endParaRPr lang="en-US" altLang="ja-JP">
              <a:ea typeface="MS UI Gothic" panose="020B0600070205080204" pitchFamily="50" charset="-128"/>
            </a:endParaRPr>
          </a:p>
        </p:txBody>
      </p:sp>
      <p:sp>
        <p:nvSpPr>
          <p:cNvPr id="781367" name="Text Box 55">
            <a:extLst>
              <a:ext uri="{FF2B5EF4-FFF2-40B4-BE49-F238E27FC236}">
                <a16:creationId xmlns:a16="http://schemas.microsoft.com/office/drawing/2014/main" id="{BC163316-AF18-0846-D59C-0792DA71D65E}"/>
              </a:ext>
            </a:extLst>
          </p:cNvPr>
          <p:cNvSpPr txBox="1">
            <a:spLocks noChangeArrowheads="1"/>
          </p:cNvSpPr>
          <p:nvPr/>
        </p:nvSpPr>
        <p:spPr bwMode="auto">
          <a:xfrm>
            <a:off x="3768725" y="6321425"/>
            <a:ext cx="620713" cy="184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en-US" altLang="ja-JP" sz="1100" b="0"/>
              <a:t>false</a:t>
            </a:r>
            <a:endParaRPr lang="en-US" altLang="ja-JP">
              <a:ea typeface="MS UI Gothic" panose="020B0600070205080204" pitchFamily="50" charset="-128"/>
            </a:endParaRPr>
          </a:p>
        </p:txBody>
      </p:sp>
      <p:sp>
        <p:nvSpPr>
          <p:cNvPr id="781368" name="Line 56">
            <a:extLst>
              <a:ext uri="{FF2B5EF4-FFF2-40B4-BE49-F238E27FC236}">
                <a16:creationId xmlns:a16="http://schemas.microsoft.com/office/drawing/2014/main" id="{0BCF0812-66A7-6AE7-0F1F-4B1C8B5394C5}"/>
              </a:ext>
            </a:extLst>
          </p:cNvPr>
          <p:cNvSpPr>
            <a:spLocks noChangeShapeType="1"/>
          </p:cNvSpPr>
          <p:nvPr/>
        </p:nvSpPr>
        <p:spPr bwMode="auto">
          <a:xfrm>
            <a:off x="1868488" y="9151938"/>
            <a:ext cx="143827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81369" name="Line 57">
            <a:extLst>
              <a:ext uri="{FF2B5EF4-FFF2-40B4-BE49-F238E27FC236}">
                <a16:creationId xmlns:a16="http://schemas.microsoft.com/office/drawing/2014/main" id="{4B291389-2E36-431D-8C1E-44430548DB52}"/>
              </a:ext>
            </a:extLst>
          </p:cNvPr>
          <p:cNvSpPr>
            <a:spLocks noChangeShapeType="1"/>
          </p:cNvSpPr>
          <p:nvPr/>
        </p:nvSpPr>
        <p:spPr bwMode="auto">
          <a:xfrm>
            <a:off x="5216525" y="6634163"/>
            <a:ext cx="9525" cy="2795587"/>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81370" name="Line 58">
            <a:extLst>
              <a:ext uri="{FF2B5EF4-FFF2-40B4-BE49-F238E27FC236}">
                <a16:creationId xmlns:a16="http://schemas.microsoft.com/office/drawing/2014/main" id="{C6A590D6-781C-5F76-6A73-8EA2396EA724}"/>
              </a:ext>
            </a:extLst>
          </p:cNvPr>
          <p:cNvSpPr>
            <a:spLocks noChangeShapeType="1"/>
          </p:cNvSpPr>
          <p:nvPr/>
        </p:nvSpPr>
        <p:spPr bwMode="auto">
          <a:xfrm>
            <a:off x="3306763" y="9426575"/>
            <a:ext cx="1927225" cy="952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81371" name="Line 59">
            <a:extLst>
              <a:ext uri="{FF2B5EF4-FFF2-40B4-BE49-F238E27FC236}">
                <a16:creationId xmlns:a16="http://schemas.microsoft.com/office/drawing/2014/main" id="{02326C64-93FD-D6BC-E847-40B54904F434}"/>
              </a:ext>
            </a:extLst>
          </p:cNvPr>
          <p:cNvSpPr>
            <a:spLocks noChangeShapeType="1"/>
          </p:cNvSpPr>
          <p:nvPr/>
        </p:nvSpPr>
        <p:spPr bwMode="auto">
          <a:xfrm>
            <a:off x="3295650" y="9415463"/>
            <a:ext cx="0" cy="300037"/>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81372" name="Text Box 60">
            <a:extLst>
              <a:ext uri="{FF2B5EF4-FFF2-40B4-BE49-F238E27FC236}">
                <a16:creationId xmlns:a16="http://schemas.microsoft.com/office/drawing/2014/main" id="{EF4D8484-0A16-35B8-59A8-40D8A1A619CA}"/>
              </a:ext>
            </a:extLst>
          </p:cNvPr>
          <p:cNvSpPr txBox="1">
            <a:spLocks noChangeArrowheads="1"/>
          </p:cNvSpPr>
          <p:nvPr/>
        </p:nvSpPr>
        <p:spPr bwMode="auto">
          <a:xfrm>
            <a:off x="3735388" y="7637463"/>
            <a:ext cx="620712" cy="185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en-US" altLang="ja-JP" sz="1100" b="0"/>
              <a:t>true</a:t>
            </a:r>
            <a:endParaRPr lang="en-US" altLang="ja-JP">
              <a:ea typeface="MS UI Gothic" panose="020B0600070205080204" pitchFamily="50" charset="-128"/>
            </a:endParaRPr>
          </a:p>
        </p:txBody>
      </p:sp>
      <p:sp>
        <p:nvSpPr>
          <p:cNvPr id="781373" name="Text Box 61">
            <a:extLst>
              <a:ext uri="{FF2B5EF4-FFF2-40B4-BE49-F238E27FC236}">
                <a16:creationId xmlns:a16="http://schemas.microsoft.com/office/drawing/2014/main" id="{524E1956-AC30-0AE9-BCCA-1B8695FD2AA9}"/>
              </a:ext>
            </a:extLst>
          </p:cNvPr>
          <p:cNvSpPr txBox="1">
            <a:spLocks noChangeArrowheads="1"/>
          </p:cNvSpPr>
          <p:nvPr/>
        </p:nvSpPr>
        <p:spPr bwMode="auto">
          <a:xfrm>
            <a:off x="3390900" y="8154988"/>
            <a:ext cx="523875" cy="185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en-US" altLang="ja-JP" sz="1100" b="0"/>
              <a:t>false</a:t>
            </a:r>
            <a:endParaRPr lang="en-US" altLang="ja-JP">
              <a:ea typeface="MS UI Gothic" panose="020B0600070205080204" pitchFamily="50" charset="-128"/>
            </a:endParaRPr>
          </a:p>
        </p:txBody>
      </p:sp>
      <p:sp>
        <p:nvSpPr>
          <p:cNvPr id="781374" name="Line 62">
            <a:extLst>
              <a:ext uri="{FF2B5EF4-FFF2-40B4-BE49-F238E27FC236}">
                <a16:creationId xmlns:a16="http://schemas.microsoft.com/office/drawing/2014/main" id="{6C302695-F56B-4B07-D449-DDC6C14F5F93}"/>
              </a:ext>
            </a:extLst>
          </p:cNvPr>
          <p:cNvSpPr>
            <a:spLocks noChangeShapeType="1"/>
          </p:cNvSpPr>
          <p:nvPr/>
        </p:nvSpPr>
        <p:spPr bwMode="auto">
          <a:xfrm>
            <a:off x="3963988" y="7972425"/>
            <a:ext cx="711200" cy="0"/>
          </a:xfrm>
          <a:prstGeom prst="line">
            <a:avLst/>
          </a:prstGeom>
          <a:noFill/>
          <a:ln w="25400">
            <a:solidFill>
              <a:srgbClr val="3FB00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81375" name="Line 63">
            <a:extLst>
              <a:ext uri="{FF2B5EF4-FFF2-40B4-BE49-F238E27FC236}">
                <a16:creationId xmlns:a16="http://schemas.microsoft.com/office/drawing/2014/main" id="{B5E82698-50F5-F116-68EF-DC386914CF5D}"/>
              </a:ext>
            </a:extLst>
          </p:cNvPr>
          <p:cNvSpPr>
            <a:spLocks noChangeShapeType="1"/>
          </p:cNvSpPr>
          <p:nvPr/>
        </p:nvSpPr>
        <p:spPr bwMode="auto">
          <a:xfrm>
            <a:off x="4665663" y="7966075"/>
            <a:ext cx="0" cy="1066800"/>
          </a:xfrm>
          <a:prstGeom prst="line">
            <a:avLst/>
          </a:prstGeom>
          <a:noFill/>
          <a:ln w="25400">
            <a:solidFill>
              <a:srgbClr val="3FB00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81376" name="AutoShape 64">
            <a:extLst>
              <a:ext uri="{FF2B5EF4-FFF2-40B4-BE49-F238E27FC236}">
                <a16:creationId xmlns:a16="http://schemas.microsoft.com/office/drawing/2014/main" id="{8E8200B6-334E-7B58-9A43-58B6AE86A0B1}"/>
              </a:ext>
            </a:extLst>
          </p:cNvPr>
          <p:cNvSpPr>
            <a:spLocks noChangeArrowheads="1"/>
          </p:cNvSpPr>
          <p:nvPr/>
        </p:nvSpPr>
        <p:spPr bwMode="auto">
          <a:xfrm>
            <a:off x="2851150" y="8393113"/>
            <a:ext cx="930275" cy="247650"/>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MS UI Gothic" panose="020B0600070205080204" pitchFamily="50" charset="-128"/>
              </a:rPr>
              <a:t>Xử lí 2</a:t>
            </a:r>
          </a:p>
        </p:txBody>
      </p:sp>
      <p:sp>
        <p:nvSpPr>
          <p:cNvPr id="781377" name="AutoShape 65">
            <a:extLst>
              <a:ext uri="{FF2B5EF4-FFF2-40B4-BE49-F238E27FC236}">
                <a16:creationId xmlns:a16="http://schemas.microsoft.com/office/drawing/2014/main" id="{54FF3C4C-3F77-E799-5FF7-039D8799929E}"/>
              </a:ext>
            </a:extLst>
          </p:cNvPr>
          <p:cNvSpPr>
            <a:spLocks noChangeArrowheads="1"/>
          </p:cNvSpPr>
          <p:nvPr/>
        </p:nvSpPr>
        <p:spPr bwMode="auto">
          <a:xfrm>
            <a:off x="2605088" y="7642225"/>
            <a:ext cx="1411287" cy="658813"/>
          </a:xfrm>
          <a:prstGeom prst="flowChartDecision">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en-US" altLang="ja-JP" sz="800" b="0"/>
              <a:t>Điều kiện của continue</a:t>
            </a:r>
            <a:endParaRPr lang="en-US" altLang="ja-JP" sz="800">
              <a:ea typeface="MS UI Gothic" panose="020B0600070205080204" pitchFamily="50" charset="-128"/>
            </a:endParaRPr>
          </a:p>
        </p:txBody>
      </p:sp>
      <p:sp>
        <p:nvSpPr>
          <p:cNvPr id="781378" name="AutoShape 66">
            <a:extLst>
              <a:ext uri="{FF2B5EF4-FFF2-40B4-BE49-F238E27FC236}">
                <a16:creationId xmlns:a16="http://schemas.microsoft.com/office/drawing/2014/main" id="{6AEBCF0F-EECA-B758-AA29-6D73B3E99F13}"/>
              </a:ext>
            </a:extLst>
          </p:cNvPr>
          <p:cNvSpPr>
            <a:spLocks noChangeArrowheads="1"/>
          </p:cNvSpPr>
          <p:nvPr/>
        </p:nvSpPr>
        <p:spPr bwMode="auto">
          <a:xfrm>
            <a:off x="2841625" y="7296150"/>
            <a:ext cx="930275" cy="246063"/>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MS UI Gothic" panose="020B0600070205080204" pitchFamily="50" charset="-128"/>
              </a:rPr>
              <a:t>Xử lí 1</a:t>
            </a:r>
            <a:endParaRPr lang="en-US" altLang="ja-JP">
              <a:ea typeface="MS UI Gothic" panose="020B0600070205080204" pitchFamily="50" charset="-128"/>
            </a:endParaRPr>
          </a:p>
        </p:txBody>
      </p:sp>
      <p:sp>
        <p:nvSpPr>
          <p:cNvPr id="781379" name="Line 67">
            <a:extLst>
              <a:ext uri="{FF2B5EF4-FFF2-40B4-BE49-F238E27FC236}">
                <a16:creationId xmlns:a16="http://schemas.microsoft.com/office/drawing/2014/main" id="{7FB3443C-458B-C564-AB5B-29FA6C18C486}"/>
              </a:ext>
            </a:extLst>
          </p:cNvPr>
          <p:cNvSpPr>
            <a:spLocks noChangeShapeType="1"/>
          </p:cNvSpPr>
          <p:nvPr/>
        </p:nvSpPr>
        <p:spPr bwMode="auto">
          <a:xfrm flipH="1">
            <a:off x="3317875" y="9024938"/>
            <a:ext cx="1339850" cy="0"/>
          </a:xfrm>
          <a:prstGeom prst="line">
            <a:avLst/>
          </a:prstGeom>
          <a:noFill/>
          <a:ln w="25400">
            <a:solidFill>
              <a:srgbClr val="3FB00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81381" name="AutoShape 69">
            <a:extLst>
              <a:ext uri="{FF2B5EF4-FFF2-40B4-BE49-F238E27FC236}">
                <a16:creationId xmlns:a16="http://schemas.microsoft.com/office/drawing/2014/main" id="{BB9E164C-1262-B913-EE63-9552D55E7EC9}"/>
              </a:ext>
            </a:extLst>
          </p:cNvPr>
          <p:cNvSpPr>
            <a:spLocks noChangeArrowheads="1"/>
          </p:cNvSpPr>
          <p:nvPr/>
        </p:nvSpPr>
        <p:spPr bwMode="auto">
          <a:xfrm>
            <a:off x="4600575" y="6953250"/>
            <a:ext cx="1652588" cy="1162050"/>
          </a:xfrm>
          <a:prstGeom prst="wedgeRoundRectCallout">
            <a:avLst>
              <a:gd name="adj1" fmla="val -44523"/>
              <a:gd name="adj2" fmla="val 50412"/>
              <a:gd name="adj3" fmla="val 16667"/>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8314" tIns="49156" rIns="98314" bIns="49156"/>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9212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1613"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MS UI Gothic" panose="020B0600070205080204" pitchFamily="50" charset="-128"/>
              </a:rPr>
              <a:t>Khi đã thỏa mãn điều </a:t>
            </a:r>
          </a:p>
          <a:p>
            <a:pPr algn="ctr"/>
            <a:r>
              <a:rPr lang="en-US" altLang="ja-JP" b="0">
                <a:ea typeface="MS UI Gothic" panose="020B0600070205080204" pitchFamily="50" charset="-128"/>
              </a:rPr>
              <a:t>kiện thì bỏ qua đoạn tiếp của xử lí đang thực hiện( xử lí2) để tiếp tục thực hiện lặp tiếp theo đó</a:t>
            </a:r>
          </a:p>
        </p:txBody>
      </p:sp>
    </p:spTree>
    <p:extLst>
      <p:ext uri="{BB962C8B-B14F-4D97-AF65-F5344CB8AC3E}">
        <p14:creationId xmlns:p14="http://schemas.microsoft.com/office/powerpoint/2010/main" val="12742596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742950" y="2130425"/>
            <a:ext cx="8420100" cy="1470025"/>
          </a:xfrm>
          <a:prstGeom prst="rect">
            <a:avLst/>
          </a:prstGeom>
        </p:spPr>
        <p:txBody>
          <a:bodyPr/>
          <a:lstStyle>
            <a:lvl1pPr>
              <a:defRPr>
                <a:latin typeface="+mn-ea"/>
                <a:ea typeface="+mn-ea"/>
              </a:defRPr>
            </a:lvl1pPr>
          </a:lstStyle>
          <a:p>
            <a:r>
              <a:rPr lang="en-US" altLang="ja-JP"/>
              <a:t>Click to edit Master title style</a:t>
            </a:r>
            <a:endParaRPr lang="en-US" dirty="0"/>
          </a:p>
        </p:txBody>
      </p:sp>
      <p:sp>
        <p:nvSpPr>
          <p:cNvPr id="3" name="サブタイトル 2"/>
          <p:cNvSpPr>
            <a:spLocks noGrp="1"/>
          </p:cNvSpPr>
          <p:nvPr>
            <p:ph type="subTitle" idx="1"/>
          </p:nvPr>
        </p:nvSpPr>
        <p:spPr>
          <a:xfrm>
            <a:off x="1485900" y="3886200"/>
            <a:ext cx="6934200" cy="1752600"/>
          </a:xfrm>
          <a:prstGeom prst="rect">
            <a:avLst/>
          </a:prstGeom>
        </p:spPr>
        <p:txBody>
          <a:bodyPr/>
          <a:lstStyle>
            <a:lvl1pPr marL="0" indent="0" algn="ctr">
              <a:buNone/>
              <a:defRPr>
                <a:latin typeface="+mn-ea"/>
                <a:ea typeface="+mn-ea"/>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ltLang="ja-JP"/>
              <a:t>Click to edit Master subtitle style</a:t>
            </a:r>
            <a:endParaRPr lang="en-US" dirty="0"/>
          </a:p>
        </p:txBody>
      </p:sp>
      <p:sp>
        <p:nvSpPr>
          <p:cNvPr id="4" name="Rectangle 4">
            <a:extLst>
              <a:ext uri="{FF2B5EF4-FFF2-40B4-BE49-F238E27FC236}">
                <a16:creationId xmlns:a16="http://schemas.microsoft.com/office/drawing/2014/main" id="{4D7BC4D0-5990-408E-A9D0-64C8BD64FB33}"/>
              </a:ext>
            </a:extLst>
          </p:cNvPr>
          <p:cNvSpPr>
            <a:spLocks noGrp="1" noChangeArrowheads="1"/>
          </p:cNvSpPr>
          <p:nvPr>
            <p:ph type="dt" sz="half" idx="10"/>
          </p:nvPr>
        </p:nvSpPr>
        <p:spPr>
          <a:xfrm>
            <a:off x="742950" y="6248400"/>
            <a:ext cx="2063750" cy="457200"/>
          </a:xfrm>
        </p:spPr>
        <p:txBody>
          <a:bodyPr/>
          <a:lstStyle>
            <a:lvl1pPr>
              <a:defRPr>
                <a:latin typeface="+mn-ea"/>
                <a:ea typeface="+mn-ea"/>
              </a:defRPr>
            </a:lvl1pPr>
          </a:lstStyle>
          <a:p>
            <a:pPr>
              <a:defRPr/>
            </a:pPr>
            <a:endParaRPr lang="en-US" altLang="ja-JP"/>
          </a:p>
        </p:txBody>
      </p:sp>
      <p:sp>
        <p:nvSpPr>
          <p:cNvPr id="5" name="Rectangle 5">
            <a:extLst>
              <a:ext uri="{FF2B5EF4-FFF2-40B4-BE49-F238E27FC236}">
                <a16:creationId xmlns:a16="http://schemas.microsoft.com/office/drawing/2014/main" id="{A01B671C-012F-4812-90DC-336A45C19F1F}"/>
              </a:ext>
            </a:extLst>
          </p:cNvPr>
          <p:cNvSpPr>
            <a:spLocks noGrp="1" noChangeArrowheads="1"/>
          </p:cNvSpPr>
          <p:nvPr>
            <p:ph type="ftr" sz="quarter" idx="11"/>
          </p:nvPr>
        </p:nvSpPr>
        <p:spPr>
          <a:xfrm>
            <a:off x="3384550" y="6248400"/>
            <a:ext cx="3136900" cy="457200"/>
          </a:xfrm>
          <a:prstGeom prst="rect">
            <a:avLst/>
          </a:prstGeom>
        </p:spPr>
        <p:txBody>
          <a:bodyPr/>
          <a:lstStyle>
            <a:lvl1pPr>
              <a:defRPr>
                <a:latin typeface="+mn-ea"/>
                <a:ea typeface="+mn-ea"/>
              </a:defRPr>
            </a:lvl1pPr>
          </a:lstStyle>
          <a:p>
            <a:pPr>
              <a:defRPr/>
            </a:pPr>
            <a:endParaRPr lang="en-US" altLang="ja-JP"/>
          </a:p>
        </p:txBody>
      </p:sp>
    </p:spTree>
    <p:extLst>
      <p:ext uri="{BB962C8B-B14F-4D97-AF65-F5344CB8AC3E}">
        <p14:creationId xmlns:p14="http://schemas.microsoft.com/office/powerpoint/2010/main" val="1606179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128464" y="404664"/>
            <a:ext cx="9649072" cy="504056"/>
          </a:xfrm>
          <a:prstGeom prst="rect">
            <a:avLst/>
          </a:prstGeom>
        </p:spPr>
        <p:txBody>
          <a:bodyPr/>
          <a:lstStyle>
            <a:lvl1pPr>
              <a:defRPr>
                <a:latin typeface="+mj-lt"/>
              </a:defRPr>
            </a:lvl1pPr>
          </a:lstStyle>
          <a:p>
            <a:r>
              <a:rPr lang="en-US" altLang="ja-JP" dirty="0"/>
              <a:t>Click to edit Master title style</a:t>
            </a:r>
            <a:endParaRPr lang="en-US" dirty="0"/>
          </a:p>
        </p:txBody>
      </p:sp>
      <p:sp>
        <p:nvSpPr>
          <p:cNvPr id="3" name="コンテンツ プレースホルダー 2"/>
          <p:cNvSpPr>
            <a:spLocks noGrp="1"/>
          </p:cNvSpPr>
          <p:nvPr>
            <p:ph idx="1"/>
          </p:nvPr>
        </p:nvSpPr>
        <p:spPr>
          <a:xfrm>
            <a:off x="128464" y="1124744"/>
            <a:ext cx="9649072" cy="5328592"/>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ltLang="ja-JP" dirty="0"/>
              <a:t>Click to edit Master text styles</a:t>
            </a:r>
          </a:p>
          <a:p>
            <a:pPr lvl="1"/>
            <a:r>
              <a:rPr lang="en-US" altLang="ja-JP" dirty="0"/>
              <a:t>Second level</a:t>
            </a:r>
          </a:p>
          <a:p>
            <a:pPr lvl="2"/>
            <a:r>
              <a:rPr lang="en-US" altLang="ja-JP" dirty="0"/>
              <a:t>Third level</a:t>
            </a:r>
          </a:p>
          <a:p>
            <a:pPr lvl="3"/>
            <a:r>
              <a:rPr lang="en-US" altLang="ja-JP" dirty="0"/>
              <a:t>Fourth level</a:t>
            </a:r>
          </a:p>
          <a:p>
            <a:pPr lvl="4"/>
            <a:r>
              <a:rPr lang="en-US" altLang="ja-JP" dirty="0"/>
              <a:t>Fifth level</a:t>
            </a:r>
            <a:endParaRPr lang="en-US" dirty="0"/>
          </a:p>
        </p:txBody>
      </p:sp>
      <p:sp>
        <p:nvSpPr>
          <p:cNvPr id="4" name="Rectangle 4">
            <a:extLst>
              <a:ext uri="{FF2B5EF4-FFF2-40B4-BE49-F238E27FC236}">
                <a16:creationId xmlns:a16="http://schemas.microsoft.com/office/drawing/2014/main" id="{0541E8AE-EEDA-4D06-94E6-5202ED43BCB7}"/>
              </a:ext>
            </a:extLst>
          </p:cNvPr>
          <p:cNvSpPr>
            <a:spLocks noGrp="1" noChangeArrowheads="1"/>
          </p:cNvSpPr>
          <p:nvPr>
            <p:ph type="dt" sz="half" idx="10"/>
          </p:nvPr>
        </p:nvSpPr>
        <p:spPr/>
        <p:txBody>
          <a:bodyPr/>
          <a:lstStyle>
            <a:lvl1pPr>
              <a:defRPr sz="1050"/>
            </a:lvl1pPr>
          </a:lstStyle>
          <a:p>
            <a:pPr>
              <a:defRPr/>
            </a:pPr>
            <a:endParaRPr lang="en-US" altLang="ja-JP"/>
          </a:p>
        </p:txBody>
      </p:sp>
      <p:sp>
        <p:nvSpPr>
          <p:cNvPr id="5" name="Rectangle 6">
            <a:extLst>
              <a:ext uri="{FF2B5EF4-FFF2-40B4-BE49-F238E27FC236}">
                <a16:creationId xmlns:a16="http://schemas.microsoft.com/office/drawing/2014/main" id="{D9E0A51D-D496-408F-833D-161747C36C6D}"/>
              </a:ext>
            </a:extLst>
          </p:cNvPr>
          <p:cNvSpPr>
            <a:spLocks noGrp="1" noChangeArrowheads="1"/>
          </p:cNvSpPr>
          <p:nvPr>
            <p:ph type="sldNum" sz="quarter" idx="11"/>
          </p:nvPr>
        </p:nvSpPr>
        <p:spPr/>
        <p:txBody>
          <a:bodyPr/>
          <a:lstStyle>
            <a:lvl1pPr>
              <a:defRPr sz="1050"/>
            </a:lvl1pPr>
          </a:lstStyle>
          <a:p>
            <a:pPr>
              <a:defRPr/>
            </a:pPr>
            <a:r>
              <a:rPr lang="en-US" altLang="ja-JP"/>
              <a:t>Page:</a:t>
            </a:r>
            <a:r>
              <a:rPr lang="ja-JP" altLang="en-US"/>
              <a:t> </a:t>
            </a:r>
            <a:fld id="{DC07468E-517B-4E9D-8840-A4568A307980}" type="slidenum">
              <a:rPr lang="en-US" altLang="ja-JP" smtClean="0"/>
              <a:pPr>
                <a:defRPr/>
              </a:pPr>
              <a:t>‹#›</a:t>
            </a:fld>
            <a:endParaRPr lang="en-US" altLang="ja-JP"/>
          </a:p>
        </p:txBody>
      </p:sp>
      <p:sp>
        <p:nvSpPr>
          <p:cNvPr id="6" name="Rectangle 17">
            <a:extLst>
              <a:ext uri="{FF2B5EF4-FFF2-40B4-BE49-F238E27FC236}">
                <a16:creationId xmlns:a16="http://schemas.microsoft.com/office/drawing/2014/main" id="{02924262-A928-46CF-B278-D04F8D0A9069}"/>
              </a:ext>
            </a:extLst>
          </p:cNvPr>
          <p:cNvSpPr>
            <a:spLocks noChangeArrowheads="1"/>
          </p:cNvSpPr>
          <p:nvPr userDrawn="1"/>
        </p:nvSpPr>
        <p:spPr bwMode="auto">
          <a:xfrm>
            <a:off x="76200" y="990600"/>
            <a:ext cx="9753600" cy="36513"/>
          </a:xfrm>
          <a:prstGeom prst="rect">
            <a:avLst/>
          </a:prstGeom>
          <a:gradFill rotWithShape="0">
            <a:gsLst>
              <a:gs pos="0">
                <a:srgbClr val="FF9900"/>
              </a:gs>
              <a:gs pos="100000">
                <a:schemeClr val="tx1">
                  <a:gamma/>
                  <a:tint val="0"/>
                  <a:invGamma/>
                </a:schemeClr>
              </a:gs>
            </a:gsLst>
            <a:lin ang="5400000" scaled="1"/>
          </a:gradFill>
          <a:ln>
            <a:noFill/>
          </a:ln>
          <a:effec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Tree>
    <p:extLst>
      <p:ext uri="{BB962C8B-B14F-4D97-AF65-F5344CB8AC3E}">
        <p14:creationId xmlns:p14="http://schemas.microsoft.com/office/powerpoint/2010/main" val="19308646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128464" y="404664"/>
            <a:ext cx="9649072" cy="504056"/>
          </a:xfrm>
          <a:prstGeom prst="rect">
            <a:avLst/>
          </a:prstGeom>
        </p:spPr>
        <p:txBody>
          <a:bodyPr/>
          <a:lstStyle>
            <a:lvl1pPr>
              <a:defRPr>
                <a:latin typeface="+mj-lt"/>
              </a:defRPr>
            </a:lvl1pPr>
          </a:lstStyle>
          <a:p>
            <a:r>
              <a:rPr lang="en-US" altLang="ja-JP" dirty="0"/>
              <a:t>Click to edit Master title style</a:t>
            </a:r>
            <a:endParaRPr lang="en-US" dirty="0"/>
          </a:p>
        </p:txBody>
      </p:sp>
      <p:sp>
        <p:nvSpPr>
          <p:cNvPr id="3" name="コンテンツ プレースホルダー 2"/>
          <p:cNvSpPr>
            <a:spLocks noGrp="1"/>
          </p:cNvSpPr>
          <p:nvPr>
            <p:ph idx="1"/>
          </p:nvPr>
        </p:nvSpPr>
        <p:spPr>
          <a:xfrm>
            <a:off x="128464" y="1124744"/>
            <a:ext cx="9649072" cy="5328592"/>
          </a:xfrm>
          <a:prstGeom prst="rect">
            <a:avLst/>
          </a:prstGeom>
        </p:spPr>
        <p:txBody>
          <a:bodyPr/>
          <a:lstStyle>
            <a:lvl1pPr marL="360363" indent="-360363">
              <a:buFont typeface="+mj-lt"/>
              <a:buAutoNum type="arabicPeriod"/>
              <a:defRPr>
                <a:latin typeface="+mj-lt"/>
              </a:defRPr>
            </a:lvl1pPr>
            <a:lvl2pPr marL="803275" indent="-346075">
              <a:buFont typeface="+mj-lt"/>
              <a:buAutoNum type="alphaLcPeriod"/>
              <a:defRPr>
                <a:latin typeface="+mj-lt"/>
              </a:defRPr>
            </a:lvl2pPr>
            <a:lvl3pPr marL="1260475" indent="-346075">
              <a:buFont typeface="+mj-lt"/>
              <a:buAutoNum type="romanLcPeriod"/>
              <a:defRPr>
                <a:latin typeface="+mj-lt"/>
              </a:defRPr>
            </a:lvl3pPr>
            <a:lvl4pPr>
              <a:defRPr>
                <a:latin typeface="+mj-lt"/>
              </a:defRPr>
            </a:lvl4pPr>
            <a:lvl5pPr>
              <a:defRPr>
                <a:latin typeface="+mj-lt"/>
              </a:defRPr>
            </a:lvl5pPr>
          </a:lstStyle>
          <a:p>
            <a:pPr lvl="0"/>
            <a:r>
              <a:rPr lang="en-US" altLang="ja-JP" dirty="0"/>
              <a:t>Click to edit Master text styles</a:t>
            </a:r>
          </a:p>
          <a:p>
            <a:pPr lvl="1"/>
            <a:r>
              <a:rPr lang="en-US" altLang="ja-JP" dirty="0"/>
              <a:t>Second level</a:t>
            </a:r>
          </a:p>
          <a:p>
            <a:pPr lvl="2"/>
            <a:r>
              <a:rPr lang="en-US" altLang="ja-JP" dirty="0"/>
              <a:t>Third level</a:t>
            </a:r>
          </a:p>
          <a:p>
            <a:pPr lvl="3"/>
            <a:r>
              <a:rPr lang="en-US" altLang="ja-JP" dirty="0"/>
              <a:t>Fourth level</a:t>
            </a:r>
          </a:p>
          <a:p>
            <a:pPr lvl="4"/>
            <a:r>
              <a:rPr lang="en-US" altLang="ja-JP" dirty="0"/>
              <a:t>Fifth level</a:t>
            </a:r>
            <a:endParaRPr lang="en-US" dirty="0"/>
          </a:p>
        </p:txBody>
      </p:sp>
      <p:sp>
        <p:nvSpPr>
          <p:cNvPr id="4" name="Rectangle 4">
            <a:extLst>
              <a:ext uri="{FF2B5EF4-FFF2-40B4-BE49-F238E27FC236}">
                <a16:creationId xmlns:a16="http://schemas.microsoft.com/office/drawing/2014/main" id="{0541E8AE-EEDA-4D06-94E6-5202ED43BCB7}"/>
              </a:ext>
            </a:extLst>
          </p:cNvPr>
          <p:cNvSpPr>
            <a:spLocks noGrp="1" noChangeArrowheads="1"/>
          </p:cNvSpPr>
          <p:nvPr>
            <p:ph type="dt" sz="half" idx="10"/>
          </p:nvPr>
        </p:nvSpPr>
        <p:spPr/>
        <p:txBody>
          <a:bodyPr/>
          <a:lstStyle>
            <a:lvl1pPr>
              <a:defRPr sz="1050"/>
            </a:lvl1pPr>
          </a:lstStyle>
          <a:p>
            <a:pPr>
              <a:defRPr/>
            </a:pPr>
            <a:endParaRPr lang="en-US" altLang="ja-JP"/>
          </a:p>
        </p:txBody>
      </p:sp>
      <p:sp>
        <p:nvSpPr>
          <p:cNvPr id="5" name="Rectangle 6">
            <a:extLst>
              <a:ext uri="{FF2B5EF4-FFF2-40B4-BE49-F238E27FC236}">
                <a16:creationId xmlns:a16="http://schemas.microsoft.com/office/drawing/2014/main" id="{D9E0A51D-D496-408F-833D-161747C36C6D}"/>
              </a:ext>
            </a:extLst>
          </p:cNvPr>
          <p:cNvSpPr>
            <a:spLocks noGrp="1" noChangeArrowheads="1"/>
          </p:cNvSpPr>
          <p:nvPr>
            <p:ph type="sldNum" sz="quarter" idx="11"/>
          </p:nvPr>
        </p:nvSpPr>
        <p:spPr/>
        <p:txBody>
          <a:bodyPr/>
          <a:lstStyle>
            <a:lvl1pPr>
              <a:defRPr sz="1050"/>
            </a:lvl1pPr>
          </a:lstStyle>
          <a:p>
            <a:pPr>
              <a:defRPr/>
            </a:pPr>
            <a:r>
              <a:rPr lang="en-US" altLang="ja-JP"/>
              <a:t>Page:</a:t>
            </a:r>
            <a:r>
              <a:rPr lang="ja-JP" altLang="en-US"/>
              <a:t> </a:t>
            </a:r>
            <a:fld id="{DC07468E-517B-4E9D-8840-A4568A307980}" type="slidenum">
              <a:rPr lang="en-US" altLang="ja-JP" smtClean="0"/>
              <a:pPr>
                <a:defRPr/>
              </a:pPr>
              <a:t>‹#›</a:t>
            </a:fld>
            <a:endParaRPr lang="en-US" altLang="ja-JP"/>
          </a:p>
        </p:txBody>
      </p:sp>
      <p:sp>
        <p:nvSpPr>
          <p:cNvPr id="6" name="Rectangle 17">
            <a:extLst>
              <a:ext uri="{FF2B5EF4-FFF2-40B4-BE49-F238E27FC236}">
                <a16:creationId xmlns:a16="http://schemas.microsoft.com/office/drawing/2014/main" id="{02924262-A928-46CF-B278-D04F8D0A9069}"/>
              </a:ext>
            </a:extLst>
          </p:cNvPr>
          <p:cNvSpPr>
            <a:spLocks noChangeArrowheads="1"/>
          </p:cNvSpPr>
          <p:nvPr userDrawn="1"/>
        </p:nvSpPr>
        <p:spPr bwMode="auto">
          <a:xfrm>
            <a:off x="76200" y="990600"/>
            <a:ext cx="9753600" cy="36513"/>
          </a:xfrm>
          <a:prstGeom prst="rect">
            <a:avLst/>
          </a:prstGeom>
          <a:gradFill rotWithShape="0">
            <a:gsLst>
              <a:gs pos="0">
                <a:srgbClr val="FF9900"/>
              </a:gs>
              <a:gs pos="100000">
                <a:schemeClr val="tx1">
                  <a:gamma/>
                  <a:tint val="0"/>
                  <a:invGamma/>
                </a:schemeClr>
              </a:gs>
            </a:gsLst>
            <a:lin ang="5400000" scaled="1"/>
          </a:gradFill>
          <a:ln>
            <a:noFill/>
          </a:ln>
          <a:effec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Tree>
    <p:extLst>
      <p:ext uri="{BB962C8B-B14F-4D97-AF65-F5344CB8AC3E}">
        <p14:creationId xmlns:p14="http://schemas.microsoft.com/office/powerpoint/2010/main" val="2099126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82638" y="4406900"/>
            <a:ext cx="8420100" cy="1362075"/>
          </a:xfrm>
          <a:prstGeom prst="rect">
            <a:avLst/>
          </a:prstGeom>
        </p:spPr>
        <p:txBody>
          <a:bodyPr anchor="t"/>
          <a:lstStyle>
            <a:lvl1pPr algn="l">
              <a:defRPr sz="4000" b="1" cap="all">
                <a:latin typeface="+mj-lt"/>
              </a:defRPr>
            </a:lvl1pPr>
          </a:lstStyle>
          <a:p>
            <a:r>
              <a:rPr lang="en-US" altLang="ja-JP" dirty="0"/>
              <a:t>Click to edit Master title style</a:t>
            </a:r>
            <a:endParaRPr lang="en-US" dirty="0"/>
          </a:p>
        </p:txBody>
      </p:sp>
      <p:sp>
        <p:nvSpPr>
          <p:cNvPr id="3" name="テキスト プレースホルダー 2"/>
          <p:cNvSpPr>
            <a:spLocks noGrp="1"/>
          </p:cNvSpPr>
          <p:nvPr>
            <p:ph type="body" idx="1"/>
          </p:nvPr>
        </p:nvSpPr>
        <p:spPr>
          <a:xfrm>
            <a:off x="782638" y="2906713"/>
            <a:ext cx="8420100" cy="1500187"/>
          </a:xfrm>
          <a:prstGeom prst="rect">
            <a:avLst/>
          </a:prstGeom>
        </p:spPr>
        <p:txBody>
          <a:bodyPr anchor="b"/>
          <a:lstStyle>
            <a:lvl1pPr marL="0" indent="0">
              <a:buNone/>
              <a:defRPr sz="2000">
                <a:latin typeface="+mj-lt"/>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ja-JP" dirty="0"/>
              <a:t>Click to edit Master text styles</a:t>
            </a:r>
          </a:p>
        </p:txBody>
      </p:sp>
      <p:sp>
        <p:nvSpPr>
          <p:cNvPr id="4" name="Rectangle 4">
            <a:extLst>
              <a:ext uri="{FF2B5EF4-FFF2-40B4-BE49-F238E27FC236}">
                <a16:creationId xmlns:a16="http://schemas.microsoft.com/office/drawing/2014/main" id="{FBFDD564-A74A-4C8F-9933-83C5535F4389}"/>
              </a:ext>
            </a:extLst>
          </p:cNvPr>
          <p:cNvSpPr>
            <a:spLocks noGrp="1" noChangeArrowheads="1"/>
          </p:cNvSpPr>
          <p:nvPr>
            <p:ph type="dt" sz="half" idx="10"/>
          </p:nvPr>
        </p:nvSpPr>
        <p:spPr>
          <a:xfrm>
            <a:off x="742950" y="6248400"/>
            <a:ext cx="2063750" cy="457200"/>
          </a:xfrm>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D3F1DDD9-12D1-479E-A469-4F7F1BA8EB44}"/>
              </a:ext>
            </a:extLst>
          </p:cNvPr>
          <p:cNvSpPr>
            <a:spLocks noGrp="1" noChangeArrowheads="1"/>
          </p:cNvSpPr>
          <p:nvPr>
            <p:ph type="ftr" sz="quarter" idx="11"/>
          </p:nvPr>
        </p:nvSpPr>
        <p:spPr>
          <a:xfrm>
            <a:off x="3384550" y="6248400"/>
            <a:ext cx="3136900" cy="457200"/>
          </a:xfrm>
          <a:prstGeom prst="rect">
            <a:avLst/>
          </a:prstGeom>
        </p:spPr>
        <p:txBody>
          <a:bodyPr/>
          <a:lstStyle>
            <a:lvl1pPr>
              <a:defRPr/>
            </a:lvl1pPr>
          </a:lstStyle>
          <a:p>
            <a:pPr>
              <a:defRPr/>
            </a:pPr>
            <a:endParaRPr lang="en-US" altLang="ja-JP"/>
          </a:p>
        </p:txBody>
      </p:sp>
    </p:spTree>
    <p:extLst>
      <p:ext uri="{BB962C8B-B14F-4D97-AF65-F5344CB8AC3E}">
        <p14:creationId xmlns:p14="http://schemas.microsoft.com/office/powerpoint/2010/main" val="1789813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8" name="タイトル 1">
            <a:extLst>
              <a:ext uri="{FF2B5EF4-FFF2-40B4-BE49-F238E27FC236}">
                <a16:creationId xmlns:a16="http://schemas.microsoft.com/office/drawing/2014/main" id="{E1BEBA6E-D791-46C4-A7EB-608AC024D98E}"/>
              </a:ext>
            </a:extLst>
          </p:cNvPr>
          <p:cNvSpPr>
            <a:spLocks noGrp="1"/>
          </p:cNvSpPr>
          <p:nvPr>
            <p:ph type="title"/>
          </p:nvPr>
        </p:nvSpPr>
        <p:spPr>
          <a:xfrm>
            <a:off x="128464" y="404664"/>
            <a:ext cx="9649072" cy="504056"/>
          </a:xfrm>
          <a:prstGeom prst="rect">
            <a:avLst/>
          </a:prstGeom>
        </p:spPr>
        <p:txBody>
          <a:bodyPr/>
          <a:lstStyle>
            <a:lvl1pPr>
              <a:defRPr>
                <a:latin typeface="+mj-lt"/>
              </a:defRPr>
            </a:lvl1pPr>
          </a:lstStyle>
          <a:p>
            <a:r>
              <a:rPr lang="en-US" altLang="ja-JP" dirty="0"/>
              <a:t>Click to edit Master title style</a:t>
            </a:r>
            <a:endParaRPr lang="en-US" dirty="0"/>
          </a:p>
        </p:txBody>
      </p:sp>
      <p:sp>
        <p:nvSpPr>
          <p:cNvPr id="3" name="Rectangle 4">
            <a:extLst>
              <a:ext uri="{FF2B5EF4-FFF2-40B4-BE49-F238E27FC236}">
                <a16:creationId xmlns:a16="http://schemas.microsoft.com/office/drawing/2014/main" id="{4BCF5236-44D4-4877-AAFB-61FE62FD430E}"/>
              </a:ext>
            </a:extLst>
          </p:cNvPr>
          <p:cNvSpPr>
            <a:spLocks noGrp="1" noChangeArrowheads="1"/>
          </p:cNvSpPr>
          <p:nvPr>
            <p:ph type="dt" sz="half" idx="10"/>
          </p:nvPr>
        </p:nvSpPr>
        <p:spPr/>
        <p:txBody>
          <a:bodyPr/>
          <a:lstStyle>
            <a:lvl1pPr>
              <a:defRPr/>
            </a:lvl1pPr>
          </a:lstStyle>
          <a:p>
            <a:pPr>
              <a:defRPr/>
            </a:pPr>
            <a:endParaRPr lang="en-US" altLang="ja-JP"/>
          </a:p>
        </p:txBody>
      </p:sp>
      <p:sp>
        <p:nvSpPr>
          <p:cNvPr id="4" name="Rectangle 6">
            <a:extLst>
              <a:ext uri="{FF2B5EF4-FFF2-40B4-BE49-F238E27FC236}">
                <a16:creationId xmlns:a16="http://schemas.microsoft.com/office/drawing/2014/main" id="{DD636683-BFA6-4172-A561-0D16262C9F7C}"/>
              </a:ext>
            </a:extLst>
          </p:cNvPr>
          <p:cNvSpPr>
            <a:spLocks noGrp="1" noChangeArrowheads="1"/>
          </p:cNvSpPr>
          <p:nvPr>
            <p:ph type="sldNum" sz="quarter" idx="11"/>
          </p:nvPr>
        </p:nvSpPr>
        <p:spPr/>
        <p:txBody>
          <a:bodyPr/>
          <a:lstStyle>
            <a:lvl1pPr>
              <a:defRPr/>
            </a:lvl1pPr>
          </a:lstStyle>
          <a:p>
            <a:pPr>
              <a:defRPr/>
            </a:pPr>
            <a:r>
              <a:rPr lang="en-US" altLang="ja-JP"/>
              <a:t>Page</a:t>
            </a:r>
            <a:r>
              <a:rPr lang="ja-JP" altLang="en-US"/>
              <a:t>　</a:t>
            </a:r>
            <a:r>
              <a:rPr lang="en-US" altLang="ja-JP"/>
              <a:t>:</a:t>
            </a:r>
            <a:r>
              <a:rPr lang="ja-JP" altLang="en-US"/>
              <a:t> </a:t>
            </a:r>
            <a:fld id="{8668C798-1731-4E4F-8BB5-E036A16CEAA1}" type="slidenum">
              <a:rPr lang="en-US" altLang="ja-JP" smtClean="0"/>
              <a:pPr>
                <a:defRPr/>
              </a:pPr>
              <a:t>‹#›</a:t>
            </a:fld>
            <a:endParaRPr lang="en-US" altLang="ja-JP"/>
          </a:p>
        </p:txBody>
      </p:sp>
      <p:sp>
        <p:nvSpPr>
          <p:cNvPr id="5" name="Rectangle 17">
            <a:extLst>
              <a:ext uri="{FF2B5EF4-FFF2-40B4-BE49-F238E27FC236}">
                <a16:creationId xmlns:a16="http://schemas.microsoft.com/office/drawing/2014/main" id="{02924262-A928-46CF-B278-D04F8D0A9069}"/>
              </a:ext>
            </a:extLst>
          </p:cNvPr>
          <p:cNvSpPr>
            <a:spLocks noChangeArrowheads="1"/>
          </p:cNvSpPr>
          <p:nvPr userDrawn="1"/>
        </p:nvSpPr>
        <p:spPr bwMode="auto">
          <a:xfrm>
            <a:off x="76200" y="990600"/>
            <a:ext cx="9753600" cy="36513"/>
          </a:xfrm>
          <a:prstGeom prst="rect">
            <a:avLst/>
          </a:prstGeom>
          <a:gradFill rotWithShape="0">
            <a:gsLst>
              <a:gs pos="0">
                <a:srgbClr val="FF9900"/>
              </a:gs>
              <a:gs pos="100000">
                <a:schemeClr val="tx1">
                  <a:gamma/>
                  <a:tint val="0"/>
                  <a:invGamma/>
                </a:schemeClr>
              </a:gs>
            </a:gsLst>
            <a:lin ang="5400000" scaled="1"/>
          </a:gradFill>
          <a:ln>
            <a:noFill/>
          </a:ln>
          <a:effec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Tree>
    <p:extLst>
      <p:ext uri="{BB962C8B-B14F-4D97-AF65-F5344CB8AC3E}">
        <p14:creationId xmlns:p14="http://schemas.microsoft.com/office/powerpoint/2010/main" val="42207216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068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89819-9375-3CB3-D9C2-932570766473}"/>
              </a:ext>
            </a:extLst>
          </p:cNvPr>
          <p:cNvSpPr>
            <a:spLocks noGrp="1"/>
          </p:cNvSpPr>
          <p:nvPr>
            <p:ph type="title"/>
          </p:nvPr>
        </p:nvSpPr>
        <p:spPr>
          <a:xfrm>
            <a:off x="344488" y="84138"/>
            <a:ext cx="9217025" cy="490537"/>
          </a:xfrm>
        </p:spPr>
        <p:txBody>
          <a:bodyPr/>
          <a:lstStyle/>
          <a:p>
            <a:r>
              <a:rPr lang="en-US" altLang="ja-JP"/>
              <a:t>Click to edit Master title style</a:t>
            </a:r>
            <a:endParaRPr lang="ja-JP" altLang="en-US"/>
          </a:p>
        </p:txBody>
      </p:sp>
      <p:sp>
        <p:nvSpPr>
          <p:cNvPr id="3" name="Text Placeholder 2">
            <a:extLst>
              <a:ext uri="{FF2B5EF4-FFF2-40B4-BE49-F238E27FC236}">
                <a16:creationId xmlns:a16="http://schemas.microsoft.com/office/drawing/2014/main" id="{D36D1B6F-D932-90DD-6C2D-9C517E3F4744}"/>
              </a:ext>
            </a:extLst>
          </p:cNvPr>
          <p:cNvSpPr>
            <a:spLocks noGrp="1"/>
          </p:cNvSpPr>
          <p:nvPr>
            <p:ph type="body" sz="half" idx="1"/>
          </p:nvPr>
        </p:nvSpPr>
        <p:spPr>
          <a:xfrm>
            <a:off x="344488" y="796925"/>
            <a:ext cx="4532312" cy="5903913"/>
          </a:xfrm>
        </p:spPr>
        <p:txBody>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Content Placeholder 3">
            <a:extLst>
              <a:ext uri="{FF2B5EF4-FFF2-40B4-BE49-F238E27FC236}">
                <a16:creationId xmlns:a16="http://schemas.microsoft.com/office/drawing/2014/main" id="{929F38A3-DBE3-F4F2-0190-5094C25C0E08}"/>
              </a:ext>
            </a:extLst>
          </p:cNvPr>
          <p:cNvSpPr>
            <a:spLocks noGrp="1"/>
          </p:cNvSpPr>
          <p:nvPr>
            <p:ph sz="half" idx="2"/>
          </p:nvPr>
        </p:nvSpPr>
        <p:spPr>
          <a:xfrm>
            <a:off x="5029200" y="796925"/>
            <a:ext cx="4532313" cy="5903913"/>
          </a:xfrm>
        </p:spPr>
        <p:txBody>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5" name="Slide Number Placeholder 4">
            <a:extLst>
              <a:ext uri="{FF2B5EF4-FFF2-40B4-BE49-F238E27FC236}">
                <a16:creationId xmlns:a16="http://schemas.microsoft.com/office/drawing/2014/main" id="{B75D2D9F-FB25-CD8B-DE47-30ABBEBD67B8}"/>
              </a:ext>
            </a:extLst>
          </p:cNvPr>
          <p:cNvSpPr>
            <a:spLocks noGrp="1"/>
          </p:cNvSpPr>
          <p:nvPr>
            <p:ph type="sldNum" sz="quarter" idx="10"/>
          </p:nvPr>
        </p:nvSpPr>
        <p:spPr>
          <a:xfrm>
            <a:off x="7616825" y="6381750"/>
            <a:ext cx="2133600" cy="476250"/>
          </a:xfrm>
        </p:spPr>
        <p:txBody>
          <a:bodyPr/>
          <a:lstStyle>
            <a:lvl1pPr>
              <a:defRPr/>
            </a:lvl1pPr>
          </a:lstStyle>
          <a:p>
            <a:fld id="{B3743DA2-B0CE-41EC-8642-8AE6321B4914}" type="slidenum">
              <a:rPr lang="en-US" altLang="ja-JP"/>
              <a:pPr/>
              <a:t>‹#›</a:t>
            </a:fld>
            <a:endParaRPr lang="en-US" altLang="ja-JP"/>
          </a:p>
        </p:txBody>
      </p:sp>
    </p:spTree>
    <p:extLst>
      <p:ext uri="{BB962C8B-B14F-4D97-AF65-F5344CB8AC3E}">
        <p14:creationId xmlns:p14="http://schemas.microsoft.com/office/powerpoint/2010/main" val="24521506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943CC-B7E2-0F09-26D0-E82F1E46CE29}"/>
              </a:ext>
            </a:extLst>
          </p:cNvPr>
          <p:cNvSpPr>
            <a:spLocks noGrp="1"/>
          </p:cNvSpPr>
          <p:nvPr>
            <p:ph type="title"/>
          </p:nvPr>
        </p:nvSpPr>
        <p:spPr>
          <a:xfrm>
            <a:off x="344488" y="84138"/>
            <a:ext cx="9217025" cy="490537"/>
          </a:xfrm>
        </p:spPr>
        <p:txBody>
          <a:bodyPr/>
          <a:lstStyle/>
          <a:p>
            <a:r>
              <a:rPr lang="en-US" altLang="ja-JP"/>
              <a:t>Click to edit Master title style</a:t>
            </a:r>
            <a:endParaRPr lang="ja-JP" altLang="en-US"/>
          </a:p>
        </p:txBody>
      </p:sp>
      <p:sp>
        <p:nvSpPr>
          <p:cNvPr id="3" name="Table Placeholder 2">
            <a:extLst>
              <a:ext uri="{FF2B5EF4-FFF2-40B4-BE49-F238E27FC236}">
                <a16:creationId xmlns:a16="http://schemas.microsoft.com/office/drawing/2014/main" id="{8783CEEF-67C3-036C-8B73-5A9DA5A62CCC}"/>
              </a:ext>
            </a:extLst>
          </p:cNvPr>
          <p:cNvSpPr>
            <a:spLocks noGrp="1"/>
          </p:cNvSpPr>
          <p:nvPr>
            <p:ph type="tbl" idx="1"/>
          </p:nvPr>
        </p:nvSpPr>
        <p:spPr>
          <a:xfrm>
            <a:off x="344488" y="796925"/>
            <a:ext cx="9217025" cy="5903913"/>
          </a:xfrm>
        </p:spPr>
        <p:txBody>
          <a:bodyPr/>
          <a:lstStyle/>
          <a:p>
            <a:endParaRPr lang="ja-JP" altLang="en-US"/>
          </a:p>
        </p:txBody>
      </p:sp>
      <p:sp>
        <p:nvSpPr>
          <p:cNvPr id="4" name="Slide Number Placeholder 3">
            <a:extLst>
              <a:ext uri="{FF2B5EF4-FFF2-40B4-BE49-F238E27FC236}">
                <a16:creationId xmlns:a16="http://schemas.microsoft.com/office/drawing/2014/main" id="{526D02AC-97BA-E41B-E9BB-88A0055BC96C}"/>
              </a:ext>
            </a:extLst>
          </p:cNvPr>
          <p:cNvSpPr>
            <a:spLocks noGrp="1"/>
          </p:cNvSpPr>
          <p:nvPr>
            <p:ph type="sldNum" sz="quarter" idx="10"/>
          </p:nvPr>
        </p:nvSpPr>
        <p:spPr>
          <a:xfrm>
            <a:off x="7616825" y="6381750"/>
            <a:ext cx="2133600" cy="476250"/>
          </a:xfrm>
        </p:spPr>
        <p:txBody>
          <a:bodyPr/>
          <a:lstStyle>
            <a:lvl1pPr>
              <a:defRPr/>
            </a:lvl1pPr>
          </a:lstStyle>
          <a:p>
            <a:fld id="{F3654270-85F2-4058-83FE-C390B169C459}" type="slidenum">
              <a:rPr lang="en-US" altLang="ja-JP"/>
              <a:pPr/>
              <a:t>‹#›</a:t>
            </a:fld>
            <a:endParaRPr lang="en-US" altLang="ja-JP"/>
          </a:p>
        </p:txBody>
      </p:sp>
    </p:spTree>
    <p:extLst>
      <p:ext uri="{BB962C8B-B14F-4D97-AF65-F5344CB8AC3E}">
        <p14:creationId xmlns:p14="http://schemas.microsoft.com/office/powerpoint/2010/main" val="12267986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457DA-32E8-74CA-988F-EDB3C4227105}"/>
              </a:ext>
            </a:extLst>
          </p:cNvPr>
          <p:cNvSpPr>
            <a:spLocks noGrp="1"/>
          </p:cNvSpPr>
          <p:nvPr>
            <p:ph type="title"/>
          </p:nvPr>
        </p:nvSpPr>
        <p:spPr>
          <a:xfrm>
            <a:off x="344488" y="84138"/>
            <a:ext cx="9217025" cy="490537"/>
          </a:xfrm>
        </p:spPr>
        <p:txBody>
          <a:bodyPr/>
          <a:lstStyle/>
          <a:p>
            <a:r>
              <a:rPr lang="en-US" altLang="ja-JP"/>
              <a:t>Click to edit Master title style</a:t>
            </a:r>
            <a:endParaRPr lang="ja-JP" altLang="en-US"/>
          </a:p>
        </p:txBody>
      </p:sp>
      <p:sp>
        <p:nvSpPr>
          <p:cNvPr id="3" name="Content Placeholder 2">
            <a:extLst>
              <a:ext uri="{FF2B5EF4-FFF2-40B4-BE49-F238E27FC236}">
                <a16:creationId xmlns:a16="http://schemas.microsoft.com/office/drawing/2014/main" id="{5148F2EF-6062-C1B9-D6F0-ED13B8A61E25}"/>
              </a:ext>
            </a:extLst>
          </p:cNvPr>
          <p:cNvSpPr>
            <a:spLocks noGrp="1"/>
          </p:cNvSpPr>
          <p:nvPr>
            <p:ph sz="half" idx="1"/>
          </p:nvPr>
        </p:nvSpPr>
        <p:spPr>
          <a:xfrm>
            <a:off x="344488" y="796925"/>
            <a:ext cx="4532312" cy="5903913"/>
          </a:xfrm>
        </p:spPr>
        <p:txBody>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Content Placeholder 3">
            <a:extLst>
              <a:ext uri="{FF2B5EF4-FFF2-40B4-BE49-F238E27FC236}">
                <a16:creationId xmlns:a16="http://schemas.microsoft.com/office/drawing/2014/main" id="{3D5EDE24-820F-0382-0D18-18AAE1C301C7}"/>
              </a:ext>
            </a:extLst>
          </p:cNvPr>
          <p:cNvSpPr>
            <a:spLocks noGrp="1"/>
          </p:cNvSpPr>
          <p:nvPr>
            <p:ph sz="quarter" idx="2"/>
          </p:nvPr>
        </p:nvSpPr>
        <p:spPr>
          <a:xfrm>
            <a:off x="5029200" y="796925"/>
            <a:ext cx="4532313" cy="2874963"/>
          </a:xfrm>
        </p:spPr>
        <p:txBody>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5" name="Content Placeholder 4">
            <a:extLst>
              <a:ext uri="{FF2B5EF4-FFF2-40B4-BE49-F238E27FC236}">
                <a16:creationId xmlns:a16="http://schemas.microsoft.com/office/drawing/2014/main" id="{1BDB2753-283C-62A7-B6FC-BA923D8651C6}"/>
              </a:ext>
            </a:extLst>
          </p:cNvPr>
          <p:cNvSpPr>
            <a:spLocks noGrp="1"/>
          </p:cNvSpPr>
          <p:nvPr>
            <p:ph sz="quarter" idx="3"/>
          </p:nvPr>
        </p:nvSpPr>
        <p:spPr>
          <a:xfrm>
            <a:off x="5029200" y="3824288"/>
            <a:ext cx="4532313" cy="2876550"/>
          </a:xfrm>
        </p:spPr>
        <p:txBody>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6" name="Slide Number Placeholder 5">
            <a:extLst>
              <a:ext uri="{FF2B5EF4-FFF2-40B4-BE49-F238E27FC236}">
                <a16:creationId xmlns:a16="http://schemas.microsoft.com/office/drawing/2014/main" id="{991F297A-E12C-2EAF-7F77-64FC51EA63E6}"/>
              </a:ext>
            </a:extLst>
          </p:cNvPr>
          <p:cNvSpPr>
            <a:spLocks noGrp="1"/>
          </p:cNvSpPr>
          <p:nvPr>
            <p:ph type="sldNum" sz="quarter" idx="10"/>
          </p:nvPr>
        </p:nvSpPr>
        <p:spPr>
          <a:xfrm>
            <a:off x="7616825" y="6381750"/>
            <a:ext cx="2133600" cy="476250"/>
          </a:xfrm>
        </p:spPr>
        <p:txBody>
          <a:bodyPr/>
          <a:lstStyle>
            <a:lvl1pPr>
              <a:defRPr/>
            </a:lvl1pPr>
          </a:lstStyle>
          <a:p>
            <a:fld id="{8B029134-C4E5-4D76-AC09-DBC834E842CF}" type="slidenum">
              <a:rPr lang="en-US" altLang="ja-JP"/>
              <a:pPr/>
              <a:t>‹#›</a:t>
            </a:fld>
            <a:endParaRPr lang="en-US" altLang="ja-JP"/>
          </a:p>
        </p:txBody>
      </p:sp>
    </p:spTree>
    <p:extLst>
      <p:ext uri="{BB962C8B-B14F-4D97-AF65-F5344CB8AC3E}">
        <p14:creationId xmlns:p14="http://schemas.microsoft.com/office/powerpoint/2010/main" val="1474363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A912CAC3-7059-17D9-9C06-FBC6A511B0A4}"/>
              </a:ext>
            </a:extLst>
          </p:cNvPr>
          <p:cNvSpPr>
            <a:spLocks noGrp="1"/>
          </p:cNvSpPr>
          <p:nvPr>
            <p:ph type="dt" sz="half" idx="10"/>
          </p:nvPr>
        </p:nvSpPr>
        <p:spPr/>
        <p:txBody>
          <a:bodyPr/>
          <a:lstStyle/>
          <a:p>
            <a:fld id="{A1E4D65A-0EC1-4CBC-8539-F9FD2B92F981}" type="datetimeFigureOut">
              <a:rPr kumimoji="1" lang="ja-JP" altLang="en-US" smtClean="0"/>
              <a:t>2026/8/5</a:t>
            </a:fld>
            <a:endParaRPr kumimoji="1" lang="ja-JP" altLang="en-US"/>
          </a:p>
        </p:txBody>
      </p:sp>
      <p:sp>
        <p:nvSpPr>
          <p:cNvPr id="3" name="フッター プレースホルダー 2">
            <a:extLst>
              <a:ext uri="{FF2B5EF4-FFF2-40B4-BE49-F238E27FC236}">
                <a16:creationId xmlns:a16="http://schemas.microsoft.com/office/drawing/2014/main" id="{200A99C7-B9EB-D161-7E0B-A97F487D0F79}"/>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8B3AAF7-DB78-2248-5BC3-75E01314967C}"/>
              </a:ext>
            </a:extLst>
          </p:cNvPr>
          <p:cNvSpPr>
            <a:spLocks noGrp="1"/>
          </p:cNvSpPr>
          <p:nvPr>
            <p:ph type="sldNum" sz="quarter" idx="12"/>
          </p:nvPr>
        </p:nvSpPr>
        <p:spPr/>
        <p:txBody>
          <a:bodyPr/>
          <a:lstStyle/>
          <a:p>
            <a:fld id="{CA9F6F0A-8A1E-43EE-8FCD-0197D0B3E278}" type="slidenum">
              <a:rPr kumimoji="1" lang="ja-JP" altLang="en-US" smtClean="0"/>
              <a:t>‹#›</a:t>
            </a:fld>
            <a:endParaRPr kumimoji="1" lang="ja-JP" altLang="en-US"/>
          </a:p>
        </p:txBody>
      </p:sp>
    </p:spTree>
    <p:extLst>
      <p:ext uri="{BB962C8B-B14F-4D97-AF65-F5344CB8AC3E}">
        <p14:creationId xmlns:p14="http://schemas.microsoft.com/office/powerpoint/2010/main" val="612414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sv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
            <a:extLst>
              <a:ext uri="{FF2B5EF4-FFF2-40B4-BE49-F238E27FC236}">
                <a16:creationId xmlns:a16="http://schemas.microsoft.com/office/drawing/2014/main" id="{09F48CFF-9599-4AEA-9D93-57B5675EEE9D}"/>
              </a:ext>
            </a:extLst>
          </p:cNvPr>
          <p:cNvSpPr>
            <a:spLocks noGrp="1" noChangeArrowheads="1"/>
          </p:cNvSpPr>
          <p:nvPr>
            <p:ph type="title"/>
          </p:nvPr>
        </p:nvSpPr>
        <p:spPr bwMode="auto">
          <a:xfrm>
            <a:off x="76200" y="420688"/>
            <a:ext cx="97536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ctr" anchorCtr="0" compatLnSpc="1">
            <a:prstTxWarp prst="textNoShape">
              <a:avLst/>
            </a:prstTxWarp>
            <a:normAutofit/>
          </a:bodyPr>
          <a:lstStyle/>
          <a:p>
            <a:pPr lvl="0"/>
            <a:r>
              <a:rPr lang="ja-JP" altLang="en-US" dirty="0"/>
              <a:t>マスタ</a:t>
            </a:r>
            <a:r>
              <a:rPr lang="en-US" altLang="ja-JP" dirty="0"/>
              <a:t> </a:t>
            </a:r>
            <a:r>
              <a:rPr lang="ja-JP" altLang="en-US" dirty="0"/>
              <a:t>タイトルの書式設定</a:t>
            </a:r>
          </a:p>
        </p:txBody>
      </p:sp>
      <p:sp>
        <p:nvSpPr>
          <p:cNvPr id="26" name="Rectangle 3">
            <a:extLst>
              <a:ext uri="{FF2B5EF4-FFF2-40B4-BE49-F238E27FC236}">
                <a16:creationId xmlns:a16="http://schemas.microsoft.com/office/drawing/2014/main" id="{2F9F239E-C6DA-4D9A-8B7B-9954357B6D87}"/>
              </a:ext>
            </a:extLst>
          </p:cNvPr>
          <p:cNvSpPr>
            <a:spLocks noGrp="1" noChangeArrowheads="1"/>
          </p:cNvSpPr>
          <p:nvPr>
            <p:ph type="body" idx="1"/>
          </p:nvPr>
        </p:nvSpPr>
        <p:spPr bwMode="auto">
          <a:xfrm>
            <a:off x="76200" y="1146175"/>
            <a:ext cx="9753600" cy="5343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normAutofit/>
          </a:bodyPr>
          <a:lstStyle/>
          <a:p>
            <a:pPr lvl="0"/>
            <a:r>
              <a:rPr lang="ja-JP" altLang="en-US" dirty="0"/>
              <a:t>マスタ</a:t>
            </a:r>
            <a:r>
              <a:rPr lang="en-US" altLang="ja-JP" dirty="0"/>
              <a:t> </a:t>
            </a:r>
            <a:r>
              <a:rPr lang="ja-JP" altLang="en-US" dirty="0"/>
              <a:t>テキストの書式設定</a:t>
            </a:r>
            <a:endParaRPr lang="en-US" altLang="ja-JP" dirty="0"/>
          </a:p>
          <a:p>
            <a:pPr lvl="1"/>
            <a:r>
              <a:rPr lang="ja-JP" altLang="en-US" dirty="0"/>
              <a:t>第</a:t>
            </a:r>
            <a:r>
              <a:rPr lang="en-US" altLang="ja-JP" dirty="0"/>
              <a:t> 2 </a:t>
            </a:r>
            <a:r>
              <a:rPr lang="ja-JP" altLang="en-US" dirty="0"/>
              <a:t>レベル</a:t>
            </a:r>
            <a:endParaRPr lang="en-US" altLang="ja-JP" dirty="0"/>
          </a:p>
          <a:p>
            <a:pPr lvl="2"/>
            <a:r>
              <a:rPr lang="ja-JP" altLang="en-US" dirty="0"/>
              <a:t>第</a:t>
            </a:r>
            <a:r>
              <a:rPr lang="en-US" altLang="ja-JP" dirty="0"/>
              <a:t> 3 </a:t>
            </a:r>
            <a:r>
              <a:rPr lang="ja-JP" altLang="en-US" dirty="0"/>
              <a:t>レベル</a:t>
            </a:r>
            <a:endParaRPr lang="en-US" altLang="ja-JP" dirty="0"/>
          </a:p>
          <a:p>
            <a:pPr lvl="3"/>
            <a:r>
              <a:rPr lang="ja-JP" altLang="en-US" dirty="0"/>
              <a:t>第</a:t>
            </a:r>
            <a:r>
              <a:rPr lang="en-US" altLang="ja-JP" dirty="0"/>
              <a:t> 4 </a:t>
            </a:r>
            <a:r>
              <a:rPr lang="ja-JP" altLang="en-US" dirty="0"/>
              <a:t>レベル</a:t>
            </a:r>
            <a:endParaRPr lang="en-US" altLang="ja-JP" dirty="0"/>
          </a:p>
          <a:p>
            <a:pPr lvl="4"/>
            <a:r>
              <a:rPr lang="ja-JP" altLang="en-US" dirty="0"/>
              <a:t>第</a:t>
            </a:r>
            <a:r>
              <a:rPr lang="en-US" altLang="ja-JP" dirty="0"/>
              <a:t> 5 </a:t>
            </a:r>
            <a:r>
              <a:rPr lang="ja-JP" altLang="en-US" dirty="0"/>
              <a:t>レベル</a:t>
            </a:r>
          </a:p>
        </p:txBody>
      </p:sp>
      <p:sp>
        <p:nvSpPr>
          <p:cNvPr id="30" name="Line 19">
            <a:extLst>
              <a:ext uri="{FF2B5EF4-FFF2-40B4-BE49-F238E27FC236}">
                <a16:creationId xmlns:a16="http://schemas.microsoft.com/office/drawing/2014/main" id="{27389893-5139-4F35-B647-26C2DFA202EA}"/>
              </a:ext>
            </a:extLst>
          </p:cNvPr>
          <p:cNvSpPr>
            <a:spLocks noChangeShapeType="1"/>
          </p:cNvSpPr>
          <p:nvPr userDrawn="1"/>
        </p:nvSpPr>
        <p:spPr bwMode="auto">
          <a:xfrm>
            <a:off x="0" y="6572250"/>
            <a:ext cx="9906000" cy="0"/>
          </a:xfrm>
          <a:prstGeom prst="line">
            <a:avLst/>
          </a:prstGeom>
          <a:noFill/>
          <a:ln w="28575">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31" name="Line 20">
            <a:extLst>
              <a:ext uri="{FF2B5EF4-FFF2-40B4-BE49-F238E27FC236}">
                <a16:creationId xmlns:a16="http://schemas.microsoft.com/office/drawing/2014/main" id="{4EFAA79C-D564-49D1-89C5-53185EA011B4}"/>
              </a:ext>
            </a:extLst>
          </p:cNvPr>
          <p:cNvSpPr>
            <a:spLocks noChangeShapeType="1"/>
          </p:cNvSpPr>
          <p:nvPr userDrawn="1"/>
        </p:nvSpPr>
        <p:spPr bwMode="auto">
          <a:xfrm>
            <a:off x="0" y="6613525"/>
            <a:ext cx="9906000" cy="0"/>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32" name="Text Box 21">
            <a:extLst>
              <a:ext uri="{FF2B5EF4-FFF2-40B4-BE49-F238E27FC236}">
                <a16:creationId xmlns:a16="http://schemas.microsoft.com/office/drawing/2014/main" id="{5275CC5B-9DD2-42FB-A12C-D10D6B34D5E4}"/>
              </a:ext>
            </a:extLst>
          </p:cNvPr>
          <p:cNvSpPr txBox="1">
            <a:spLocks noChangeArrowheads="1"/>
          </p:cNvSpPr>
          <p:nvPr userDrawn="1"/>
        </p:nvSpPr>
        <p:spPr bwMode="auto">
          <a:xfrm>
            <a:off x="5964238" y="6583363"/>
            <a:ext cx="381317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kumimoji="1" sz="1400" b="1" i="1">
                <a:solidFill>
                  <a:schemeClr val="bg1"/>
                </a:solidFill>
                <a:latin typeface="HG丸ｺﾞｼｯｸM-PRO" pitchFamily="50" charset="-128"/>
                <a:ea typeface="HG丸ｺﾞｼｯｸM-PRO" pitchFamily="50" charset="-128"/>
              </a:defRPr>
            </a:lvl1pPr>
            <a:lvl2pPr marL="742950" indent="-285750">
              <a:defRPr kumimoji="1" sz="1400" b="1" i="1">
                <a:solidFill>
                  <a:schemeClr val="bg1"/>
                </a:solidFill>
                <a:latin typeface="HG丸ｺﾞｼｯｸM-PRO" pitchFamily="50" charset="-128"/>
                <a:ea typeface="HG丸ｺﾞｼｯｸM-PRO" pitchFamily="50" charset="-128"/>
              </a:defRPr>
            </a:lvl2pPr>
            <a:lvl3pPr marL="1143000" indent="-228600">
              <a:defRPr kumimoji="1" sz="1400" b="1" i="1">
                <a:solidFill>
                  <a:schemeClr val="bg1"/>
                </a:solidFill>
                <a:latin typeface="HG丸ｺﾞｼｯｸM-PRO" pitchFamily="50" charset="-128"/>
                <a:ea typeface="HG丸ｺﾞｼｯｸM-PRO" pitchFamily="50" charset="-128"/>
              </a:defRPr>
            </a:lvl3pPr>
            <a:lvl4pPr marL="1600200" indent="-228600">
              <a:defRPr kumimoji="1" sz="1400" b="1" i="1">
                <a:solidFill>
                  <a:schemeClr val="bg1"/>
                </a:solidFill>
                <a:latin typeface="HG丸ｺﾞｼｯｸM-PRO" pitchFamily="50" charset="-128"/>
                <a:ea typeface="HG丸ｺﾞｼｯｸM-PRO" pitchFamily="50" charset="-128"/>
              </a:defRPr>
            </a:lvl4pPr>
            <a:lvl5pPr marL="2057400" indent="-228600">
              <a:defRPr kumimoji="1" sz="1400" b="1" i="1">
                <a:solidFill>
                  <a:schemeClr val="bg1"/>
                </a:solidFill>
                <a:latin typeface="HG丸ｺﾞｼｯｸM-PRO" pitchFamily="50" charset="-128"/>
                <a:ea typeface="HG丸ｺﾞｼｯｸM-PRO" pitchFamily="50" charset="-128"/>
              </a:defRPr>
            </a:lvl5pPr>
            <a:lvl6pPr marL="25146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6pPr>
            <a:lvl7pPr marL="29718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7pPr>
            <a:lvl8pPr marL="34290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8pPr>
            <a:lvl9pPr marL="38862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9pPr>
          </a:lstStyle>
          <a:p>
            <a:pPr algn="r" eaLnBrk="1" hangingPunct="1">
              <a:spcBef>
                <a:spcPct val="50000"/>
              </a:spcBef>
              <a:defRPr/>
            </a:pPr>
            <a:r>
              <a:rPr lang="it-IT" altLang="ja-JP" sz="1200" dirty="0">
                <a:solidFill>
                  <a:schemeClr val="tx1"/>
                </a:solidFill>
                <a:effectLst>
                  <a:outerShdw blurRad="38100" dist="38100" dir="2700000" algn="tl">
                    <a:srgbClr val="C0C0C0"/>
                  </a:outerShdw>
                </a:effectLst>
                <a:latin typeface="ＭＳ Ｐゴシック" pitchFamily="50" charset="-128"/>
                <a:ea typeface="ＭＳ Ｐゴシック" pitchFamily="50" charset="-128"/>
              </a:rPr>
              <a:t>USOL VIETNAM Co., Ltd</a:t>
            </a:r>
            <a:endParaRPr lang="en-US" altLang="ja-JP" sz="1200" dirty="0">
              <a:solidFill>
                <a:schemeClr val="tx1"/>
              </a:solidFill>
              <a:effectLst>
                <a:outerShdw blurRad="38100" dist="38100" dir="2700000" algn="tl">
                  <a:srgbClr val="C0C0C0"/>
                </a:outerShdw>
              </a:effectLst>
              <a:latin typeface="ＭＳ Ｐゴシック" pitchFamily="50" charset="-128"/>
              <a:ea typeface="ＭＳ Ｐゴシック" pitchFamily="50" charset="-128"/>
            </a:endParaRPr>
          </a:p>
        </p:txBody>
      </p:sp>
      <p:pic>
        <p:nvPicPr>
          <p:cNvPr id="1033" name="Picture 1031" descr="LogoM">
            <a:extLst>
              <a:ext uri="{FF2B5EF4-FFF2-40B4-BE49-F238E27FC236}">
                <a16:creationId xmlns:a16="http://schemas.microsoft.com/office/drawing/2014/main" id="{7C426F0B-8E88-4132-B8AF-A9C57093698D}"/>
              </a:ext>
            </a:extLst>
          </p:cNvPr>
          <p:cNvPicPr>
            <a:picLocks noChangeAspect="1" noChangeArrowheads="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0" y="6638132"/>
            <a:ext cx="946054" cy="204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34" name="Group 7">
            <a:extLst>
              <a:ext uri="{FF2B5EF4-FFF2-40B4-BE49-F238E27FC236}">
                <a16:creationId xmlns:a16="http://schemas.microsoft.com/office/drawing/2014/main" id="{E3F0A595-BBE1-4B7A-B594-6A1BDB4CCD3F}"/>
              </a:ext>
            </a:extLst>
          </p:cNvPr>
          <p:cNvGrpSpPr>
            <a:grpSpLocks/>
          </p:cNvGrpSpPr>
          <p:nvPr userDrawn="1"/>
        </p:nvGrpSpPr>
        <p:grpSpPr bwMode="auto">
          <a:xfrm>
            <a:off x="0" y="-3175"/>
            <a:ext cx="9906000" cy="457200"/>
            <a:chOff x="480" y="0"/>
            <a:chExt cx="5280" cy="384"/>
          </a:xfrm>
        </p:grpSpPr>
        <p:sp>
          <p:nvSpPr>
            <p:cNvPr id="37" name="Rectangle 8">
              <a:extLst>
                <a:ext uri="{FF2B5EF4-FFF2-40B4-BE49-F238E27FC236}">
                  <a16:creationId xmlns:a16="http://schemas.microsoft.com/office/drawing/2014/main" id="{6AD08B79-E74D-46AD-935B-7885C39D329A}"/>
                </a:ext>
              </a:extLst>
            </p:cNvPr>
            <p:cNvSpPr>
              <a:spLocks noChangeArrowheads="1"/>
            </p:cNvSpPr>
            <p:nvPr/>
          </p:nvSpPr>
          <p:spPr bwMode="auto">
            <a:xfrm flipH="1">
              <a:off x="480" y="288"/>
              <a:ext cx="5280" cy="96"/>
            </a:xfrm>
            <a:prstGeom prst="rect">
              <a:avLst/>
            </a:prstGeom>
            <a:gradFill flip="none" rotWithShape="1">
              <a:gsLst>
                <a:gs pos="0">
                  <a:srgbClr val="452D75">
                    <a:gamma/>
                    <a:tint val="0"/>
                    <a:invGamma/>
                  </a:srgbClr>
                </a:gs>
                <a:gs pos="100000">
                  <a:srgbClr val="FF9900"/>
                </a:gs>
              </a:gsLst>
              <a:lin ang="10800000" scaled="1"/>
              <a:tileRect/>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38" name="Rectangle 9">
              <a:extLst>
                <a:ext uri="{FF2B5EF4-FFF2-40B4-BE49-F238E27FC236}">
                  <a16:creationId xmlns:a16="http://schemas.microsoft.com/office/drawing/2014/main" id="{B33C69BC-68BD-4C29-97F4-36AE620BF0BB}"/>
                </a:ext>
              </a:extLst>
            </p:cNvPr>
            <p:cNvSpPr>
              <a:spLocks noChangeArrowheads="1"/>
            </p:cNvSpPr>
            <p:nvPr/>
          </p:nvSpPr>
          <p:spPr bwMode="auto">
            <a:xfrm flipH="1">
              <a:off x="1800" y="192"/>
              <a:ext cx="3960" cy="96"/>
            </a:xfrm>
            <a:prstGeom prst="rect">
              <a:avLst/>
            </a:prstGeom>
            <a:gradFill rotWithShape="0">
              <a:gsLst>
                <a:gs pos="0">
                  <a:srgbClr val="523991">
                    <a:gamma/>
                    <a:tint val="0"/>
                    <a:invGamma/>
                  </a:srgbClr>
                </a:gs>
                <a:gs pos="100000">
                  <a:srgbClr val="FFAA2D"/>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39" name="Rectangle 10">
              <a:extLst>
                <a:ext uri="{FF2B5EF4-FFF2-40B4-BE49-F238E27FC236}">
                  <a16:creationId xmlns:a16="http://schemas.microsoft.com/office/drawing/2014/main" id="{19C90753-9F71-4E42-A751-DE7652699830}"/>
                </a:ext>
              </a:extLst>
            </p:cNvPr>
            <p:cNvSpPr>
              <a:spLocks noChangeArrowheads="1"/>
            </p:cNvSpPr>
            <p:nvPr/>
          </p:nvSpPr>
          <p:spPr bwMode="auto">
            <a:xfrm flipH="1">
              <a:off x="3120" y="96"/>
              <a:ext cx="2640" cy="96"/>
            </a:xfrm>
            <a:prstGeom prst="rect">
              <a:avLst/>
            </a:prstGeom>
            <a:gradFill rotWithShape="0">
              <a:gsLst>
                <a:gs pos="0">
                  <a:srgbClr val="452D75">
                    <a:gamma/>
                    <a:tint val="0"/>
                    <a:invGamma/>
                  </a:srgbClr>
                </a:gs>
                <a:gs pos="100000">
                  <a:srgbClr val="FFB547"/>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40" name="Rectangle 11">
              <a:extLst>
                <a:ext uri="{FF2B5EF4-FFF2-40B4-BE49-F238E27FC236}">
                  <a16:creationId xmlns:a16="http://schemas.microsoft.com/office/drawing/2014/main" id="{2286BAA5-CD17-45D9-9AE7-385F7BC09B89}"/>
                </a:ext>
              </a:extLst>
            </p:cNvPr>
            <p:cNvSpPr>
              <a:spLocks noChangeArrowheads="1"/>
            </p:cNvSpPr>
            <p:nvPr/>
          </p:nvSpPr>
          <p:spPr bwMode="auto">
            <a:xfrm flipH="1">
              <a:off x="4440" y="0"/>
              <a:ext cx="1320" cy="96"/>
            </a:xfrm>
            <a:prstGeom prst="rect">
              <a:avLst/>
            </a:prstGeom>
            <a:gradFill rotWithShape="0">
              <a:gsLst>
                <a:gs pos="0">
                  <a:srgbClr val="523991">
                    <a:gamma/>
                    <a:tint val="0"/>
                    <a:invGamma/>
                  </a:srgbClr>
                </a:gs>
                <a:gs pos="100000">
                  <a:srgbClr val="FFC165"/>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grpSp>
      <p:sp>
        <p:nvSpPr>
          <p:cNvPr id="42" name="Text Box 22">
            <a:extLst>
              <a:ext uri="{FF2B5EF4-FFF2-40B4-BE49-F238E27FC236}">
                <a16:creationId xmlns:a16="http://schemas.microsoft.com/office/drawing/2014/main" id="{9779E748-DE2F-4EBB-B8A7-4682B42515B4}"/>
              </a:ext>
            </a:extLst>
          </p:cNvPr>
          <p:cNvSpPr txBox="1">
            <a:spLocks noChangeArrowheads="1"/>
          </p:cNvSpPr>
          <p:nvPr userDrawn="1"/>
        </p:nvSpPr>
        <p:spPr bwMode="auto">
          <a:xfrm>
            <a:off x="7053263" y="50800"/>
            <a:ext cx="3130550" cy="523875"/>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0066FF"/>
                    </a:gs>
                  </a:gsLst>
                  <a:lin ang="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kumimoji="1" sz="1400" b="1" i="1">
                <a:solidFill>
                  <a:schemeClr val="bg1"/>
                </a:solidFill>
                <a:latin typeface="HG丸ｺﾞｼｯｸM-PRO" pitchFamily="50" charset="-128"/>
                <a:ea typeface="HG丸ｺﾞｼｯｸM-PRO" pitchFamily="50" charset="-128"/>
              </a:defRPr>
            </a:lvl1pPr>
            <a:lvl2pPr marL="742950" indent="-285750">
              <a:defRPr kumimoji="1" sz="1400" b="1" i="1">
                <a:solidFill>
                  <a:schemeClr val="bg1"/>
                </a:solidFill>
                <a:latin typeface="HG丸ｺﾞｼｯｸM-PRO" pitchFamily="50" charset="-128"/>
                <a:ea typeface="HG丸ｺﾞｼｯｸM-PRO" pitchFamily="50" charset="-128"/>
              </a:defRPr>
            </a:lvl2pPr>
            <a:lvl3pPr marL="1143000" indent="-228600">
              <a:defRPr kumimoji="1" sz="1400" b="1" i="1">
                <a:solidFill>
                  <a:schemeClr val="bg1"/>
                </a:solidFill>
                <a:latin typeface="HG丸ｺﾞｼｯｸM-PRO" pitchFamily="50" charset="-128"/>
                <a:ea typeface="HG丸ｺﾞｼｯｸM-PRO" pitchFamily="50" charset="-128"/>
              </a:defRPr>
            </a:lvl3pPr>
            <a:lvl4pPr marL="1600200" indent="-228600">
              <a:defRPr kumimoji="1" sz="1400" b="1" i="1">
                <a:solidFill>
                  <a:schemeClr val="bg1"/>
                </a:solidFill>
                <a:latin typeface="HG丸ｺﾞｼｯｸM-PRO" pitchFamily="50" charset="-128"/>
                <a:ea typeface="HG丸ｺﾞｼｯｸM-PRO" pitchFamily="50" charset="-128"/>
              </a:defRPr>
            </a:lvl4pPr>
            <a:lvl5pPr marL="2057400" indent="-228600">
              <a:defRPr kumimoji="1" sz="1400" b="1" i="1">
                <a:solidFill>
                  <a:schemeClr val="bg1"/>
                </a:solidFill>
                <a:latin typeface="HG丸ｺﾞｼｯｸM-PRO" pitchFamily="50" charset="-128"/>
                <a:ea typeface="HG丸ｺﾞｼｯｸM-PRO" pitchFamily="50" charset="-128"/>
              </a:defRPr>
            </a:lvl5pPr>
            <a:lvl6pPr marL="25146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6pPr>
            <a:lvl7pPr marL="29718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7pPr>
            <a:lvl8pPr marL="34290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8pPr>
            <a:lvl9pPr marL="38862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9pPr>
          </a:lstStyle>
          <a:p>
            <a:pPr eaLnBrk="1" hangingPunct="1">
              <a:spcBef>
                <a:spcPct val="50000"/>
              </a:spcBef>
              <a:defRPr/>
            </a:pPr>
            <a:r>
              <a:rPr lang="en-US" altLang="ja-JP" sz="2800" dirty="0" err="1">
                <a:solidFill>
                  <a:schemeClr val="tx1"/>
                </a:solidFill>
                <a:latin typeface="Segoe Script" pitchFamily="34" charset="0"/>
              </a:rPr>
              <a:t>Usol</a:t>
            </a:r>
            <a:r>
              <a:rPr lang="ja-JP" altLang="en-US" sz="2800" i="0" dirty="0">
                <a:solidFill>
                  <a:schemeClr val="tx1"/>
                </a:solidFill>
                <a:latin typeface="Segoe Script" pitchFamily="34" charset="0"/>
              </a:rPr>
              <a:t>   </a:t>
            </a:r>
            <a:r>
              <a:rPr lang="en-US" altLang="ja-JP" sz="2800" dirty="0" err="1">
                <a:latin typeface="Segoe Script" pitchFamily="34" charset="0"/>
              </a:rPr>
              <a:t>ietnam</a:t>
            </a:r>
            <a:endParaRPr lang="ja-JP" altLang="en-US" sz="2800" dirty="0">
              <a:latin typeface="Segoe Script" pitchFamily="34" charset="0"/>
            </a:endParaRPr>
          </a:p>
        </p:txBody>
      </p:sp>
      <p:sp>
        <p:nvSpPr>
          <p:cNvPr id="43" name="正方形/長方形 42">
            <a:extLst>
              <a:ext uri="{FF2B5EF4-FFF2-40B4-BE49-F238E27FC236}">
                <a16:creationId xmlns:a16="http://schemas.microsoft.com/office/drawing/2014/main" id="{3473BC66-2BE3-4BA7-9E94-658F932E5E73}"/>
              </a:ext>
            </a:extLst>
          </p:cNvPr>
          <p:cNvSpPr/>
          <p:nvPr userDrawn="1"/>
        </p:nvSpPr>
        <p:spPr>
          <a:xfrm>
            <a:off x="7953107" y="-179013"/>
            <a:ext cx="469156" cy="707886"/>
          </a:xfrm>
          <a:prstGeom prst="rect">
            <a:avLst/>
          </a:prstGeom>
          <a:noFill/>
        </p:spPr>
        <p:txBody>
          <a:bodyPr>
            <a:spAutoFit/>
          </a:bodyPr>
          <a:lstStyle/>
          <a:p>
            <a:pPr algn="ctr" eaLnBrk="1" hangingPunct="1">
              <a:spcBef>
                <a:spcPct val="50000"/>
              </a:spcBef>
              <a:defRPr/>
            </a:pPr>
            <a:r>
              <a:rPr lang="en-US" altLang="ja-JP" sz="4000" i="1"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V</a:t>
            </a:r>
            <a:endParaRPr lang="ja-JP" altLang="en-US" sz="4000" i="1"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endParaRPr>
          </a:p>
        </p:txBody>
      </p:sp>
      <p:sp>
        <p:nvSpPr>
          <p:cNvPr id="35" name="Text Box 11">
            <a:extLst>
              <a:ext uri="{FF2B5EF4-FFF2-40B4-BE49-F238E27FC236}">
                <a16:creationId xmlns:a16="http://schemas.microsoft.com/office/drawing/2014/main" id="{1DC4ECF5-E62B-44AA-90DF-10764551D43E}"/>
              </a:ext>
            </a:extLst>
          </p:cNvPr>
          <p:cNvSpPr txBox="1">
            <a:spLocks noChangeArrowheads="1"/>
          </p:cNvSpPr>
          <p:nvPr userDrawn="1"/>
        </p:nvSpPr>
        <p:spPr bwMode="auto">
          <a:xfrm>
            <a:off x="50800" y="44450"/>
            <a:ext cx="1492250" cy="327025"/>
          </a:xfrm>
          <a:prstGeom prst="rect">
            <a:avLst/>
          </a:prstGeom>
          <a:noFill/>
          <a:ln w="57150" cmpd="thinThick"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marL="179388" eaLnBrk="0" hangingPunct="0">
              <a:defRPr kumimoji="1" sz="1400" b="1" i="1">
                <a:solidFill>
                  <a:schemeClr val="bg1"/>
                </a:solidFill>
                <a:latin typeface="HG丸ｺﾞｼｯｸM-PRO" pitchFamily="50" charset="-128"/>
                <a:ea typeface="HG丸ｺﾞｼｯｸM-PRO" pitchFamily="50" charset="-128"/>
              </a:defRPr>
            </a:lvl1pPr>
            <a:lvl2pPr marL="742950" indent="-285750" eaLnBrk="0" hangingPunct="0">
              <a:defRPr kumimoji="1" sz="1400" b="1" i="1">
                <a:solidFill>
                  <a:schemeClr val="bg1"/>
                </a:solidFill>
                <a:latin typeface="HG丸ｺﾞｼｯｸM-PRO" pitchFamily="50" charset="-128"/>
                <a:ea typeface="HG丸ｺﾞｼｯｸM-PRO" pitchFamily="50" charset="-128"/>
              </a:defRPr>
            </a:lvl2pPr>
            <a:lvl3pPr marL="1143000" indent="-228600" eaLnBrk="0" hangingPunct="0">
              <a:defRPr kumimoji="1" sz="1400" b="1" i="1">
                <a:solidFill>
                  <a:schemeClr val="bg1"/>
                </a:solidFill>
                <a:latin typeface="HG丸ｺﾞｼｯｸM-PRO" pitchFamily="50" charset="-128"/>
                <a:ea typeface="HG丸ｺﾞｼｯｸM-PRO" pitchFamily="50" charset="-128"/>
              </a:defRPr>
            </a:lvl3pPr>
            <a:lvl4pPr marL="1600200" indent="-228600" eaLnBrk="0" hangingPunct="0">
              <a:defRPr kumimoji="1" sz="1400" b="1" i="1">
                <a:solidFill>
                  <a:schemeClr val="bg1"/>
                </a:solidFill>
                <a:latin typeface="HG丸ｺﾞｼｯｸM-PRO" pitchFamily="50" charset="-128"/>
                <a:ea typeface="HG丸ｺﾞｼｯｸM-PRO" pitchFamily="50" charset="-128"/>
              </a:defRPr>
            </a:lvl4pPr>
            <a:lvl5pPr marL="2057400" indent="-228600" eaLnBrk="0" hangingPunct="0">
              <a:defRPr kumimoji="1" sz="1400" b="1" i="1">
                <a:solidFill>
                  <a:schemeClr val="bg1"/>
                </a:solidFill>
                <a:latin typeface="HG丸ｺﾞｼｯｸM-PRO" pitchFamily="50" charset="-128"/>
                <a:ea typeface="HG丸ｺﾞｼｯｸM-PRO" pitchFamily="50" charset="-128"/>
              </a:defRPr>
            </a:lvl5pPr>
            <a:lvl6pPr marL="2514600" indent="-228600" algn="ctr" eaLnBrk="0" fontAlgn="base" hangingPunct="0">
              <a:spcBef>
                <a:spcPct val="0"/>
              </a:spcBef>
              <a:spcAft>
                <a:spcPct val="0"/>
              </a:spcAft>
              <a:defRPr kumimoji="1" sz="1400" b="1" i="1">
                <a:solidFill>
                  <a:schemeClr val="bg1"/>
                </a:solidFill>
                <a:latin typeface="HG丸ｺﾞｼｯｸM-PRO" pitchFamily="50" charset="-128"/>
                <a:ea typeface="HG丸ｺﾞｼｯｸM-PRO" pitchFamily="50" charset="-128"/>
              </a:defRPr>
            </a:lvl6pPr>
            <a:lvl7pPr marL="2971800" indent="-228600" algn="ctr" eaLnBrk="0" fontAlgn="base" hangingPunct="0">
              <a:spcBef>
                <a:spcPct val="0"/>
              </a:spcBef>
              <a:spcAft>
                <a:spcPct val="0"/>
              </a:spcAft>
              <a:defRPr kumimoji="1" sz="1400" b="1" i="1">
                <a:solidFill>
                  <a:schemeClr val="bg1"/>
                </a:solidFill>
                <a:latin typeface="HG丸ｺﾞｼｯｸM-PRO" pitchFamily="50" charset="-128"/>
                <a:ea typeface="HG丸ｺﾞｼｯｸM-PRO" pitchFamily="50" charset="-128"/>
              </a:defRPr>
            </a:lvl7pPr>
            <a:lvl8pPr marL="3429000" indent="-228600" algn="ctr" eaLnBrk="0" fontAlgn="base" hangingPunct="0">
              <a:spcBef>
                <a:spcPct val="0"/>
              </a:spcBef>
              <a:spcAft>
                <a:spcPct val="0"/>
              </a:spcAft>
              <a:defRPr kumimoji="1" sz="1400" b="1" i="1">
                <a:solidFill>
                  <a:schemeClr val="bg1"/>
                </a:solidFill>
                <a:latin typeface="HG丸ｺﾞｼｯｸM-PRO" pitchFamily="50" charset="-128"/>
                <a:ea typeface="HG丸ｺﾞｼｯｸM-PRO" pitchFamily="50" charset="-128"/>
              </a:defRPr>
            </a:lvl8pPr>
            <a:lvl9pPr marL="3886200" indent="-228600" algn="ctr" eaLnBrk="0" fontAlgn="base" hangingPunct="0">
              <a:spcBef>
                <a:spcPct val="0"/>
              </a:spcBef>
              <a:spcAft>
                <a:spcPct val="0"/>
              </a:spcAft>
              <a:defRPr kumimoji="1" sz="1400" b="1" i="1">
                <a:solidFill>
                  <a:schemeClr val="bg1"/>
                </a:solidFill>
                <a:latin typeface="HG丸ｺﾞｼｯｸM-PRO" pitchFamily="50" charset="-128"/>
                <a:ea typeface="HG丸ｺﾞｼｯｸM-PRO" pitchFamily="50" charset="-128"/>
              </a:defRPr>
            </a:lvl9pPr>
          </a:lstStyle>
          <a:p>
            <a:pPr eaLnBrk="1" hangingPunct="1">
              <a:spcBef>
                <a:spcPct val="50000"/>
              </a:spcBef>
              <a:defRPr/>
            </a:pPr>
            <a:r>
              <a:rPr lang="en-US" altLang="ja-JP" sz="1800" i="0" dirty="0">
                <a:solidFill>
                  <a:srgbClr val="FF0000"/>
                </a:solidFill>
                <a:latin typeface="ＭＳ Ｐゴシック" pitchFamily="50" charset="-128"/>
                <a:ea typeface="ＭＳ Ｐゴシック" pitchFamily="50" charset="-128"/>
              </a:rPr>
              <a:t>Confidential</a:t>
            </a:r>
            <a:endParaRPr lang="en-US" sz="1800" i="0" dirty="0">
              <a:solidFill>
                <a:srgbClr val="FF0000"/>
              </a:solidFill>
              <a:latin typeface="ＭＳ Ｐゴシック" pitchFamily="50" charset="-128"/>
              <a:ea typeface="ＭＳ Ｐゴシック" pitchFamily="50" charset="-128"/>
            </a:endParaRPr>
          </a:p>
        </p:txBody>
      </p:sp>
      <p:sp>
        <p:nvSpPr>
          <p:cNvPr id="18" name="Rectangle 4">
            <a:extLst>
              <a:ext uri="{FF2B5EF4-FFF2-40B4-BE49-F238E27FC236}">
                <a16:creationId xmlns:a16="http://schemas.microsoft.com/office/drawing/2014/main" id="{A04B0585-20B2-4596-93D7-54D1340E0964}"/>
              </a:ext>
            </a:extLst>
          </p:cNvPr>
          <p:cNvSpPr>
            <a:spLocks noGrp="1" noChangeArrowheads="1"/>
          </p:cNvSpPr>
          <p:nvPr>
            <p:ph type="dt" sz="half" idx="2"/>
          </p:nvPr>
        </p:nvSpPr>
        <p:spPr>
          <a:xfrm>
            <a:off x="3033266" y="6653213"/>
            <a:ext cx="2063750" cy="204787"/>
          </a:xfrm>
          <a:prstGeom prst="rect">
            <a:avLst/>
          </a:prstGeom>
        </p:spPr>
        <p:txBody>
          <a:bodyPr anchor="ctr"/>
          <a:lstStyle>
            <a:lvl1pPr>
              <a:defRPr sz="1050"/>
            </a:lvl1pPr>
          </a:lstStyle>
          <a:p>
            <a:pPr>
              <a:defRPr/>
            </a:pPr>
            <a:endParaRPr lang="en-US" altLang="ja-JP" dirty="0"/>
          </a:p>
        </p:txBody>
      </p:sp>
      <p:sp>
        <p:nvSpPr>
          <p:cNvPr id="19" name="Rectangle 6">
            <a:extLst>
              <a:ext uri="{FF2B5EF4-FFF2-40B4-BE49-F238E27FC236}">
                <a16:creationId xmlns:a16="http://schemas.microsoft.com/office/drawing/2014/main" id="{C5564842-B2E4-45CE-AB60-14A7558DAFA0}"/>
              </a:ext>
            </a:extLst>
          </p:cNvPr>
          <p:cNvSpPr>
            <a:spLocks noGrp="1" noChangeArrowheads="1"/>
          </p:cNvSpPr>
          <p:nvPr>
            <p:ph type="sldNum" sz="quarter" idx="4"/>
          </p:nvPr>
        </p:nvSpPr>
        <p:spPr>
          <a:xfrm>
            <a:off x="5097463" y="6653213"/>
            <a:ext cx="2063750" cy="204787"/>
          </a:xfrm>
          <a:prstGeom prst="rect">
            <a:avLst/>
          </a:prstGeom>
        </p:spPr>
        <p:txBody>
          <a:bodyPr anchor="ctr"/>
          <a:lstStyle>
            <a:lvl1pPr>
              <a:defRPr sz="1050"/>
            </a:lvl1pPr>
          </a:lstStyle>
          <a:p>
            <a:pPr>
              <a:defRPr/>
            </a:pPr>
            <a:r>
              <a:rPr lang="en-US" altLang="ja-JP"/>
              <a:t>Page</a:t>
            </a:r>
            <a:r>
              <a:rPr lang="ja-JP" altLang="en-US"/>
              <a:t>　</a:t>
            </a:r>
            <a:r>
              <a:rPr lang="en-US" altLang="ja-JP"/>
              <a:t>:</a:t>
            </a:r>
            <a:r>
              <a:rPr lang="ja-JP" altLang="en-US"/>
              <a:t> </a:t>
            </a:r>
            <a:fld id="{79353177-B86D-4022-983D-1132BA6711EB}" type="slidenum">
              <a:rPr lang="en-US" altLang="ja-JP" smtClean="0"/>
              <a:pPr>
                <a:defRPr/>
              </a:pPr>
              <a:t>‹#›</a:t>
            </a:fld>
            <a:endParaRPr lang="en-US" altLang="ja-JP"/>
          </a:p>
        </p:txBody>
      </p:sp>
      <p:pic>
        <p:nvPicPr>
          <p:cNvPr id="21" name="BIPROGYロゴ">
            <a:extLst>
              <a:ext uri="{FF2B5EF4-FFF2-40B4-BE49-F238E27FC236}">
                <a16:creationId xmlns:a16="http://schemas.microsoft.com/office/drawing/2014/main" id="{3F93CD62-EE3C-4414-B5A1-AE038ED135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1143308" y="6590834"/>
            <a:ext cx="1692703" cy="298366"/>
          </a:xfrm>
          <a:prstGeom prst="rect">
            <a:avLst/>
          </a:prstGeom>
        </p:spPr>
      </p:pic>
    </p:spTree>
  </p:cSld>
  <p:clrMap bg1="lt1" tx1="dk1" bg2="lt2" tx2="dk2" accent1="accent1" accent2="accent2" accent3="accent3" accent4="accent4" accent5="accent5" accent6="accent6" hlink="hlink" folHlink="folHlink"/>
  <p:sldLayoutIdLst>
    <p:sldLayoutId id="2147483790" r:id="rId1"/>
    <p:sldLayoutId id="2147483791" r:id="rId2"/>
    <p:sldLayoutId id="2147483794" r:id="rId3"/>
    <p:sldLayoutId id="2147483792" r:id="rId4"/>
    <p:sldLayoutId id="2147483789" r:id="rId5"/>
    <p:sldLayoutId id="2147483793" r:id="rId6"/>
    <p:sldLayoutId id="2147483804" r:id="rId7"/>
    <p:sldLayoutId id="2147483805" r:id="rId8"/>
    <p:sldLayoutId id="2147483806" r:id="rId9"/>
  </p:sldLayoutIdLst>
  <p:hf hdr="0" ftr="0" dt="0"/>
  <p:txStyles>
    <p:titleStyle>
      <a:lvl1pPr algn="l" rtl="0" eaLnBrk="1" fontAlgn="base" hangingPunct="1">
        <a:spcBef>
          <a:spcPct val="0"/>
        </a:spcBef>
        <a:spcAft>
          <a:spcPct val="0"/>
        </a:spcAft>
        <a:defRPr kumimoji="1" sz="3600">
          <a:solidFill>
            <a:schemeClr val="tx2"/>
          </a:solidFill>
          <a:latin typeface="Meiryo UI" panose="020B0604030504040204" pitchFamily="50" charset="-128"/>
          <a:ea typeface="Meiryo UI" panose="020B0604030504040204" pitchFamily="50" charset="-128"/>
          <a:cs typeface="Meiryo UI" panose="020B0604030504040204" pitchFamily="50" charset="-128"/>
        </a:defRPr>
      </a:lvl1pPr>
      <a:lvl2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2pPr>
      <a:lvl3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3pPr>
      <a:lvl4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4pPr>
      <a:lvl5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5pPr>
      <a:lvl6pPr marL="4572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6pPr>
      <a:lvl7pPr marL="9144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7pPr>
      <a:lvl8pPr marL="13716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8pPr>
      <a:lvl9pPr marL="18288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9pPr>
    </p:titleStyle>
    <p:bodyStyle>
      <a:lvl1pPr marL="342900" indent="-342900" algn="l" rtl="0" eaLnBrk="1" fontAlgn="base" hangingPunct="1">
        <a:spcBef>
          <a:spcPct val="20000"/>
        </a:spcBef>
        <a:spcAft>
          <a:spcPct val="0"/>
        </a:spcAft>
        <a:buChar char="•"/>
        <a:defRPr kumimoji="1" sz="3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marL="742950" indent="-285750" algn="l" rtl="0" eaLnBrk="1" fontAlgn="base" hangingPunct="1">
        <a:spcBef>
          <a:spcPct val="20000"/>
        </a:spcBef>
        <a:spcAft>
          <a:spcPct val="0"/>
        </a:spcAft>
        <a:buChar char="–"/>
        <a:defRPr kumimoji="1" sz="28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2pPr>
      <a:lvl3pPr marL="1143000" indent="-228600" algn="l" rtl="0" eaLnBrk="1" fontAlgn="base" hangingPunct="1">
        <a:spcBef>
          <a:spcPct val="20000"/>
        </a:spcBef>
        <a:spcAft>
          <a:spcPct val="0"/>
        </a:spcAft>
        <a:buChar char="•"/>
        <a:defRPr kumimoji="1" sz="24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3pPr>
      <a:lvl4pPr marL="1600200" indent="-228600" algn="l" rtl="0" eaLnBrk="1" fontAlgn="base" hangingPunct="1">
        <a:spcBef>
          <a:spcPct val="20000"/>
        </a:spcBef>
        <a:spcAft>
          <a:spcPct val="0"/>
        </a:spcAft>
        <a:buChar char="–"/>
        <a:defRPr kumimoji="1" sz="20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4pPr>
      <a:lvl5pPr marL="2057400" indent="-228600" algn="l" rtl="0" eaLnBrk="1" fontAlgn="base" hangingPunct="1">
        <a:spcBef>
          <a:spcPct val="20000"/>
        </a:spcBef>
        <a:spcAft>
          <a:spcPct val="0"/>
        </a:spcAft>
        <a:buChar char="»"/>
        <a:defRPr kumimoji="1" sz="20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144D352-923E-E6B6-4D8A-AB66C88BC3CC}"/>
              </a:ext>
            </a:extLst>
          </p:cNvPr>
          <p:cNvSpPr>
            <a:spLocks noGrp="1"/>
          </p:cNvSpPr>
          <p:nvPr>
            <p:ph type="title"/>
          </p:nvPr>
        </p:nvSpPr>
        <p:spPr>
          <a:xfrm>
            <a:off x="681038" y="365125"/>
            <a:ext cx="8543925" cy="1325563"/>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a:extLst>
              <a:ext uri="{FF2B5EF4-FFF2-40B4-BE49-F238E27FC236}">
                <a16:creationId xmlns:a16="http://schemas.microsoft.com/office/drawing/2014/main" id="{0BC59BC7-F850-7C36-754E-E6369E518C47}"/>
              </a:ext>
            </a:extLst>
          </p:cNvPr>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a:extLst>
              <a:ext uri="{FF2B5EF4-FFF2-40B4-BE49-F238E27FC236}">
                <a16:creationId xmlns:a16="http://schemas.microsoft.com/office/drawing/2014/main" id="{E06DDECD-4404-C7CD-5336-354F8B649232}"/>
              </a:ext>
            </a:extLst>
          </p:cNvPr>
          <p:cNvSpPr>
            <a:spLocks noGrp="1"/>
          </p:cNvSpPr>
          <p:nvPr>
            <p:ph type="dt" sz="half" idx="2"/>
          </p:nvPr>
        </p:nvSpPr>
        <p:spPr>
          <a:xfrm>
            <a:off x="681038" y="6356350"/>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E4D65A-0EC1-4CBC-8539-F9FD2B92F981}" type="datetimeFigureOut">
              <a:rPr kumimoji="1" lang="ja-JP" altLang="en-US" smtClean="0"/>
              <a:t>2026/8/5</a:t>
            </a:fld>
            <a:endParaRPr kumimoji="1" lang="ja-JP" altLang="en-US"/>
          </a:p>
        </p:txBody>
      </p:sp>
      <p:sp>
        <p:nvSpPr>
          <p:cNvPr id="5" name="フッター プレースホルダー 4">
            <a:extLst>
              <a:ext uri="{FF2B5EF4-FFF2-40B4-BE49-F238E27FC236}">
                <a16:creationId xmlns:a16="http://schemas.microsoft.com/office/drawing/2014/main" id="{8390F2CC-709C-7ED4-7144-F5EFE9F7868F}"/>
              </a:ext>
            </a:extLst>
          </p:cNvPr>
          <p:cNvSpPr>
            <a:spLocks noGrp="1"/>
          </p:cNvSpPr>
          <p:nvPr>
            <p:ph type="ftr" sz="quarter" idx="3"/>
          </p:nvPr>
        </p:nvSpPr>
        <p:spPr>
          <a:xfrm>
            <a:off x="3281363" y="6356350"/>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20AF8815-82A4-7D2E-5978-31B8771F562E}"/>
              </a:ext>
            </a:extLst>
          </p:cNvPr>
          <p:cNvSpPr>
            <a:spLocks noGrp="1"/>
          </p:cNvSpPr>
          <p:nvPr>
            <p:ph type="sldNum" sz="quarter" idx="4"/>
          </p:nvPr>
        </p:nvSpPr>
        <p:spPr>
          <a:xfrm>
            <a:off x="6996113" y="6356350"/>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9F6F0A-8A1E-43EE-8FCD-0197D0B3E278}" type="slidenum">
              <a:rPr kumimoji="1" lang="ja-JP" altLang="en-US" smtClean="0"/>
              <a:t>‹#›</a:t>
            </a:fld>
            <a:endParaRPr kumimoji="1" lang="ja-JP" altLang="en-US"/>
          </a:p>
        </p:txBody>
      </p:sp>
    </p:spTree>
    <p:extLst>
      <p:ext uri="{BB962C8B-B14F-4D97-AF65-F5344CB8AC3E}">
        <p14:creationId xmlns:p14="http://schemas.microsoft.com/office/powerpoint/2010/main" val="3079028108"/>
      </p:ext>
    </p:extLst>
  </p:cSld>
  <p:clrMap bg1="lt1" tx1="dk1" bg2="lt2" tx2="dk2" accent1="accent1" accent2="accent2" accent3="accent3" accent4="accent4" accent5="accent5" accent6="accent6" hlink="hlink" folHlink="folHlink"/>
  <p:sldLayoutIdLst>
    <p:sldLayoutId id="2147483803" r:id="rId1"/>
  </p:sldLayoutIdLst>
  <p:txStyles>
    <p:titleStyle>
      <a:lvl1pPr algn="l" defTabSz="914400" rtl="0" eaLnBrk="1" latinLnBrk="0" hangingPunct="1">
        <a:lnSpc>
          <a:spcPct val="90000"/>
        </a:lnSpc>
        <a:spcBef>
          <a:spcPct val="0"/>
        </a:spcBef>
        <a:buNone/>
        <a:defRPr kumimoji="1" sz="4400" kern="1200">
          <a:solidFill>
            <a:schemeClr val="tx1"/>
          </a:solidFill>
          <a:latin typeface="ADLaM Display" panose="02010000000000000000" pitchFamily="2" charset="0"/>
          <a:ea typeface="+mj-ea"/>
          <a:cs typeface="ADLaM Display" panose="0201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C61E3-7210-D801-C73E-18DF39FE6C40}"/>
              </a:ext>
            </a:extLst>
          </p:cNvPr>
          <p:cNvSpPr>
            <a:spLocks noGrp="1"/>
          </p:cNvSpPr>
          <p:nvPr>
            <p:ph type="ctrTitle"/>
          </p:nvPr>
        </p:nvSpPr>
        <p:spPr>
          <a:xfrm>
            <a:off x="742950" y="2130425"/>
            <a:ext cx="7486650" cy="1470025"/>
          </a:xfrm>
        </p:spPr>
        <p:txBody>
          <a:bodyPr>
            <a:noAutofit/>
          </a:bodyPr>
          <a:lstStyle/>
          <a:p>
            <a:pPr algn="ctr" eaLnBrk="0" hangingPunct="0"/>
            <a:r>
              <a:rPr lang="en-US" altLang="ja-JP" dirty="0">
                <a:latin typeface="+mj-lt"/>
              </a:rPr>
              <a:t>Java Programming</a:t>
            </a:r>
            <a:br>
              <a:rPr lang="en-US" altLang="ja-JP" dirty="0">
                <a:latin typeface="+mj-lt"/>
              </a:rPr>
            </a:br>
            <a:br>
              <a:rPr lang="vi-VN" altLang="ja-JP" kern="1200" dirty="0">
                <a:latin typeface="+mj-lt"/>
              </a:rPr>
            </a:br>
            <a:endParaRPr kumimoji="1" lang="ja-JP" altLang="en-US" dirty="0">
              <a:latin typeface="+mj-lt"/>
              <a:cs typeface="Times New Roman" panose="02020603050405020304" pitchFamily="18" charset="0"/>
            </a:endParaRPr>
          </a:p>
        </p:txBody>
      </p:sp>
      <p:sp>
        <p:nvSpPr>
          <p:cNvPr id="3" name="Subtitle 2">
            <a:extLst>
              <a:ext uri="{FF2B5EF4-FFF2-40B4-BE49-F238E27FC236}">
                <a16:creationId xmlns:a16="http://schemas.microsoft.com/office/drawing/2014/main" id="{708F8EF2-D090-2D87-3C30-91D44315D1EC}"/>
              </a:ext>
            </a:extLst>
          </p:cNvPr>
          <p:cNvSpPr>
            <a:spLocks noGrp="1"/>
          </p:cNvSpPr>
          <p:nvPr>
            <p:ph type="subTitle" idx="1"/>
          </p:nvPr>
        </p:nvSpPr>
        <p:spPr>
          <a:xfrm>
            <a:off x="2231027" y="4419600"/>
            <a:ext cx="6934200" cy="1752600"/>
          </a:xfrm>
        </p:spPr>
        <p:txBody>
          <a:bodyPr>
            <a:normAutofit/>
          </a:bodyPr>
          <a:lstStyle/>
          <a:p>
            <a:pPr algn="r"/>
            <a:endParaRPr kumimoji="1" lang="en-US" altLang="ja-JP" sz="2800" dirty="0">
              <a:latin typeface="+mj-lt"/>
            </a:endParaRPr>
          </a:p>
          <a:p>
            <a:pPr algn="r"/>
            <a:r>
              <a:rPr lang="en-US" altLang="ja-JP" sz="2800" dirty="0">
                <a:latin typeface="+mj-lt"/>
              </a:rPr>
              <a:t>Mai Ngọc </a:t>
            </a:r>
            <a:r>
              <a:rPr lang="en-US" altLang="ja-JP" sz="2800" dirty="0" err="1">
                <a:latin typeface="+mj-lt"/>
              </a:rPr>
              <a:t>Khương</a:t>
            </a:r>
            <a:endParaRPr lang="en-US" altLang="ja-JP" sz="2800" dirty="0">
              <a:latin typeface="+mj-lt"/>
            </a:endParaRPr>
          </a:p>
          <a:p>
            <a:pPr algn="r"/>
            <a:r>
              <a:rPr kumimoji="1" lang="en-US" altLang="ja-JP" sz="2800" dirty="0">
                <a:latin typeface="+mj-lt"/>
              </a:rPr>
              <a:t>H</a:t>
            </a:r>
            <a:r>
              <a:rPr lang="en-US" altLang="ja-JP" sz="2800" dirty="0">
                <a:latin typeface="+mj-lt"/>
              </a:rPr>
              <a:t>à </a:t>
            </a:r>
            <a:r>
              <a:rPr lang="en-US" altLang="ja-JP" sz="2800" dirty="0" err="1">
                <a:latin typeface="+mj-lt"/>
              </a:rPr>
              <a:t>nội</a:t>
            </a:r>
            <a:r>
              <a:rPr lang="en-US" altLang="ja-JP" sz="2800" dirty="0">
                <a:latin typeface="+mj-lt"/>
              </a:rPr>
              <a:t>, </a:t>
            </a:r>
            <a:r>
              <a:rPr lang="en-US" altLang="ja-JP" sz="2800" dirty="0" err="1">
                <a:latin typeface="+mj-lt"/>
              </a:rPr>
              <a:t>tháng</a:t>
            </a:r>
            <a:r>
              <a:rPr lang="en-US" altLang="ja-JP" sz="2800" dirty="0">
                <a:latin typeface="+mj-lt"/>
              </a:rPr>
              <a:t> 8 </a:t>
            </a:r>
            <a:r>
              <a:rPr lang="en-US" altLang="ja-JP" sz="2800" dirty="0" err="1">
                <a:latin typeface="+mj-lt"/>
              </a:rPr>
              <a:t>năm</a:t>
            </a:r>
            <a:r>
              <a:rPr lang="en-US" altLang="ja-JP" sz="2800" dirty="0">
                <a:latin typeface="+mj-lt"/>
              </a:rPr>
              <a:t> 2026</a:t>
            </a:r>
            <a:endParaRPr kumimoji="1" lang="ja-JP" altLang="en-US" sz="2800" dirty="0">
              <a:latin typeface="+mj-lt"/>
            </a:endParaRPr>
          </a:p>
        </p:txBody>
      </p:sp>
    </p:spTree>
    <p:extLst>
      <p:ext uri="{BB962C8B-B14F-4D97-AF65-F5344CB8AC3E}">
        <p14:creationId xmlns:p14="http://schemas.microsoft.com/office/powerpoint/2010/main" val="42329306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C2DB9-D686-9F55-452F-DD39BBBB91D0}"/>
              </a:ext>
            </a:extLst>
          </p:cNvPr>
          <p:cNvSpPr>
            <a:spLocks noGrp="1"/>
          </p:cNvSpPr>
          <p:nvPr>
            <p:ph type="title"/>
          </p:nvPr>
        </p:nvSpPr>
        <p:spPr/>
        <p:txBody>
          <a:bodyPr>
            <a:normAutofit fontScale="90000"/>
          </a:bodyPr>
          <a:lstStyle/>
          <a:p>
            <a:r>
              <a:rPr lang="en-US" altLang="ja-JP" dirty="0" err="1"/>
              <a:t>Câu</a:t>
            </a:r>
            <a:r>
              <a:rPr lang="en-US" altLang="ja-JP" dirty="0"/>
              <a:t> </a:t>
            </a:r>
            <a:r>
              <a:rPr lang="en-US" altLang="ja-JP" dirty="0" err="1"/>
              <a:t>hỏi</a:t>
            </a:r>
            <a:r>
              <a:rPr lang="en-US" altLang="ja-JP" dirty="0"/>
              <a:t> 1</a:t>
            </a:r>
            <a:endParaRPr lang="ja-JP" altLang="en-US" dirty="0"/>
          </a:p>
        </p:txBody>
      </p:sp>
      <p:sp>
        <p:nvSpPr>
          <p:cNvPr id="3" name="Content Placeholder 2">
            <a:extLst>
              <a:ext uri="{FF2B5EF4-FFF2-40B4-BE49-F238E27FC236}">
                <a16:creationId xmlns:a16="http://schemas.microsoft.com/office/drawing/2014/main" id="{CADDFDF7-5FF4-7BFA-22B5-37129020F73F}"/>
              </a:ext>
            </a:extLst>
          </p:cNvPr>
          <p:cNvSpPr>
            <a:spLocks noGrp="1"/>
          </p:cNvSpPr>
          <p:nvPr>
            <p:ph idx="1"/>
          </p:nvPr>
        </p:nvSpPr>
        <p:spPr/>
        <p:txBody>
          <a:bodyPr/>
          <a:lstStyle/>
          <a:p>
            <a:r>
              <a:rPr lang="en-US" altLang="ja-JP" dirty="0"/>
              <a:t>Java </a:t>
            </a:r>
            <a:r>
              <a:rPr lang="en-US" altLang="ja-JP" dirty="0" err="1"/>
              <a:t>là</a:t>
            </a:r>
            <a:r>
              <a:rPr lang="en-US" altLang="ja-JP" dirty="0"/>
              <a:t> </a:t>
            </a:r>
            <a:r>
              <a:rPr lang="en-US" altLang="ja-JP" dirty="0" err="1"/>
              <a:t>ngôn</a:t>
            </a:r>
            <a:r>
              <a:rPr lang="en-US" altLang="ja-JP" dirty="0"/>
              <a:t> </a:t>
            </a:r>
            <a:r>
              <a:rPr lang="en-US" altLang="ja-JP" dirty="0" err="1"/>
              <a:t>ngữ</a:t>
            </a:r>
            <a:r>
              <a:rPr lang="en-US" altLang="ja-JP" dirty="0"/>
              <a:t> </a:t>
            </a:r>
            <a:r>
              <a:rPr lang="en-US" altLang="ja-JP" dirty="0" err="1"/>
              <a:t>lập</a:t>
            </a:r>
            <a:r>
              <a:rPr lang="en-US" altLang="ja-JP" dirty="0"/>
              <a:t> </a:t>
            </a:r>
            <a:r>
              <a:rPr lang="en-US" altLang="ja-JP" dirty="0" err="1"/>
              <a:t>trình</a:t>
            </a:r>
            <a:r>
              <a:rPr lang="en-US" altLang="ja-JP" dirty="0"/>
              <a:t> </a:t>
            </a:r>
            <a:r>
              <a:rPr lang="en-US" altLang="ja-JP" dirty="0" err="1"/>
              <a:t>thuộc</a:t>
            </a:r>
            <a:r>
              <a:rPr lang="en-US" altLang="ja-JP" dirty="0"/>
              <a:t> </a:t>
            </a:r>
            <a:r>
              <a:rPr lang="en-US" altLang="ja-JP" dirty="0" err="1"/>
              <a:t>mô</a:t>
            </a:r>
            <a:r>
              <a:rPr lang="en-US" altLang="ja-JP" dirty="0"/>
              <a:t> </a:t>
            </a:r>
            <a:r>
              <a:rPr lang="en-US" altLang="ja-JP" dirty="0" err="1"/>
              <a:t>hình</a:t>
            </a:r>
            <a:r>
              <a:rPr lang="en-US" altLang="ja-JP" dirty="0"/>
              <a:t> </a:t>
            </a:r>
            <a:r>
              <a:rPr lang="en-US" altLang="ja-JP" dirty="0" err="1"/>
              <a:t>nào</a:t>
            </a:r>
            <a:r>
              <a:rPr lang="en-US" altLang="ja-JP" dirty="0"/>
              <a:t>?</a:t>
            </a:r>
          </a:p>
          <a:p>
            <a:pPr marL="0" indent="0">
              <a:buNone/>
            </a:pPr>
            <a:r>
              <a:rPr lang="en-US" altLang="ja-JP" dirty="0"/>
              <a:t>A. Procedural </a:t>
            </a:r>
          </a:p>
          <a:p>
            <a:pPr marL="0" indent="0">
              <a:buNone/>
            </a:pPr>
            <a:r>
              <a:rPr lang="en-US" altLang="ja-JP" dirty="0"/>
              <a:t>B. Functional </a:t>
            </a:r>
          </a:p>
          <a:p>
            <a:pPr marL="0" indent="0">
              <a:buNone/>
            </a:pPr>
            <a:r>
              <a:rPr lang="en-US" altLang="ja-JP" dirty="0"/>
              <a:t>C. Object-Oriented</a:t>
            </a:r>
          </a:p>
          <a:p>
            <a:pPr marL="0" indent="0">
              <a:buNone/>
            </a:pPr>
            <a:r>
              <a:rPr lang="en-US" altLang="ja-JP" dirty="0"/>
              <a:t>D. Assembly</a:t>
            </a:r>
          </a:p>
          <a:p>
            <a:pPr marL="0" indent="0">
              <a:buNone/>
            </a:pPr>
            <a:r>
              <a:rPr lang="ja-JP" altLang="en-US" dirty="0"/>
              <a:t>✅ </a:t>
            </a:r>
            <a:r>
              <a:rPr lang="en-US" altLang="ja-JP" dirty="0" err="1"/>
              <a:t>Đáp</a:t>
            </a:r>
            <a:r>
              <a:rPr lang="en-US" altLang="ja-JP" dirty="0"/>
              <a:t> </a:t>
            </a:r>
            <a:r>
              <a:rPr lang="en-US" altLang="ja-JP" dirty="0" err="1"/>
              <a:t>án</a:t>
            </a:r>
            <a:r>
              <a:rPr lang="en-US" altLang="ja-JP" dirty="0"/>
              <a:t>: C</a:t>
            </a:r>
            <a:endParaRPr lang="ja-JP" altLang="en-US" dirty="0"/>
          </a:p>
        </p:txBody>
      </p:sp>
    </p:spTree>
    <p:extLst>
      <p:ext uri="{BB962C8B-B14F-4D97-AF65-F5344CB8AC3E}">
        <p14:creationId xmlns:p14="http://schemas.microsoft.com/office/powerpoint/2010/main" val="1563569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74B9D-92B1-514B-6A10-7FCB192672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41F297-B24C-8359-5296-1E0E9A438AB1}"/>
              </a:ext>
            </a:extLst>
          </p:cNvPr>
          <p:cNvSpPr>
            <a:spLocks noGrp="1"/>
          </p:cNvSpPr>
          <p:nvPr>
            <p:ph type="title"/>
          </p:nvPr>
        </p:nvSpPr>
        <p:spPr/>
        <p:txBody>
          <a:bodyPr>
            <a:normAutofit fontScale="90000"/>
          </a:bodyPr>
          <a:lstStyle/>
          <a:p>
            <a:r>
              <a:rPr lang="en-US" altLang="ja-JP" dirty="0" err="1"/>
              <a:t>Câu</a:t>
            </a:r>
            <a:r>
              <a:rPr lang="en-US" altLang="ja-JP" dirty="0"/>
              <a:t> </a:t>
            </a:r>
            <a:r>
              <a:rPr lang="en-US" altLang="ja-JP" dirty="0" err="1"/>
              <a:t>hỏi</a:t>
            </a:r>
            <a:r>
              <a:rPr lang="en-US" altLang="ja-JP" dirty="0"/>
              <a:t> 2</a:t>
            </a:r>
            <a:endParaRPr lang="ja-JP" altLang="en-US" dirty="0"/>
          </a:p>
        </p:txBody>
      </p:sp>
      <p:sp>
        <p:nvSpPr>
          <p:cNvPr id="3" name="Content Placeholder 2">
            <a:extLst>
              <a:ext uri="{FF2B5EF4-FFF2-40B4-BE49-F238E27FC236}">
                <a16:creationId xmlns:a16="http://schemas.microsoft.com/office/drawing/2014/main" id="{0D750E5B-7FF2-A610-BE30-71F45E1121BB}"/>
              </a:ext>
            </a:extLst>
          </p:cNvPr>
          <p:cNvSpPr>
            <a:spLocks noGrp="1"/>
          </p:cNvSpPr>
          <p:nvPr>
            <p:ph idx="1"/>
          </p:nvPr>
        </p:nvSpPr>
        <p:spPr/>
        <p:txBody>
          <a:bodyPr/>
          <a:lstStyle/>
          <a:p>
            <a:pPr marL="0" indent="0">
              <a:buNone/>
            </a:pPr>
            <a:r>
              <a:rPr lang="en-US" altLang="ja-JP" dirty="0" err="1"/>
              <a:t>Khẩu</a:t>
            </a:r>
            <a:r>
              <a:rPr lang="en-US" altLang="ja-JP" dirty="0"/>
              <a:t> </a:t>
            </a:r>
            <a:r>
              <a:rPr lang="en-US" altLang="ja-JP" dirty="0" err="1"/>
              <a:t>hiệu</a:t>
            </a:r>
            <a:r>
              <a:rPr lang="en-US" altLang="ja-JP" dirty="0"/>
              <a:t> </a:t>
            </a:r>
            <a:r>
              <a:rPr lang="en-US" altLang="ja-JP" dirty="0" err="1"/>
              <a:t>nổi</a:t>
            </a:r>
            <a:r>
              <a:rPr lang="en-US" altLang="ja-JP" dirty="0"/>
              <a:t> </a:t>
            </a:r>
            <a:r>
              <a:rPr lang="en-US" altLang="ja-JP" dirty="0" err="1"/>
              <a:t>tiếng</a:t>
            </a:r>
            <a:r>
              <a:rPr lang="en-US" altLang="ja-JP" dirty="0"/>
              <a:t> </a:t>
            </a:r>
            <a:r>
              <a:rPr lang="en-US" altLang="ja-JP" dirty="0" err="1"/>
              <a:t>của</a:t>
            </a:r>
            <a:r>
              <a:rPr lang="en-US" altLang="ja-JP" dirty="0"/>
              <a:t> Java </a:t>
            </a:r>
            <a:r>
              <a:rPr lang="en-US" altLang="ja-JP" dirty="0" err="1"/>
              <a:t>là</a:t>
            </a:r>
            <a:r>
              <a:rPr lang="en-US" altLang="ja-JP" dirty="0"/>
              <a:t> </a:t>
            </a:r>
            <a:r>
              <a:rPr lang="en-US" altLang="ja-JP" dirty="0" err="1"/>
              <a:t>gì</a:t>
            </a:r>
            <a:r>
              <a:rPr lang="en-US" altLang="ja-JP" dirty="0"/>
              <a:t>?</a:t>
            </a:r>
          </a:p>
          <a:p>
            <a:pPr marL="0" indent="0">
              <a:buNone/>
            </a:pPr>
            <a:r>
              <a:rPr lang="en-US" altLang="ja-JP" dirty="0"/>
              <a:t>A. Code Once, Debug Forever </a:t>
            </a:r>
          </a:p>
          <a:p>
            <a:pPr marL="0" indent="0">
              <a:buNone/>
            </a:pPr>
            <a:r>
              <a:rPr lang="en-US" altLang="ja-JP" dirty="0"/>
              <a:t>B. Write Once, Run Anywhere </a:t>
            </a:r>
          </a:p>
          <a:p>
            <a:pPr marL="0" indent="0">
              <a:buNone/>
            </a:pPr>
            <a:r>
              <a:rPr lang="en-US" altLang="ja-JP" dirty="0"/>
              <a:t>C. Learn Once, Use Forever </a:t>
            </a:r>
          </a:p>
          <a:p>
            <a:pPr marL="0" indent="0">
              <a:buNone/>
            </a:pPr>
            <a:r>
              <a:rPr lang="en-US" altLang="ja-JP" dirty="0"/>
              <a:t>D. Run Anywhere, Compile Everywhere</a:t>
            </a:r>
          </a:p>
          <a:p>
            <a:pPr marL="0" indent="0">
              <a:buNone/>
            </a:pPr>
            <a:r>
              <a:rPr lang="en-US" altLang="ja-JP" dirty="0"/>
              <a:t>✅ </a:t>
            </a:r>
            <a:r>
              <a:rPr lang="en-US" altLang="ja-JP" dirty="0" err="1"/>
              <a:t>Đáp</a:t>
            </a:r>
            <a:r>
              <a:rPr lang="en-US" altLang="ja-JP" dirty="0"/>
              <a:t> </a:t>
            </a:r>
            <a:r>
              <a:rPr lang="en-US" altLang="ja-JP" dirty="0" err="1"/>
              <a:t>án</a:t>
            </a:r>
            <a:r>
              <a:rPr lang="en-US" altLang="ja-JP" dirty="0"/>
              <a:t>: B</a:t>
            </a:r>
            <a:endParaRPr lang="ja-JP" altLang="en-US" dirty="0"/>
          </a:p>
        </p:txBody>
      </p:sp>
    </p:spTree>
    <p:extLst>
      <p:ext uri="{BB962C8B-B14F-4D97-AF65-F5344CB8AC3E}">
        <p14:creationId xmlns:p14="http://schemas.microsoft.com/office/powerpoint/2010/main" val="1403539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charRg st="158" end="17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81683-33F1-2B38-664F-D98B4A04CFC5}"/>
              </a:ext>
            </a:extLst>
          </p:cNvPr>
          <p:cNvSpPr>
            <a:spLocks noGrp="1"/>
          </p:cNvSpPr>
          <p:nvPr>
            <p:ph type="title"/>
          </p:nvPr>
        </p:nvSpPr>
        <p:spPr/>
        <p:txBody>
          <a:bodyPr>
            <a:normAutofit fontScale="90000"/>
          </a:bodyPr>
          <a:lstStyle/>
          <a:p>
            <a:r>
              <a:rPr kumimoji="1" lang="en-US" altLang="ja-JP" dirty="0" err="1"/>
              <a:t>Câu</a:t>
            </a:r>
            <a:r>
              <a:rPr kumimoji="1" lang="en-US" altLang="ja-JP" dirty="0"/>
              <a:t> </a:t>
            </a:r>
            <a:r>
              <a:rPr kumimoji="1" lang="en-US" altLang="ja-JP" dirty="0" err="1"/>
              <a:t>hỏi</a:t>
            </a:r>
            <a:r>
              <a:rPr kumimoji="1" lang="en-US" altLang="ja-JP" dirty="0"/>
              <a:t> 3</a:t>
            </a:r>
            <a:endParaRPr kumimoji="1" lang="ja-JP" altLang="en-US" dirty="0"/>
          </a:p>
        </p:txBody>
      </p:sp>
      <p:sp>
        <p:nvSpPr>
          <p:cNvPr id="3" name="Content Placeholder 2">
            <a:extLst>
              <a:ext uri="{FF2B5EF4-FFF2-40B4-BE49-F238E27FC236}">
                <a16:creationId xmlns:a16="http://schemas.microsoft.com/office/drawing/2014/main" id="{DBC5160D-922C-58B2-2100-D8F5C3F44225}"/>
              </a:ext>
            </a:extLst>
          </p:cNvPr>
          <p:cNvSpPr>
            <a:spLocks noGrp="1"/>
          </p:cNvSpPr>
          <p:nvPr>
            <p:ph idx="1"/>
          </p:nvPr>
        </p:nvSpPr>
        <p:spPr/>
        <p:txBody>
          <a:bodyPr/>
          <a:lstStyle/>
          <a:p>
            <a:r>
              <a:rPr kumimoji="1" lang="en-US" altLang="ja-JP" dirty="0"/>
              <a:t>Thành </a:t>
            </a:r>
            <a:r>
              <a:rPr kumimoji="1" lang="en-US" altLang="ja-JP" dirty="0" err="1"/>
              <a:t>phần</a:t>
            </a:r>
            <a:r>
              <a:rPr kumimoji="1" lang="en-US" altLang="ja-JP" dirty="0"/>
              <a:t> </a:t>
            </a:r>
            <a:r>
              <a:rPr kumimoji="1" lang="en-US" altLang="ja-JP" dirty="0" err="1"/>
              <a:t>nào</a:t>
            </a:r>
            <a:r>
              <a:rPr kumimoji="1" lang="en-US" altLang="ja-JP" dirty="0"/>
              <a:t> </a:t>
            </a:r>
            <a:r>
              <a:rPr kumimoji="1" lang="en-US" altLang="ja-JP" dirty="0" err="1"/>
              <a:t>giúp</a:t>
            </a:r>
            <a:r>
              <a:rPr kumimoji="1" lang="en-US" altLang="ja-JP" dirty="0"/>
              <a:t> Java </a:t>
            </a:r>
            <a:r>
              <a:rPr kumimoji="1" lang="en-US" altLang="ja-JP" dirty="0" err="1"/>
              <a:t>chạy</a:t>
            </a:r>
            <a:r>
              <a:rPr kumimoji="1" lang="en-US" altLang="ja-JP" dirty="0"/>
              <a:t> </a:t>
            </a:r>
            <a:r>
              <a:rPr kumimoji="1" lang="en-US" altLang="ja-JP" dirty="0" err="1"/>
              <a:t>trên</a:t>
            </a:r>
            <a:r>
              <a:rPr kumimoji="1" lang="en-US" altLang="ja-JP" dirty="0"/>
              <a:t> </a:t>
            </a:r>
            <a:r>
              <a:rPr kumimoji="1" lang="en-US" altLang="ja-JP" dirty="0" err="1"/>
              <a:t>nhiều</a:t>
            </a:r>
            <a:r>
              <a:rPr kumimoji="1" lang="en-US" altLang="ja-JP" dirty="0"/>
              <a:t> </a:t>
            </a:r>
            <a:r>
              <a:rPr kumimoji="1" lang="en-US" altLang="ja-JP" dirty="0" err="1"/>
              <a:t>hệ</a:t>
            </a:r>
            <a:r>
              <a:rPr kumimoji="1" lang="en-US" altLang="ja-JP" dirty="0"/>
              <a:t> </a:t>
            </a:r>
            <a:r>
              <a:rPr kumimoji="1" lang="en-US" altLang="ja-JP" dirty="0" err="1"/>
              <a:t>điều</a:t>
            </a:r>
            <a:r>
              <a:rPr kumimoji="1" lang="en-US" altLang="ja-JP" dirty="0"/>
              <a:t> </a:t>
            </a:r>
            <a:r>
              <a:rPr kumimoji="1" lang="en-US" altLang="ja-JP" dirty="0" err="1"/>
              <a:t>hành</a:t>
            </a:r>
            <a:r>
              <a:rPr kumimoji="1" lang="en-US" altLang="ja-JP" dirty="0"/>
              <a:t> </a:t>
            </a:r>
            <a:r>
              <a:rPr kumimoji="1" lang="en-US" altLang="ja-JP" dirty="0" err="1"/>
              <a:t>khác</a:t>
            </a:r>
            <a:r>
              <a:rPr kumimoji="1" lang="en-US" altLang="ja-JP" dirty="0"/>
              <a:t> </a:t>
            </a:r>
            <a:r>
              <a:rPr kumimoji="1" lang="en-US" altLang="ja-JP" dirty="0" err="1"/>
              <a:t>nhau</a:t>
            </a:r>
            <a:r>
              <a:rPr kumimoji="1" lang="en-US" altLang="ja-JP" dirty="0"/>
              <a:t>?</a:t>
            </a:r>
          </a:p>
          <a:p>
            <a:pPr marL="0" indent="0">
              <a:buNone/>
            </a:pPr>
            <a:r>
              <a:rPr kumimoji="1" lang="en-US" altLang="ja-JP" dirty="0"/>
              <a:t>A. JDK </a:t>
            </a:r>
          </a:p>
          <a:p>
            <a:pPr marL="0" indent="0">
              <a:buNone/>
            </a:pPr>
            <a:r>
              <a:rPr kumimoji="1" lang="en-US" altLang="ja-JP" dirty="0"/>
              <a:t>B. JRE </a:t>
            </a:r>
          </a:p>
          <a:p>
            <a:pPr marL="0" indent="0">
              <a:buNone/>
            </a:pPr>
            <a:r>
              <a:rPr kumimoji="1" lang="en-US" altLang="ja-JP" dirty="0"/>
              <a:t>C. JVM </a:t>
            </a:r>
          </a:p>
          <a:p>
            <a:pPr marL="0" indent="0">
              <a:buNone/>
            </a:pPr>
            <a:r>
              <a:rPr kumimoji="1" lang="en-US" altLang="ja-JP" dirty="0"/>
              <a:t>D. IDE</a:t>
            </a:r>
          </a:p>
          <a:p>
            <a:pPr marL="0" indent="0">
              <a:buNone/>
            </a:pPr>
            <a:r>
              <a:rPr kumimoji="1" lang="ja-JP" altLang="en-US" dirty="0"/>
              <a:t>✅ </a:t>
            </a:r>
            <a:r>
              <a:rPr kumimoji="1" lang="en-US" altLang="ja-JP" dirty="0" err="1"/>
              <a:t>Đáp</a:t>
            </a:r>
            <a:r>
              <a:rPr kumimoji="1" lang="en-US" altLang="ja-JP" dirty="0"/>
              <a:t> </a:t>
            </a:r>
            <a:r>
              <a:rPr kumimoji="1" lang="en-US" altLang="ja-JP" dirty="0" err="1"/>
              <a:t>án</a:t>
            </a:r>
            <a:r>
              <a:rPr kumimoji="1" lang="en-US" altLang="ja-JP" dirty="0"/>
              <a:t>: C</a:t>
            </a:r>
            <a:endParaRPr kumimoji="1" lang="ja-JP" altLang="en-US" dirty="0"/>
          </a:p>
        </p:txBody>
      </p:sp>
      <p:sp>
        <p:nvSpPr>
          <p:cNvPr id="4" name="Slide Number Placeholder 3">
            <a:extLst>
              <a:ext uri="{FF2B5EF4-FFF2-40B4-BE49-F238E27FC236}">
                <a16:creationId xmlns:a16="http://schemas.microsoft.com/office/drawing/2014/main" id="{A4D563F0-BACD-1023-2C0F-9E342E4AF07D}"/>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4</a:t>
            </a:fld>
            <a:endParaRPr lang="en-US" altLang="ja-JP"/>
          </a:p>
        </p:txBody>
      </p:sp>
    </p:spTree>
    <p:extLst>
      <p:ext uri="{BB962C8B-B14F-4D97-AF65-F5344CB8AC3E}">
        <p14:creationId xmlns:p14="http://schemas.microsoft.com/office/powerpoint/2010/main" val="3555679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4690E-B7FD-0F24-2770-E27F70A6AD36}"/>
              </a:ext>
            </a:extLst>
          </p:cNvPr>
          <p:cNvSpPr>
            <a:spLocks noGrp="1"/>
          </p:cNvSpPr>
          <p:nvPr>
            <p:ph type="title"/>
          </p:nvPr>
        </p:nvSpPr>
        <p:spPr/>
        <p:txBody>
          <a:bodyPr>
            <a:normAutofit fontScale="90000"/>
          </a:bodyPr>
          <a:lstStyle/>
          <a:p>
            <a:r>
              <a:rPr kumimoji="1" lang="en-US" altLang="ja-JP" dirty="0" err="1"/>
              <a:t>Câu</a:t>
            </a:r>
            <a:r>
              <a:rPr kumimoji="1" lang="en-US" altLang="ja-JP" dirty="0"/>
              <a:t> </a:t>
            </a:r>
            <a:r>
              <a:rPr kumimoji="1" lang="en-US" altLang="ja-JP" dirty="0" err="1"/>
              <a:t>hỏi</a:t>
            </a:r>
            <a:r>
              <a:rPr kumimoji="1" lang="en-US" altLang="ja-JP" dirty="0"/>
              <a:t> 4</a:t>
            </a:r>
            <a:endParaRPr kumimoji="1" lang="ja-JP" altLang="en-US" dirty="0"/>
          </a:p>
        </p:txBody>
      </p:sp>
      <p:sp>
        <p:nvSpPr>
          <p:cNvPr id="3" name="Content Placeholder 2">
            <a:extLst>
              <a:ext uri="{FF2B5EF4-FFF2-40B4-BE49-F238E27FC236}">
                <a16:creationId xmlns:a16="http://schemas.microsoft.com/office/drawing/2014/main" id="{A5DD80CE-1A9C-CC2B-0C57-BB23814DDB13}"/>
              </a:ext>
            </a:extLst>
          </p:cNvPr>
          <p:cNvSpPr>
            <a:spLocks noGrp="1"/>
          </p:cNvSpPr>
          <p:nvPr>
            <p:ph idx="1"/>
          </p:nvPr>
        </p:nvSpPr>
        <p:spPr/>
        <p:txBody>
          <a:bodyPr/>
          <a:lstStyle/>
          <a:p>
            <a:r>
              <a:rPr kumimoji="1" lang="en-US" altLang="ja-JP" dirty="0" err="1"/>
              <a:t>Lệnh</a:t>
            </a:r>
            <a:r>
              <a:rPr kumimoji="1" lang="en-US" altLang="ja-JP" dirty="0"/>
              <a:t> </a:t>
            </a:r>
            <a:r>
              <a:rPr kumimoji="1" lang="en-US" altLang="ja-JP" dirty="0" err="1"/>
              <a:t>dùng</a:t>
            </a:r>
            <a:r>
              <a:rPr kumimoji="1" lang="en-US" altLang="ja-JP" dirty="0"/>
              <a:t> </a:t>
            </a:r>
            <a:r>
              <a:rPr kumimoji="1" lang="en-US" altLang="ja-JP" dirty="0" err="1"/>
              <a:t>để</a:t>
            </a:r>
            <a:r>
              <a:rPr kumimoji="1" lang="en-US" altLang="ja-JP" dirty="0"/>
              <a:t> </a:t>
            </a:r>
            <a:r>
              <a:rPr kumimoji="1" lang="en-US" altLang="ja-JP" dirty="0" err="1"/>
              <a:t>biên</a:t>
            </a:r>
            <a:r>
              <a:rPr kumimoji="1" lang="en-US" altLang="ja-JP" dirty="0"/>
              <a:t> </a:t>
            </a:r>
            <a:r>
              <a:rPr kumimoji="1" lang="en-US" altLang="ja-JP" dirty="0" err="1"/>
              <a:t>dịch</a:t>
            </a:r>
            <a:r>
              <a:rPr kumimoji="1" lang="en-US" altLang="ja-JP" dirty="0"/>
              <a:t> file Java </a:t>
            </a:r>
            <a:r>
              <a:rPr kumimoji="1" lang="en-US" altLang="ja-JP" dirty="0" err="1"/>
              <a:t>là</a:t>
            </a:r>
            <a:r>
              <a:rPr kumimoji="1" lang="en-US" altLang="ja-JP" dirty="0"/>
              <a:t> </a:t>
            </a:r>
            <a:r>
              <a:rPr kumimoji="1" lang="en-US" altLang="ja-JP" dirty="0" err="1"/>
              <a:t>gì</a:t>
            </a:r>
            <a:r>
              <a:rPr kumimoji="1" lang="en-US" altLang="ja-JP" dirty="0"/>
              <a:t>?</a:t>
            </a:r>
          </a:p>
          <a:p>
            <a:pPr marL="0" indent="0">
              <a:buNone/>
            </a:pPr>
            <a:r>
              <a:rPr kumimoji="1" lang="en-US" altLang="ja-JP" dirty="0"/>
              <a:t>A. java HelloWorld.java </a:t>
            </a:r>
          </a:p>
          <a:p>
            <a:pPr marL="0" indent="0">
              <a:buNone/>
            </a:pPr>
            <a:r>
              <a:rPr kumimoji="1" lang="en-US" altLang="ja-JP" dirty="0"/>
              <a:t>B. </a:t>
            </a:r>
            <a:r>
              <a:rPr kumimoji="1" lang="en-US" altLang="ja-JP" dirty="0" err="1"/>
              <a:t>javac</a:t>
            </a:r>
            <a:r>
              <a:rPr kumimoji="1" lang="en-US" altLang="ja-JP" dirty="0"/>
              <a:t> HelloWorld.java </a:t>
            </a:r>
          </a:p>
          <a:p>
            <a:pPr marL="0" indent="0">
              <a:buNone/>
            </a:pPr>
            <a:r>
              <a:rPr kumimoji="1" lang="en-US" altLang="ja-JP" dirty="0"/>
              <a:t>C. compile HelloWorld.java </a:t>
            </a:r>
          </a:p>
          <a:p>
            <a:pPr marL="0" indent="0">
              <a:buNone/>
            </a:pPr>
            <a:r>
              <a:rPr kumimoji="1" lang="en-US" altLang="ja-JP" dirty="0"/>
              <a:t>D. run HelloWorld.java</a:t>
            </a:r>
          </a:p>
          <a:p>
            <a:pPr marL="0" indent="0">
              <a:buNone/>
            </a:pPr>
            <a:r>
              <a:rPr kumimoji="1" lang="en-US" altLang="ja-JP" dirty="0"/>
              <a:t>✅ </a:t>
            </a:r>
            <a:r>
              <a:rPr kumimoji="1" lang="en-US" altLang="ja-JP" dirty="0" err="1"/>
              <a:t>Đáp</a:t>
            </a:r>
            <a:r>
              <a:rPr kumimoji="1" lang="en-US" altLang="ja-JP" dirty="0"/>
              <a:t> </a:t>
            </a:r>
            <a:r>
              <a:rPr kumimoji="1" lang="en-US" altLang="ja-JP" dirty="0" err="1"/>
              <a:t>án</a:t>
            </a:r>
            <a:r>
              <a:rPr kumimoji="1" lang="en-US" altLang="ja-JP" dirty="0"/>
              <a:t>: B</a:t>
            </a:r>
          </a:p>
          <a:p>
            <a:endParaRPr kumimoji="1" lang="ja-JP" altLang="en-US" dirty="0"/>
          </a:p>
        </p:txBody>
      </p:sp>
      <p:sp>
        <p:nvSpPr>
          <p:cNvPr id="4" name="Slide Number Placeholder 3">
            <a:extLst>
              <a:ext uri="{FF2B5EF4-FFF2-40B4-BE49-F238E27FC236}">
                <a16:creationId xmlns:a16="http://schemas.microsoft.com/office/drawing/2014/main" id="{8B08F769-B675-AB03-7AE7-995D3FA49FE0}"/>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5</a:t>
            </a:fld>
            <a:endParaRPr lang="en-US" altLang="ja-JP"/>
          </a:p>
        </p:txBody>
      </p:sp>
    </p:spTree>
    <p:extLst>
      <p:ext uri="{BB962C8B-B14F-4D97-AF65-F5344CB8AC3E}">
        <p14:creationId xmlns:p14="http://schemas.microsoft.com/office/powerpoint/2010/main" val="4067243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04BCB-ECEB-52C9-745F-3E35F93CB910}"/>
              </a:ext>
            </a:extLst>
          </p:cNvPr>
          <p:cNvSpPr>
            <a:spLocks noGrp="1"/>
          </p:cNvSpPr>
          <p:nvPr>
            <p:ph type="title"/>
          </p:nvPr>
        </p:nvSpPr>
        <p:spPr/>
        <p:txBody>
          <a:bodyPr>
            <a:normAutofit fontScale="90000"/>
          </a:bodyPr>
          <a:lstStyle/>
          <a:p>
            <a:r>
              <a:rPr kumimoji="1" lang="en-US" altLang="ja-JP" dirty="0" err="1"/>
              <a:t>Câu</a:t>
            </a:r>
            <a:r>
              <a:rPr kumimoji="1" lang="en-US" altLang="ja-JP" dirty="0"/>
              <a:t> </a:t>
            </a:r>
            <a:r>
              <a:rPr kumimoji="1" lang="en-US" altLang="ja-JP" dirty="0" err="1"/>
              <a:t>hỏi</a:t>
            </a:r>
            <a:r>
              <a:rPr kumimoji="1" lang="en-US" altLang="ja-JP" dirty="0"/>
              <a:t> 5</a:t>
            </a:r>
            <a:endParaRPr kumimoji="1" lang="ja-JP" altLang="en-US" dirty="0"/>
          </a:p>
        </p:txBody>
      </p:sp>
      <p:sp>
        <p:nvSpPr>
          <p:cNvPr id="3" name="Content Placeholder 2">
            <a:extLst>
              <a:ext uri="{FF2B5EF4-FFF2-40B4-BE49-F238E27FC236}">
                <a16:creationId xmlns:a16="http://schemas.microsoft.com/office/drawing/2014/main" id="{CE01101E-2DC3-436B-AD88-7957A7C9236B}"/>
              </a:ext>
            </a:extLst>
          </p:cNvPr>
          <p:cNvSpPr>
            <a:spLocks noGrp="1"/>
          </p:cNvSpPr>
          <p:nvPr>
            <p:ph idx="1"/>
          </p:nvPr>
        </p:nvSpPr>
        <p:spPr/>
        <p:txBody>
          <a:bodyPr/>
          <a:lstStyle/>
          <a:p>
            <a:r>
              <a:rPr kumimoji="1" lang="en-US" altLang="ja-JP" dirty="0" err="1"/>
              <a:t>Đâu</a:t>
            </a:r>
            <a:r>
              <a:rPr kumimoji="1" lang="en-US" altLang="ja-JP" dirty="0"/>
              <a:t> </a:t>
            </a:r>
            <a:r>
              <a:rPr kumimoji="1" lang="en-US" altLang="ja-JP" dirty="0" err="1"/>
              <a:t>là</a:t>
            </a:r>
            <a:r>
              <a:rPr kumimoji="1" lang="en-US" altLang="ja-JP" dirty="0"/>
              <a:t> </a:t>
            </a:r>
            <a:r>
              <a:rPr kumimoji="1" lang="en-US" altLang="ja-JP" dirty="0" err="1"/>
              <a:t>khai</a:t>
            </a:r>
            <a:r>
              <a:rPr kumimoji="1" lang="en-US" altLang="ja-JP" dirty="0"/>
              <a:t> </a:t>
            </a:r>
            <a:r>
              <a:rPr kumimoji="1" lang="en-US" altLang="ja-JP" dirty="0" err="1"/>
              <a:t>báo</a:t>
            </a:r>
            <a:r>
              <a:rPr kumimoji="1" lang="en-US" altLang="ja-JP" dirty="0"/>
              <a:t> </a:t>
            </a:r>
            <a:r>
              <a:rPr kumimoji="1" lang="en-US" altLang="ja-JP" dirty="0" err="1"/>
              <a:t>biến</a:t>
            </a:r>
            <a:r>
              <a:rPr kumimoji="1" lang="en-US" altLang="ja-JP" dirty="0"/>
              <a:t> </a:t>
            </a:r>
            <a:r>
              <a:rPr kumimoji="1" lang="en-US" altLang="ja-JP" dirty="0" err="1"/>
              <a:t>hợp</a:t>
            </a:r>
            <a:r>
              <a:rPr kumimoji="1" lang="en-US" altLang="ja-JP" dirty="0"/>
              <a:t> </a:t>
            </a:r>
            <a:r>
              <a:rPr kumimoji="1" lang="en-US" altLang="ja-JP" dirty="0" err="1"/>
              <a:t>lệ</a:t>
            </a:r>
            <a:r>
              <a:rPr kumimoji="1" lang="en-US" altLang="ja-JP" dirty="0"/>
              <a:t> </a:t>
            </a:r>
            <a:r>
              <a:rPr kumimoji="1" lang="en-US" altLang="ja-JP" dirty="0" err="1"/>
              <a:t>trong</a:t>
            </a:r>
            <a:r>
              <a:rPr kumimoji="1" lang="en-US" altLang="ja-JP" dirty="0"/>
              <a:t> Java?</a:t>
            </a:r>
          </a:p>
          <a:p>
            <a:pPr marL="0" indent="0">
              <a:buNone/>
            </a:pPr>
            <a:r>
              <a:rPr kumimoji="1" lang="en-US" altLang="ja-JP" dirty="0"/>
              <a:t>A. int x; </a:t>
            </a:r>
          </a:p>
          <a:p>
            <a:pPr marL="0" indent="0">
              <a:buNone/>
            </a:pPr>
            <a:r>
              <a:rPr kumimoji="1" lang="en-US" altLang="ja-JP" dirty="0"/>
              <a:t>B. integer x; </a:t>
            </a:r>
          </a:p>
          <a:p>
            <a:pPr marL="0" indent="0">
              <a:buNone/>
            </a:pPr>
            <a:r>
              <a:rPr kumimoji="1" lang="en-US" altLang="ja-JP" dirty="0"/>
              <a:t>C. Int x; </a:t>
            </a:r>
          </a:p>
          <a:p>
            <a:pPr marL="0" indent="0">
              <a:buNone/>
            </a:pPr>
            <a:r>
              <a:rPr kumimoji="1" lang="en-US" altLang="ja-JP" dirty="0"/>
              <a:t>D. number x;</a:t>
            </a:r>
          </a:p>
          <a:p>
            <a:pPr marL="0" indent="0">
              <a:buNone/>
            </a:pPr>
            <a:r>
              <a:rPr kumimoji="1" lang="ja-JP" altLang="en-US" dirty="0"/>
              <a:t>✅ </a:t>
            </a:r>
            <a:r>
              <a:rPr kumimoji="1" lang="en-US" altLang="ja-JP" dirty="0" err="1"/>
              <a:t>Đáp</a:t>
            </a:r>
            <a:r>
              <a:rPr kumimoji="1" lang="en-US" altLang="ja-JP" dirty="0"/>
              <a:t> </a:t>
            </a:r>
            <a:r>
              <a:rPr kumimoji="1" lang="en-US" altLang="ja-JP" dirty="0" err="1"/>
              <a:t>án</a:t>
            </a:r>
            <a:r>
              <a:rPr kumimoji="1" lang="en-US" altLang="ja-JP" dirty="0"/>
              <a:t>: A</a:t>
            </a:r>
            <a:endParaRPr kumimoji="1" lang="ja-JP" altLang="en-US" dirty="0"/>
          </a:p>
        </p:txBody>
      </p:sp>
      <p:sp>
        <p:nvSpPr>
          <p:cNvPr id="4" name="Slide Number Placeholder 3">
            <a:extLst>
              <a:ext uri="{FF2B5EF4-FFF2-40B4-BE49-F238E27FC236}">
                <a16:creationId xmlns:a16="http://schemas.microsoft.com/office/drawing/2014/main" id="{E72E9701-F96A-E58E-C523-7BD5AA4C2FB2}"/>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6</a:t>
            </a:fld>
            <a:endParaRPr lang="en-US" altLang="ja-JP"/>
          </a:p>
        </p:txBody>
      </p:sp>
    </p:spTree>
    <p:extLst>
      <p:ext uri="{BB962C8B-B14F-4D97-AF65-F5344CB8AC3E}">
        <p14:creationId xmlns:p14="http://schemas.microsoft.com/office/powerpoint/2010/main" val="1575546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25546-6BA2-3B47-FEFD-E04F5977CD30}"/>
              </a:ext>
            </a:extLst>
          </p:cNvPr>
          <p:cNvSpPr>
            <a:spLocks noGrp="1"/>
          </p:cNvSpPr>
          <p:nvPr>
            <p:ph type="title"/>
          </p:nvPr>
        </p:nvSpPr>
        <p:spPr/>
        <p:txBody>
          <a:bodyPr>
            <a:normAutofit fontScale="90000"/>
          </a:bodyPr>
          <a:lstStyle/>
          <a:p>
            <a:r>
              <a:rPr kumimoji="1" lang="en-US" altLang="ja-JP" dirty="0" err="1"/>
              <a:t>Câu</a:t>
            </a:r>
            <a:r>
              <a:rPr kumimoji="1" lang="en-US" altLang="ja-JP" dirty="0"/>
              <a:t> </a:t>
            </a:r>
            <a:r>
              <a:rPr kumimoji="1" lang="en-US" altLang="ja-JP" dirty="0" err="1"/>
              <a:t>hỏi</a:t>
            </a:r>
            <a:r>
              <a:rPr kumimoji="1" lang="en-US" altLang="ja-JP" dirty="0"/>
              <a:t> 6</a:t>
            </a:r>
            <a:endParaRPr kumimoji="1" lang="ja-JP" altLang="en-US" dirty="0"/>
          </a:p>
        </p:txBody>
      </p:sp>
      <p:sp>
        <p:nvSpPr>
          <p:cNvPr id="3" name="Content Placeholder 2">
            <a:extLst>
              <a:ext uri="{FF2B5EF4-FFF2-40B4-BE49-F238E27FC236}">
                <a16:creationId xmlns:a16="http://schemas.microsoft.com/office/drawing/2014/main" id="{76010233-CEC4-9660-D25D-84D65396F6A3}"/>
              </a:ext>
            </a:extLst>
          </p:cNvPr>
          <p:cNvSpPr>
            <a:spLocks noGrp="1"/>
          </p:cNvSpPr>
          <p:nvPr>
            <p:ph idx="1"/>
          </p:nvPr>
        </p:nvSpPr>
        <p:spPr/>
        <p:txBody>
          <a:bodyPr/>
          <a:lstStyle/>
          <a:p>
            <a:r>
              <a:rPr lang="vi-VN" altLang="ja-JP" dirty="0"/>
              <a:t>Phát biểu nào đúng về String trong Java?</a:t>
            </a:r>
            <a:endParaRPr lang="en-US" altLang="ja-JP" dirty="0"/>
          </a:p>
          <a:p>
            <a:pPr marL="0" indent="0">
              <a:buNone/>
            </a:pPr>
            <a:r>
              <a:rPr lang="vi-VN" altLang="ja-JP" dirty="0"/>
              <a:t>A. Là kiểu dữ liệu nguyên thủy </a:t>
            </a:r>
            <a:endParaRPr lang="en-US" altLang="ja-JP" dirty="0"/>
          </a:p>
          <a:p>
            <a:pPr marL="0" indent="0">
              <a:buNone/>
            </a:pPr>
            <a:r>
              <a:rPr lang="vi-VN" altLang="ja-JP" dirty="0"/>
              <a:t>B. Là kiểu tham chiếu </a:t>
            </a:r>
            <a:endParaRPr lang="en-US" altLang="ja-JP" dirty="0"/>
          </a:p>
          <a:p>
            <a:pPr marL="0" indent="0">
              <a:buNone/>
            </a:pPr>
            <a:r>
              <a:rPr lang="vi-VN" altLang="ja-JP" dirty="0"/>
              <a:t>C. Là kiểu số thực </a:t>
            </a:r>
            <a:endParaRPr lang="en-US" altLang="ja-JP" dirty="0"/>
          </a:p>
          <a:p>
            <a:pPr marL="0" indent="0">
              <a:buNone/>
            </a:pPr>
            <a:r>
              <a:rPr lang="vi-VN" altLang="ja-JP" dirty="0"/>
              <a:t>D. Là kiểu logic</a:t>
            </a:r>
            <a:endParaRPr lang="en-US" altLang="ja-JP" dirty="0"/>
          </a:p>
          <a:p>
            <a:pPr marL="0" indent="0">
              <a:buNone/>
            </a:pPr>
            <a:r>
              <a:rPr kumimoji="1" lang="ja-JP" altLang="en-US" dirty="0"/>
              <a:t>✅ </a:t>
            </a:r>
            <a:r>
              <a:rPr kumimoji="1" lang="vi-VN" altLang="ja-JP" dirty="0"/>
              <a:t>Đáp án: B</a:t>
            </a:r>
            <a:endParaRPr kumimoji="1" lang="ja-JP" altLang="en-US" dirty="0"/>
          </a:p>
        </p:txBody>
      </p:sp>
      <p:sp>
        <p:nvSpPr>
          <p:cNvPr id="4" name="Slide Number Placeholder 3">
            <a:extLst>
              <a:ext uri="{FF2B5EF4-FFF2-40B4-BE49-F238E27FC236}">
                <a16:creationId xmlns:a16="http://schemas.microsoft.com/office/drawing/2014/main" id="{3E14CD75-F9B1-D25B-F123-F088F53AE223}"/>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7</a:t>
            </a:fld>
            <a:endParaRPr lang="en-US" altLang="ja-JP"/>
          </a:p>
        </p:txBody>
      </p:sp>
    </p:spTree>
    <p:extLst>
      <p:ext uri="{BB962C8B-B14F-4D97-AF65-F5344CB8AC3E}">
        <p14:creationId xmlns:p14="http://schemas.microsoft.com/office/powerpoint/2010/main" val="3791966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CD093-22BD-8EA8-C5AF-7585F4E3581C}"/>
              </a:ext>
            </a:extLst>
          </p:cNvPr>
          <p:cNvSpPr>
            <a:spLocks noGrp="1"/>
          </p:cNvSpPr>
          <p:nvPr>
            <p:ph type="title"/>
          </p:nvPr>
        </p:nvSpPr>
        <p:spPr/>
        <p:txBody>
          <a:bodyPr>
            <a:normAutofit fontScale="90000"/>
          </a:bodyPr>
          <a:lstStyle/>
          <a:p>
            <a:r>
              <a:rPr kumimoji="1" lang="en-US" altLang="ja-JP" dirty="0" err="1"/>
              <a:t>Câu</a:t>
            </a:r>
            <a:r>
              <a:rPr kumimoji="1" lang="en-US" altLang="ja-JP" dirty="0"/>
              <a:t> </a:t>
            </a:r>
            <a:r>
              <a:rPr kumimoji="1" lang="en-US" altLang="ja-JP" dirty="0" err="1"/>
              <a:t>hỏi</a:t>
            </a:r>
            <a:r>
              <a:rPr kumimoji="1" lang="en-US" altLang="ja-JP" dirty="0"/>
              <a:t> 7</a:t>
            </a:r>
            <a:endParaRPr kumimoji="1" lang="ja-JP" altLang="en-US" dirty="0"/>
          </a:p>
        </p:txBody>
      </p:sp>
      <p:sp>
        <p:nvSpPr>
          <p:cNvPr id="3" name="Content Placeholder 2">
            <a:extLst>
              <a:ext uri="{FF2B5EF4-FFF2-40B4-BE49-F238E27FC236}">
                <a16:creationId xmlns:a16="http://schemas.microsoft.com/office/drawing/2014/main" id="{CAC2B659-45F4-B98D-04D7-A4EACBE68594}"/>
              </a:ext>
            </a:extLst>
          </p:cNvPr>
          <p:cNvSpPr>
            <a:spLocks noGrp="1"/>
          </p:cNvSpPr>
          <p:nvPr>
            <p:ph idx="1"/>
          </p:nvPr>
        </p:nvSpPr>
        <p:spPr/>
        <p:txBody>
          <a:bodyPr/>
          <a:lstStyle/>
          <a:p>
            <a:r>
              <a:rPr kumimoji="1" lang="en-US" altLang="ja-JP" dirty="0" err="1"/>
              <a:t>Từ</a:t>
            </a:r>
            <a:r>
              <a:rPr kumimoji="1" lang="en-US" altLang="ja-JP" dirty="0"/>
              <a:t> </a:t>
            </a:r>
            <a:r>
              <a:rPr kumimoji="1" lang="en-US" altLang="ja-JP" dirty="0" err="1"/>
              <a:t>khóa</a:t>
            </a:r>
            <a:r>
              <a:rPr kumimoji="1" lang="en-US" altLang="ja-JP" dirty="0"/>
              <a:t> </a:t>
            </a:r>
            <a:r>
              <a:rPr kumimoji="1" lang="en-US" altLang="ja-JP" dirty="0" err="1"/>
              <a:t>dùng</a:t>
            </a:r>
            <a:r>
              <a:rPr kumimoji="1" lang="en-US" altLang="ja-JP" dirty="0"/>
              <a:t> </a:t>
            </a:r>
            <a:r>
              <a:rPr kumimoji="1" lang="en-US" altLang="ja-JP" dirty="0" err="1"/>
              <a:t>để</a:t>
            </a:r>
            <a:r>
              <a:rPr kumimoji="1" lang="en-US" altLang="ja-JP" dirty="0"/>
              <a:t> </a:t>
            </a:r>
            <a:r>
              <a:rPr kumimoji="1" lang="en-US" altLang="ja-JP" dirty="0" err="1"/>
              <a:t>khai</a:t>
            </a:r>
            <a:r>
              <a:rPr kumimoji="1" lang="en-US" altLang="ja-JP" dirty="0"/>
              <a:t> </a:t>
            </a:r>
            <a:r>
              <a:rPr kumimoji="1" lang="en-US" altLang="ja-JP" dirty="0" err="1"/>
              <a:t>báo</a:t>
            </a:r>
            <a:r>
              <a:rPr kumimoji="1" lang="en-US" altLang="ja-JP" dirty="0"/>
              <a:t> </a:t>
            </a:r>
            <a:r>
              <a:rPr kumimoji="1" lang="en-US" altLang="ja-JP" dirty="0" err="1"/>
              <a:t>hằng</a:t>
            </a:r>
            <a:r>
              <a:rPr kumimoji="1" lang="en-US" altLang="ja-JP" dirty="0"/>
              <a:t> </a:t>
            </a:r>
            <a:r>
              <a:rPr kumimoji="1" lang="en-US" altLang="ja-JP" dirty="0" err="1"/>
              <a:t>số</a:t>
            </a:r>
            <a:r>
              <a:rPr kumimoji="1" lang="en-US" altLang="ja-JP" dirty="0"/>
              <a:t> </a:t>
            </a:r>
            <a:r>
              <a:rPr kumimoji="1" lang="en-US" altLang="ja-JP" dirty="0" err="1"/>
              <a:t>là</a:t>
            </a:r>
            <a:r>
              <a:rPr kumimoji="1" lang="en-US" altLang="ja-JP" dirty="0"/>
              <a:t> </a:t>
            </a:r>
            <a:r>
              <a:rPr kumimoji="1" lang="en-US" altLang="ja-JP" dirty="0" err="1"/>
              <a:t>gì</a:t>
            </a:r>
            <a:r>
              <a:rPr kumimoji="1" lang="en-US" altLang="ja-JP" dirty="0"/>
              <a:t>?</a:t>
            </a:r>
          </a:p>
          <a:p>
            <a:pPr marL="0" indent="0">
              <a:buNone/>
            </a:pPr>
            <a:r>
              <a:rPr kumimoji="1" lang="en-US" altLang="ja-JP" dirty="0"/>
              <a:t>A. static </a:t>
            </a:r>
          </a:p>
          <a:p>
            <a:pPr marL="0" indent="0">
              <a:buNone/>
            </a:pPr>
            <a:r>
              <a:rPr kumimoji="1" lang="en-US" altLang="ja-JP" dirty="0"/>
              <a:t>B. const </a:t>
            </a:r>
          </a:p>
          <a:p>
            <a:pPr marL="0" indent="0">
              <a:buNone/>
            </a:pPr>
            <a:r>
              <a:rPr kumimoji="1" lang="en-US" altLang="ja-JP" dirty="0"/>
              <a:t>C. final </a:t>
            </a:r>
          </a:p>
          <a:p>
            <a:pPr marL="0" indent="0">
              <a:buNone/>
            </a:pPr>
            <a:r>
              <a:rPr kumimoji="1" lang="en-US" altLang="ja-JP" dirty="0"/>
              <a:t>D. fixed</a:t>
            </a:r>
          </a:p>
          <a:p>
            <a:pPr marL="0" indent="0">
              <a:buNone/>
            </a:pPr>
            <a:r>
              <a:rPr kumimoji="1" lang="ja-JP" altLang="en-US" dirty="0"/>
              <a:t>✅ </a:t>
            </a:r>
            <a:r>
              <a:rPr kumimoji="1" lang="en-US" altLang="ja-JP" dirty="0" err="1"/>
              <a:t>Đáp</a:t>
            </a:r>
            <a:r>
              <a:rPr kumimoji="1" lang="en-US" altLang="ja-JP" dirty="0"/>
              <a:t> </a:t>
            </a:r>
            <a:r>
              <a:rPr kumimoji="1" lang="en-US" altLang="ja-JP" dirty="0" err="1"/>
              <a:t>án</a:t>
            </a:r>
            <a:r>
              <a:rPr kumimoji="1" lang="en-US" altLang="ja-JP" dirty="0"/>
              <a:t>: C</a:t>
            </a:r>
            <a:endParaRPr kumimoji="1" lang="ja-JP" altLang="en-US" dirty="0"/>
          </a:p>
        </p:txBody>
      </p:sp>
      <p:sp>
        <p:nvSpPr>
          <p:cNvPr id="4" name="Slide Number Placeholder 3">
            <a:extLst>
              <a:ext uri="{FF2B5EF4-FFF2-40B4-BE49-F238E27FC236}">
                <a16:creationId xmlns:a16="http://schemas.microsoft.com/office/drawing/2014/main" id="{5342C554-AB75-2E35-1304-980F8F65C333}"/>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8</a:t>
            </a:fld>
            <a:endParaRPr lang="en-US" altLang="ja-JP"/>
          </a:p>
        </p:txBody>
      </p:sp>
    </p:spTree>
    <p:extLst>
      <p:ext uri="{BB962C8B-B14F-4D97-AF65-F5344CB8AC3E}">
        <p14:creationId xmlns:p14="http://schemas.microsoft.com/office/powerpoint/2010/main" val="2335886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F5836-E3C6-7D4F-A393-FF55BE84D200}"/>
              </a:ext>
            </a:extLst>
          </p:cNvPr>
          <p:cNvSpPr>
            <a:spLocks noGrp="1"/>
          </p:cNvSpPr>
          <p:nvPr>
            <p:ph type="title"/>
          </p:nvPr>
        </p:nvSpPr>
        <p:spPr/>
        <p:txBody>
          <a:bodyPr>
            <a:normAutofit fontScale="90000"/>
          </a:bodyPr>
          <a:lstStyle/>
          <a:p>
            <a:r>
              <a:rPr kumimoji="1" lang="en-US" altLang="ja-JP" dirty="0" err="1"/>
              <a:t>Câu</a:t>
            </a:r>
            <a:r>
              <a:rPr kumimoji="1" lang="en-US" altLang="ja-JP" dirty="0"/>
              <a:t> </a:t>
            </a:r>
            <a:r>
              <a:rPr kumimoji="1" lang="en-US" altLang="ja-JP" dirty="0" err="1"/>
              <a:t>hỏi</a:t>
            </a:r>
            <a:r>
              <a:rPr kumimoji="1" lang="en-US" altLang="ja-JP" dirty="0"/>
              <a:t> 8</a:t>
            </a:r>
            <a:endParaRPr kumimoji="1" lang="ja-JP" altLang="en-US" dirty="0"/>
          </a:p>
        </p:txBody>
      </p:sp>
      <p:sp>
        <p:nvSpPr>
          <p:cNvPr id="3" name="Content Placeholder 2">
            <a:extLst>
              <a:ext uri="{FF2B5EF4-FFF2-40B4-BE49-F238E27FC236}">
                <a16:creationId xmlns:a16="http://schemas.microsoft.com/office/drawing/2014/main" id="{AC40C9DD-2CC3-625D-4F60-3A7BE59456C8}"/>
              </a:ext>
            </a:extLst>
          </p:cNvPr>
          <p:cNvSpPr>
            <a:spLocks noGrp="1"/>
          </p:cNvSpPr>
          <p:nvPr>
            <p:ph idx="1"/>
          </p:nvPr>
        </p:nvSpPr>
        <p:spPr/>
        <p:txBody>
          <a:bodyPr/>
          <a:lstStyle/>
          <a:p>
            <a:r>
              <a:rPr kumimoji="1" lang="en-US" altLang="ja-JP" dirty="0" err="1"/>
              <a:t>Giá</a:t>
            </a:r>
            <a:r>
              <a:rPr kumimoji="1" lang="en-US" altLang="ja-JP" dirty="0"/>
              <a:t> </a:t>
            </a:r>
            <a:r>
              <a:rPr kumimoji="1" lang="en-US" altLang="ja-JP" dirty="0" err="1"/>
              <a:t>trị</a:t>
            </a:r>
            <a:r>
              <a:rPr kumimoji="1" lang="en-US" altLang="ja-JP" dirty="0"/>
              <a:t> </a:t>
            </a:r>
            <a:r>
              <a:rPr kumimoji="1" lang="en-US" altLang="ja-JP" dirty="0" err="1"/>
              <a:t>của</a:t>
            </a:r>
            <a:r>
              <a:rPr kumimoji="1" lang="en-US" altLang="ja-JP" dirty="0"/>
              <a:t> </a:t>
            </a:r>
            <a:r>
              <a:rPr kumimoji="1" lang="en-US" altLang="ja-JP" dirty="0" err="1"/>
              <a:t>đoạn</a:t>
            </a:r>
            <a:r>
              <a:rPr kumimoji="1" lang="en-US" altLang="ja-JP" dirty="0"/>
              <a:t> </a:t>
            </a:r>
            <a:r>
              <a:rPr kumimoji="1" lang="en-US" altLang="ja-JP" dirty="0" err="1"/>
              <a:t>mã</a:t>
            </a:r>
            <a:r>
              <a:rPr kumimoji="1" lang="en-US" altLang="ja-JP" dirty="0"/>
              <a:t> </a:t>
            </a:r>
            <a:r>
              <a:rPr kumimoji="1" lang="en-US" altLang="ja-JP" dirty="0" err="1"/>
              <a:t>sau</a:t>
            </a:r>
            <a:r>
              <a:rPr kumimoji="1" lang="en-US" altLang="ja-JP" dirty="0"/>
              <a:t> </a:t>
            </a:r>
            <a:r>
              <a:rPr kumimoji="1" lang="en-US" altLang="ja-JP" dirty="0" err="1"/>
              <a:t>là</a:t>
            </a:r>
            <a:r>
              <a:rPr kumimoji="1" lang="en-US" altLang="ja-JP" dirty="0"/>
              <a:t> </a:t>
            </a:r>
            <a:r>
              <a:rPr kumimoji="1" lang="en-US" altLang="ja-JP" dirty="0" err="1"/>
              <a:t>gì</a:t>
            </a:r>
            <a:r>
              <a:rPr kumimoji="1" lang="en-US" altLang="ja-JP" dirty="0"/>
              <a:t>?</a:t>
            </a:r>
          </a:p>
          <a:p>
            <a:pPr marL="0" indent="0">
              <a:buNone/>
            </a:pPr>
            <a:r>
              <a:rPr kumimoji="1" lang="en-US" altLang="ja-JP" i="1" dirty="0"/>
              <a:t>int x = 5;</a:t>
            </a:r>
          </a:p>
          <a:p>
            <a:pPr marL="0" indent="0">
              <a:buNone/>
            </a:pPr>
            <a:r>
              <a:rPr kumimoji="1" lang="en-US" altLang="ja-JP" i="1" dirty="0" err="1"/>
              <a:t>System.out.println</a:t>
            </a:r>
            <a:r>
              <a:rPr kumimoji="1" lang="en-US" altLang="ja-JP" i="1" dirty="0"/>
              <a:t>(++x);</a:t>
            </a:r>
          </a:p>
          <a:p>
            <a:pPr marL="514350" indent="-514350">
              <a:buAutoNum type="alphaUcPeriod"/>
            </a:pPr>
            <a:r>
              <a:rPr kumimoji="1" lang="vi-VN" altLang="ja-JP" dirty="0"/>
              <a:t>4  </a:t>
            </a:r>
            <a:endParaRPr kumimoji="1" lang="en-US" altLang="ja-JP" dirty="0"/>
          </a:p>
          <a:p>
            <a:pPr marL="514350" indent="-514350">
              <a:buAutoNum type="alphaUcPeriod"/>
            </a:pPr>
            <a:r>
              <a:rPr kumimoji="1" lang="vi-VN" altLang="ja-JP" dirty="0"/>
              <a:t>5 </a:t>
            </a:r>
            <a:endParaRPr kumimoji="1" lang="en-US" altLang="ja-JP" dirty="0"/>
          </a:p>
          <a:p>
            <a:pPr marL="0" indent="0">
              <a:buNone/>
            </a:pPr>
            <a:r>
              <a:rPr kumimoji="1" lang="vi-VN" altLang="ja-JP" dirty="0"/>
              <a:t>C. 6 </a:t>
            </a:r>
            <a:endParaRPr kumimoji="1" lang="en-US" altLang="ja-JP" dirty="0"/>
          </a:p>
          <a:p>
            <a:pPr marL="0" indent="0">
              <a:buNone/>
            </a:pPr>
            <a:r>
              <a:rPr kumimoji="1" lang="vi-VN" altLang="ja-JP" dirty="0"/>
              <a:t>D. Lỗi</a:t>
            </a:r>
            <a:endParaRPr kumimoji="1" lang="en-US" altLang="ja-JP" dirty="0"/>
          </a:p>
          <a:p>
            <a:pPr marL="0" indent="0">
              <a:buNone/>
            </a:pPr>
            <a:r>
              <a:rPr kumimoji="1" lang="ja-JP" altLang="en-US" dirty="0"/>
              <a:t>✅ </a:t>
            </a:r>
            <a:r>
              <a:rPr kumimoji="1" lang="vi-VN" altLang="ja-JP" dirty="0"/>
              <a:t>Đáp án: C (x tăng lên 6 trước khi in ra)</a:t>
            </a:r>
            <a:endParaRPr kumimoji="1" lang="ja-JP" altLang="en-US" dirty="0"/>
          </a:p>
        </p:txBody>
      </p:sp>
      <p:sp>
        <p:nvSpPr>
          <p:cNvPr id="4" name="Slide Number Placeholder 3">
            <a:extLst>
              <a:ext uri="{FF2B5EF4-FFF2-40B4-BE49-F238E27FC236}">
                <a16:creationId xmlns:a16="http://schemas.microsoft.com/office/drawing/2014/main" id="{684A5881-941B-8DF4-0D7A-3E16A8EB4F9A}"/>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9</a:t>
            </a:fld>
            <a:endParaRPr lang="en-US" altLang="ja-JP"/>
          </a:p>
        </p:txBody>
      </p:sp>
    </p:spTree>
    <p:extLst>
      <p:ext uri="{BB962C8B-B14F-4D97-AF65-F5344CB8AC3E}">
        <p14:creationId xmlns:p14="http://schemas.microsoft.com/office/powerpoint/2010/main" val="1894149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D8C6C-71E6-1D2B-4AB7-1BFA5426134F}"/>
              </a:ext>
            </a:extLst>
          </p:cNvPr>
          <p:cNvSpPr>
            <a:spLocks noGrp="1"/>
          </p:cNvSpPr>
          <p:nvPr>
            <p:ph type="title"/>
          </p:nvPr>
        </p:nvSpPr>
        <p:spPr/>
        <p:txBody>
          <a:bodyPr>
            <a:normAutofit fontScale="90000"/>
          </a:bodyPr>
          <a:lstStyle/>
          <a:p>
            <a:r>
              <a:rPr kumimoji="1" lang="en-US" altLang="ja-JP" dirty="0" err="1"/>
              <a:t>Câu</a:t>
            </a:r>
            <a:r>
              <a:rPr kumimoji="1" lang="en-US" altLang="ja-JP" dirty="0"/>
              <a:t> </a:t>
            </a:r>
            <a:r>
              <a:rPr kumimoji="1" lang="en-US" altLang="ja-JP" dirty="0" err="1"/>
              <a:t>hỏi</a:t>
            </a:r>
            <a:r>
              <a:rPr kumimoji="1" lang="en-US" altLang="ja-JP" dirty="0"/>
              <a:t> 9</a:t>
            </a:r>
            <a:endParaRPr kumimoji="1" lang="ja-JP" altLang="en-US" dirty="0"/>
          </a:p>
        </p:txBody>
      </p:sp>
      <p:sp>
        <p:nvSpPr>
          <p:cNvPr id="3" name="Content Placeholder 2">
            <a:extLst>
              <a:ext uri="{FF2B5EF4-FFF2-40B4-BE49-F238E27FC236}">
                <a16:creationId xmlns:a16="http://schemas.microsoft.com/office/drawing/2014/main" id="{0DC4918B-3710-A437-5B24-8D23E6A0B8D4}"/>
              </a:ext>
            </a:extLst>
          </p:cNvPr>
          <p:cNvSpPr>
            <a:spLocks noGrp="1"/>
          </p:cNvSpPr>
          <p:nvPr>
            <p:ph idx="1"/>
          </p:nvPr>
        </p:nvSpPr>
        <p:spPr/>
        <p:txBody>
          <a:bodyPr>
            <a:normAutofit fontScale="92500" lnSpcReduction="20000"/>
          </a:bodyPr>
          <a:lstStyle/>
          <a:p>
            <a:r>
              <a:rPr kumimoji="1" lang="en-US" altLang="ja-JP" dirty="0" err="1"/>
              <a:t>Giá</a:t>
            </a:r>
            <a:r>
              <a:rPr kumimoji="1" lang="en-US" altLang="ja-JP" dirty="0"/>
              <a:t> </a:t>
            </a:r>
            <a:r>
              <a:rPr kumimoji="1" lang="en-US" altLang="ja-JP" dirty="0" err="1"/>
              <a:t>trị</a:t>
            </a:r>
            <a:r>
              <a:rPr kumimoji="1" lang="en-US" altLang="ja-JP" dirty="0"/>
              <a:t> </a:t>
            </a:r>
            <a:r>
              <a:rPr kumimoji="1" lang="en-US" altLang="ja-JP" dirty="0" err="1"/>
              <a:t>của</a:t>
            </a:r>
            <a:r>
              <a:rPr kumimoji="1" lang="en-US" altLang="ja-JP" dirty="0"/>
              <a:t> </a:t>
            </a:r>
            <a:r>
              <a:rPr kumimoji="1" lang="en-US" altLang="ja-JP" dirty="0" err="1"/>
              <a:t>đoạn</a:t>
            </a:r>
            <a:r>
              <a:rPr kumimoji="1" lang="en-US" altLang="ja-JP" dirty="0"/>
              <a:t> </a:t>
            </a:r>
            <a:r>
              <a:rPr kumimoji="1" lang="en-US" altLang="ja-JP" dirty="0" err="1"/>
              <a:t>mã</a:t>
            </a:r>
            <a:r>
              <a:rPr kumimoji="1" lang="en-US" altLang="ja-JP" dirty="0"/>
              <a:t> </a:t>
            </a:r>
            <a:r>
              <a:rPr kumimoji="1" lang="en-US" altLang="ja-JP" dirty="0" err="1"/>
              <a:t>sau</a:t>
            </a:r>
            <a:r>
              <a:rPr kumimoji="1" lang="en-US" altLang="ja-JP" dirty="0"/>
              <a:t> </a:t>
            </a:r>
            <a:r>
              <a:rPr kumimoji="1" lang="en-US" altLang="ja-JP" dirty="0" err="1"/>
              <a:t>là</a:t>
            </a:r>
            <a:r>
              <a:rPr kumimoji="1" lang="en-US" altLang="ja-JP" dirty="0"/>
              <a:t> </a:t>
            </a:r>
            <a:r>
              <a:rPr kumimoji="1" lang="en-US" altLang="ja-JP" dirty="0" err="1"/>
              <a:t>gì</a:t>
            </a:r>
            <a:endParaRPr kumimoji="1" lang="en-US" altLang="ja-JP" dirty="0"/>
          </a:p>
          <a:p>
            <a:pPr marL="0" indent="0">
              <a:buNone/>
            </a:pPr>
            <a:r>
              <a:rPr kumimoji="1" lang="en-US" altLang="ja-JP" i="1" dirty="0"/>
              <a:t>int x = 10;</a:t>
            </a:r>
          </a:p>
          <a:p>
            <a:pPr marL="0" indent="0">
              <a:buNone/>
            </a:pPr>
            <a:r>
              <a:rPr kumimoji="1" lang="en-US" altLang="ja-JP" i="1" dirty="0"/>
              <a:t>int y = x++;</a:t>
            </a:r>
          </a:p>
          <a:p>
            <a:pPr marL="0" indent="0">
              <a:buNone/>
            </a:pPr>
            <a:r>
              <a:rPr kumimoji="1" lang="en-US" altLang="ja-JP" i="1" dirty="0" err="1"/>
              <a:t>System.out.println</a:t>
            </a:r>
            <a:r>
              <a:rPr kumimoji="1" lang="en-US" altLang="ja-JP" i="1" dirty="0"/>
              <a:t>(y);</a:t>
            </a:r>
          </a:p>
          <a:p>
            <a:pPr marL="514350" indent="-514350">
              <a:buAutoNum type="alphaUcPeriod"/>
            </a:pPr>
            <a:r>
              <a:rPr kumimoji="1" lang="vi-VN" altLang="ja-JP" dirty="0"/>
              <a:t>9 </a:t>
            </a:r>
            <a:endParaRPr kumimoji="1" lang="en-US" altLang="ja-JP" dirty="0"/>
          </a:p>
          <a:p>
            <a:pPr marL="0" indent="0">
              <a:buNone/>
            </a:pPr>
            <a:r>
              <a:rPr kumimoji="1" lang="vi-VN" altLang="ja-JP" dirty="0"/>
              <a:t>B. 10 </a:t>
            </a:r>
            <a:endParaRPr kumimoji="1" lang="en-US" altLang="ja-JP" dirty="0"/>
          </a:p>
          <a:p>
            <a:pPr marL="0" indent="0">
              <a:buNone/>
            </a:pPr>
            <a:r>
              <a:rPr kumimoji="1" lang="vi-VN" altLang="ja-JP" dirty="0"/>
              <a:t>C. 11 </a:t>
            </a:r>
            <a:endParaRPr kumimoji="1" lang="en-US" altLang="ja-JP" dirty="0"/>
          </a:p>
          <a:p>
            <a:pPr marL="0" indent="0">
              <a:buNone/>
            </a:pPr>
            <a:r>
              <a:rPr kumimoji="1" lang="vi-VN" altLang="ja-JP" dirty="0"/>
              <a:t>D. Lỗi</a:t>
            </a:r>
            <a:endParaRPr kumimoji="1" lang="en-US" altLang="ja-JP" dirty="0"/>
          </a:p>
          <a:p>
            <a:pPr marL="0" indent="0">
              <a:buNone/>
            </a:pPr>
            <a:r>
              <a:rPr kumimoji="1" lang="ja-JP" altLang="en-US" dirty="0"/>
              <a:t>✅ </a:t>
            </a:r>
            <a:r>
              <a:rPr kumimoji="1" lang="vi-VN" altLang="ja-JP" dirty="0"/>
              <a:t>Đáp án: B</a:t>
            </a:r>
            <a:endParaRPr kumimoji="1" lang="en-US" altLang="ja-JP" dirty="0"/>
          </a:p>
          <a:p>
            <a:pPr marL="0" indent="0">
              <a:buNone/>
            </a:pPr>
            <a:r>
              <a:rPr kumimoji="1" lang="vi-VN" altLang="ja-JP" dirty="0"/>
              <a:t>Giải thích: x++ là t</a:t>
            </a:r>
            <a:r>
              <a:rPr lang="en-US" altLang="ja-JP" dirty="0"/>
              <a:t>ă</a:t>
            </a:r>
            <a:r>
              <a:rPr kumimoji="1" lang="vi-VN" altLang="ja-JP" dirty="0"/>
              <a:t>ng</a:t>
            </a:r>
            <a:r>
              <a:rPr kumimoji="1" lang="en-US" altLang="ja-JP" dirty="0"/>
              <a:t> </a:t>
            </a:r>
            <a:r>
              <a:rPr kumimoji="1" lang="en-US" altLang="ja-JP" dirty="0" err="1"/>
              <a:t>sau</a:t>
            </a:r>
            <a:r>
              <a:rPr kumimoji="1" lang="vi-VN" altLang="ja-JP" dirty="0"/>
              <a:t> (post-increment), nên giá trị của x được gán cho y trước, sau đó x mới tăng lên 11. Vì vậy y = 10.</a:t>
            </a:r>
            <a:endParaRPr kumimoji="1" lang="ja-JP" altLang="en-US" dirty="0"/>
          </a:p>
        </p:txBody>
      </p:sp>
      <p:sp>
        <p:nvSpPr>
          <p:cNvPr id="4" name="Slide Number Placeholder 3">
            <a:extLst>
              <a:ext uri="{FF2B5EF4-FFF2-40B4-BE49-F238E27FC236}">
                <a16:creationId xmlns:a16="http://schemas.microsoft.com/office/drawing/2014/main" id="{38948F54-B67D-4E9E-35B5-3EDFAAAE9D18}"/>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10</a:t>
            </a:fld>
            <a:endParaRPr lang="en-US" altLang="ja-JP"/>
          </a:p>
        </p:txBody>
      </p:sp>
    </p:spTree>
    <p:extLst>
      <p:ext uri="{BB962C8B-B14F-4D97-AF65-F5344CB8AC3E}">
        <p14:creationId xmlns:p14="http://schemas.microsoft.com/office/powerpoint/2010/main" val="3508836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1170E-355D-49D8-0032-DC81FB76BAF0}"/>
              </a:ext>
            </a:extLst>
          </p:cNvPr>
          <p:cNvSpPr>
            <a:spLocks noGrp="1"/>
          </p:cNvSpPr>
          <p:nvPr>
            <p:ph type="title"/>
          </p:nvPr>
        </p:nvSpPr>
        <p:spPr/>
        <p:txBody>
          <a:bodyPr>
            <a:normAutofit fontScale="90000"/>
          </a:bodyPr>
          <a:lstStyle/>
          <a:p>
            <a:r>
              <a:rPr kumimoji="1" lang="en-US" altLang="ja-JP" dirty="0" err="1"/>
              <a:t>Câu</a:t>
            </a:r>
            <a:r>
              <a:rPr kumimoji="1" lang="en-US" altLang="ja-JP" dirty="0"/>
              <a:t> </a:t>
            </a:r>
            <a:r>
              <a:rPr kumimoji="1" lang="en-US" altLang="ja-JP" dirty="0" err="1"/>
              <a:t>hỏi</a:t>
            </a:r>
            <a:r>
              <a:rPr kumimoji="1" lang="en-US" altLang="ja-JP" dirty="0"/>
              <a:t> 10</a:t>
            </a:r>
            <a:endParaRPr kumimoji="1" lang="ja-JP" altLang="en-US" dirty="0"/>
          </a:p>
        </p:txBody>
      </p:sp>
      <p:sp>
        <p:nvSpPr>
          <p:cNvPr id="3" name="Content Placeholder 2">
            <a:extLst>
              <a:ext uri="{FF2B5EF4-FFF2-40B4-BE49-F238E27FC236}">
                <a16:creationId xmlns:a16="http://schemas.microsoft.com/office/drawing/2014/main" id="{22EB0AC9-6B5F-CA18-5CC5-A193F3E4348E}"/>
              </a:ext>
            </a:extLst>
          </p:cNvPr>
          <p:cNvSpPr>
            <a:spLocks noGrp="1"/>
          </p:cNvSpPr>
          <p:nvPr>
            <p:ph idx="1"/>
          </p:nvPr>
        </p:nvSpPr>
        <p:spPr/>
        <p:txBody>
          <a:bodyPr>
            <a:normAutofit lnSpcReduction="10000"/>
          </a:bodyPr>
          <a:lstStyle/>
          <a:p>
            <a:r>
              <a:rPr kumimoji="1" lang="en-US" altLang="ja-JP" dirty="0" err="1"/>
              <a:t>Giá</a:t>
            </a:r>
            <a:r>
              <a:rPr kumimoji="1" lang="en-US" altLang="ja-JP" dirty="0"/>
              <a:t> </a:t>
            </a:r>
            <a:r>
              <a:rPr kumimoji="1" lang="en-US" altLang="ja-JP" dirty="0" err="1"/>
              <a:t>trị</a:t>
            </a:r>
            <a:r>
              <a:rPr kumimoji="1" lang="en-US" altLang="ja-JP" dirty="0"/>
              <a:t> in </a:t>
            </a:r>
            <a:r>
              <a:rPr kumimoji="1" lang="en-US" altLang="ja-JP" dirty="0" err="1"/>
              <a:t>ra</a:t>
            </a:r>
            <a:r>
              <a:rPr kumimoji="1" lang="en-US" altLang="ja-JP" dirty="0"/>
              <a:t> </a:t>
            </a:r>
            <a:r>
              <a:rPr kumimoji="1" lang="en-US" altLang="ja-JP" dirty="0" err="1"/>
              <a:t>của</a:t>
            </a:r>
            <a:r>
              <a:rPr kumimoji="1" lang="en-US" altLang="ja-JP" dirty="0"/>
              <a:t> </a:t>
            </a:r>
            <a:r>
              <a:rPr kumimoji="1" lang="en-US" altLang="ja-JP" dirty="0" err="1"/>
              <a:t>đoạn</a:t>
            </a:r>
            <a:r>
              <a:rPr kumimoji="1" lang="en-US" altLang="ja-JP" dirty="0"/>
              <a:t> </a:t>
            </a:r>
            <a:r>
              <a:rPr kumimoji="1" lang="en-US" altLang="ja-JP" dirty="0" err="1"/>
              <a:t>mã</a:t>
            </a:r>
            <a:r>
              <a:rPr kumimoji="1" lang="en-US" altLang="ja-JP" dirty="0"/>
              <a:t> </a:t>
            </a:r>
            <a:r>
              <a:rPr kumimoji="1" lang="en-US" altLang="ja-JP" dirty="0" err="1"/>
              <a:t>sau</a:t>
            </a:r>
            <a:r>
              <a:rPr kumimoji="1" lang="en-US" altLang="ja-JP" dirty="0"/>
              <a:t>:</a:t>
            </a:r>
          </a:p>
          <a:p>
            <a:pPr marL="0" indent="0">
              <a:buNone/>
            </a:pPr>
            <a:r>
              <a:rPr kumimoji="1" lang="en-US" altLang="ja-JP" i="1" dirty="0"/>
              <a:t>int[] </a:t>
            </a:r>
            <a:r>
              <a:rPr kumimoji="1" lang="en-US" altLang="ja-JP" i="1" dirty="0" err="1"/>
              <a:t>arr</a:t>
            </a:r>
            <a:r>
              <a:rPr kumimoji="1" lang="en-US" altLang="ja-JP" i="1" dirty="0"/>
              <a:t> = {10, 20, 30, 0};</a:t>
            </a:r>
          </a:p>
          <a:p>
            <a:pPr marL="0" indent="0">
              <a:buNone/>
            </a:pPr>
            <a:r>
              <a:rPr kumimoji="1" lang="en-US" altLang="ja-JP" i="1" dirty="0" err="1"/>
              <a:t>System.out.println</a:t>
            </a:r>
            <a:r>
              <a:rPr kumimoji="1" lang="en-US" altLang="ja-JP" i="1" dirty="0"/>
              <a:t>(</a:t>
            </a:r>
            <a:r>
              <a:rPr kumimoji="1" lang="en-US" altLang="ja-JP" i="1" dirty="0" err="1"/>
              <a:t>arr.length</a:t>
            </a:r>
            <a:r>
              <a:rPr kumimoji="1" lang="en-US" altLang="ja-JP" i="1" dirty="0"/>
              <a:t>); </a:t>
            </a:r>
          </a:p>
          <a:p>
            <a:pPr marL="0" indent="0">
              <a:buNone/>
            </a:pPr>
            <a:r>
              <a:rPr kumimoji="1" lang="en-US" altLang="ja-JP" dirty="0"/>
              <a:t>A. 3 </a:t>
            </a:r>
          </a:p>
          <a:p>
            <a:pPr marL="0" indent="0">
              <a:buNone/>
            </a:pPr>
            <a:r>
              <a:rPr kumimoji="1" lang="en-US" altLang="ja-JP" dirty="0"/>
              <a:t>B. 4 </a:t>
            </a:r>
          </a:p>
          <a:p>
            <a:pPr marL="0" indent="0">
              <a:buNone/>
            </a:pPr>
            <a:r>
              <a:rPr kumimoji="1" lang="en-US" altLang="ja-JP" dirty="0"/>
              <a:t>C. 5 </a:t>
            </a:r>
          </a:p>
          <a:p>
            <a:pPr marL="0" indent="0">
              <a:buNone/>
            </a:pPr>
            <a:r>
              <a:rPr kumimoji="1" lang="en-US" altLang="ja-JP" dirty="0"/>
              <a:t>D. </a:t>
            </a:r>
            <a:r>
              <a:rPr kumimoji="1" lang="en-US" altLang="ja-JP" dirty="0" err="1"/>
              <a:t>Lỗi</a:t>
            </a:r>
            <a:endParaRPr kumimoji="1" lang="en-US" altLang="ja-JP" dirty="0"/>
          </a:p>
          <a:p>
            <a:pPr marL="0" indent="0">
              <a:buNone/>
            </a:pPr>
            <a:r>
              <a:rPr kumimoji="1" lang="ja-JP" altLang="en-US" dirty="0"/>
              <a:t>✅ </a:t>
            </a:r>
            <a:r>
              <a:rPr kumimoji="1" lang="en-US" altLang="ja-JP" dirty="0" err="1"/>
              <a:t>Đáp</a:t>
            </a:r>
            <a:r>
              <a:rPr kumimoji="1" lang="en-US" altLang="ja-JP" dirty="0"/>
              <a:t> </a:t>
            </a:r>
            <a:r>
              <a:rPr kumimoji="1" lang="en-US" altLang="ja-JP" dirty="0" err="1"/>
              <a:t>án</a:t>
            </a:r>
            <a:r>
              <a:rPr kumimoji="1" lang="en-US" altLang="ja-JP" dirty="0"/>
              <a:t>: B</a:t>
            </a:r>
          </a:p>
          <a:p>
            <a:pPr marL="0" indent="0">
              <a:buNone/>
            </a:pPr>
            <a:r>
              <a:rPr kumimoji="1" lang="en-US" altLang="ja-JP" dirty="0" err="1"/>
              <a:t>Giải</a:t>
            </a:r>
            <a:r>
              <a:rPr kumimoji="1" lang="en-US" altLang="ja-JP" dirty="0"/>
              <a:t> </a:t>
            </a:r>
            <a:r>
              <a:rPr kumimoji="1" lang="en-US" altLang="ja-JP" dirty="0" err="1"/>
              <a:t>thích</a:t>
            </a:r>
            <a:r>
              <a:rPr kumimoji="1" lang="en-US" altLang="ja-JP" dirty="0"/>
              <a:t>: </a:t>
            </a:r>
            <a:r>
              <a:rPr kumimoji="1" lang="en-US" altLang="ja-JP" dirty="0" err="1"/>
              <a:t>Thuộc</a:t>
            </a:r>
            <a:r>
              <a:rPr kumimoji="1" lang="en-US" altLang="ja-JP" dirty="0"/>
              <a:t> </a:t>
            </a:r>
            <a:r>
              <a:rPr kumimoji="1" lang="en-US" altLang="ja-JP" dirty="0" err="1"/>
              <a:t>tính</a:t>
            </a:r>
            <a:r>
              <a:rPr kumimoji="1" lang="en-US" altLang="ja-JP" dirty="0"/>
              <a:t> length </a:t>
            </a:r>
            <a:r>
              <a:rPr kumimoji="1" lang="en-US" altLang="ja-JP" dirty="0" err="1"/>
              <a:t>trả</a:t>
            </a:r>
            <a:r>
              <a:rPr kumimoji="1" lang="en-US" altLang="ja-JP" dirty="0"/>
              <a:t> </a:t>
            </a:r>
            <a:r>
              <a:rPr kumimoji="1" lang="en-US" altLang="ja-JP" dirty="0" err="1"/>
              <a:t>về</a:t>
            </a:r>
            <a:r>
              <a:rPr kumimoji="1" lang="en-US" altLang="ja-JP" dirty="0"/>
              <a:t> </a:t>
            </a:r>
            <a:r>
              <a:rPr kumimoji="1" lang="en-US" altLang="ja-JP" dirty="0" err="1"/>
              <a:t>số</a:t>
            </a:r>
            <a:r>
              <a:rPr kumimoji="1" lang="en-US" altLang="ja-JP" dirty="0"/>
              <a:t> </a:t>
            </a:r>
            <a:r>
              <a:rPr kumimoji="1" lang="en-US" altLang="ja-JP" dirty="0" err="1"/>
              <a:t>phần</a:t>
            </a:r>
            <a:r>
              <a:rPr kumimoji="1" lang="en-US" altLang="ja-JP" dirty="0"/>
              <a:t> </a:t>
            </a:r>
            <a:r>
              <a:rPr kumimoji="1" lang="en-US" altLang="ja-JP" dirty="0" err="1"/>
              <a:t>tử</a:t>
            </a:r>
            <a:r>
              <a:rPr kumimoji="1" lang="en-US" altLang="ja-JP" dirty="0"/>
              <a:t> </a:t>
            </a:r>
            <a:r>
              <a:rPr kumimoji="1" lang="en-US" altLang="ja-JP" dirty="0" err="1"/>
              <a:t>của</a:t>
            </a:r>
            <a:r>
              <a:rPr kumimoji="1" lang="en-US" altLang="ja-JP" dirty="0"/>
              <a:t> </a:t>
            </a:r>
            <a:r>
              <a:rPr kumimoji="1" lang="en-US" altLang="ja-JP" dirty="0" err="1"/>
              <a:t>mảng</a:t>
            </a:r>
            <a:r>
              <a:rPr kumimoji="1" lang="en-US" altLang="ja-JP" dirty="0"/>
              <a:t>. </a:t>
            </a:r>
            <a:r>
              <a:rPr kumimoji="1" lang="en-US" altLang="ja-JP" dirty="0" err="1"/>
              <a:t>Mảng</a:t>
            </a:r>
            <a:r>
              <a:rPr kumimoji="1" lang="en-US" altLang="ja-JP" dirty="0"/>
              <a:t> </a:t>
            </a:r>
            <a:r>
              <a:rPr kumimoji="1" lang="en-US" altLang="ja-JP" dirty="0" err="1"/>
              <a:t>trên</a:t>
            </a:r>
            <a:r>
              <a:rPr kumimoji="1" lang="en-US" altLang="ja-JP" dirty="0"/>
              <a:t> </a:t>
            </a:r>
            <a:r>
              <a:rPr kumimoji="1" lang="en-US" altLang="ja-JP" dirty="0" err="1"/>
              <a:t>có</a:t>
            </a:r>
            <a:r>
              <a:rPr kumimoji="1" lang="en-US" altLang="ja-JP" dirty="0"/>
              <a:t> 4 </a:t>
            </a:r>
            <a:r>
              <a:rPr kumimoji="1" lang="en-US" altLang="ja-JP" dirty="0" err="1"/>
              <a:t>phần</a:t>
            </a:r>
            <a:r>
              <a:rPr kumimoji="1" lang="en-US" altLang="ja-JP" dirty="0"/>
              <a:t> </a:t>
            </a:r>
            <a:r>
              <a:rPr kumimoji="1" lang="en-US" altLang="ja-JP" dirty="0" err="1"/>
              <a:t>tử</a:t>
            </a:r>
            <a:r>
              <a:rPr kumimoji="1" lang="en-US" altLang="ja-JP" dirty="0"/>
              <a:t>: 10, 20, 30 </a:t>
            </a:r>
            <a:r>
              <a:rPr kumimoji="1" lang="en-US" altLang="ja-JP" dirty="0" err="1"/>
              <a:t>và</a:t>
            </a:r>
            <a:r>
              <a:rPr kumimoji="1" lang="en-US" altLang="ja-JP" dirty="0"/>
              <a:t> 40</a:t>
            </a:r>
            <a:endParaRPr kumimoji="1" lang="ja-JP" altLang="en-US" dirty="0"/>
          </a:p>
        </p:txBody>
      </p:sp>
      <p:sp>
        <p:nvSpPr>
          <p:cNvPr id="4" name="Slide Number Placeholder 3">
            <a:extLst>
              <a:ext uri="{FF2B5EF4-FFF2-40B4-BE49-F238E27FC236}">
                <a16:creationId xmlns:a16="http://schemas.microsoft.com/office/drawing/2014/main" id="{7EF3F7E8-C13C-4CC5-CEDF-DA6ED3963A4D}"/>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11</a:t>
            </a:fld>
            <a:endParaRPr lang="en-US" altLang="ja-JP"/>
          </a:p>
        </p:txBody>
      </p:sp>
    </p:spTree>
    <p:extLst>
      <p:ext uri="{BB962C8B-B14F-4D97-AF65-F5344CB8AC3E}">
        <p14:creationId xmlns:p14="http://schemas.microsoft.com/office/powerpoint/2010/main" val="363289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73610-AB67-C1DB-BEEC-987D6E0C22FB}"/>
              </a:ext>
            </a:extLst>
          </p:cNvPr>
          <p:cNvSpPr>
            <a:spLocks noGrp="1"/>
          </p:cNvSpPr>
          <p:nvPr>
            <p:ph type="title"/>
          </p:nvPr>
        </p:nvSpPr>
        <p:spPr/>
        <p:txBody>
          <a:bodyPr>
            <a:normAutofit fontScale="90000"/>
          </a:bodyPr>
          <a:lstStyle/>
          <a:p>
            <a:r>
              <a:rPr kumimoji="1" lang="en-US" altLang="ja-JP" dirty="0" err="1"/>
              <a:t>Câu</a:t>
            </a:r>
            <a:r>
              <a:rPr kumimoji="1" lang="en-US" altLang="ja-JP" dirty="0"/>
              <a:t> </a:t>
            </a:r>
            <a:r>
              <a:rPr kumimoji="1" lang="en-US" altLang="ja-JP" dirty="0" err="1"/>
              <a:t>hỏi</a:t>
            </a:r>
            <a:r>
              <a:rPr kumimoji="1" lang="en-US" altLang="ja-JP" dirty="0"/>
              <a:t> 11</a:t>
            </a:r>
            <a:endParaRPr kumimoji="1" lang="ja-JP" altLang="en-US" dirty="0"/>
          </a:p>
        </p:txBody>
      </p:sp>
      <p:sp>
        <p:nvSpPr>
          <p:cNvPr id="3" name="Content Placeholder 2">
            <a:extLst>
              <a:ext uri="{FF2B5EF4-FFF2-40B4-BE49-F238E27FC236}">
                <a16:creationId xmlns:a16="http://schemas.microsoft.com/office/drawing/2014/main" id="{0B4569CC-FFE8-D7C9-F1AC-42AD3AE86668}"/>
              </a:ext>
            </a:extLst>
          </p:cNvPr>
          <p:cNvSpPr>
            <a:spLocks noGrp="1"/>
          </p:cNvSpPr>
          <p:nvPr>
            <p:ph idx="1"/>
          </p:nvPr>
        </p:nvSpPr>
        <p:spPr/>
        <p:txBody>
          <a:bodyPr/>
          <a:lstStyle/>
          <a:p>
            <a:r>
              <a:rPr lang="en-US" altLang="ja-JP" dirty="0"/>
              <a:t>Cho</a:t>
            </a:r>
            <a:r>
              <a:rPr lang="ja-JP" altLang="ja-JP" dirty="0"/>
              <a:t> x = y--; </a:t>
            </a:r>
          </a:p>
          <a:p>
            <a:pPr marL="0" indent="0">
              <a:buNone/>
            </a:pPr>
            <a:r>
              <a:rPr lang="en-US" altLang="ja-JP" dirty="0"/>
              <a:t>Sau </a:t>
            </a:r>
            <a:r>
              <a:rPr lang="en-US" altLang="ja-JP" dirty="0" err="1"/>
              <a:t>khi</a:t>
            </a:r>
            <a:r>
              <a:rPr lang="en-US" altLang="ja-JP" dirty="0"/>
              <a:t> </a:t>
            </a:r>
            <a:r>
              <a:rPr lang="en-US" altLang="ja-JP" dirty="0" err="1"/>
              <a:t>câu</a:t>
            </a:r>
            <a:r>
              <a:rPr lang="en-US" altLang="ja-JP" dirty="0"/>
              <a:t> </a:t>
            </a:r>
            <a:r>
              <a:rPr lang="en-US" altLang="ja-JP" dirty="0" err="1"/>
              <a:t>lệnh</a:t>
            </a:r>
            <a:r>
              <a:rPr lang="en-US" altLang="ja-JP" dirty="0"/>
              <a:t> </a:t>
            </a:r>
            <a:r>
              <a:rPr lang="en-US" altLang="ja-JP" dirty="0" err="1"/>
              <a:t>được</a:t>
            </a:r>
            <a:r>
              <a:rPr lang="en-US" altLang="ja-JP" dirty="0"/>
              <a:t> </a:t>
            </a:r>
            <a:r>
              <a:rPr lang="en-US" altLang="ja-JP" dirty="0" err="1"/>
              <a:t>chạy</a:t>
            </a:r>
            <a:r>
              <a:rPr lang="en-US" altLang="ja-JP" dirty="0"/>
              <a:t>, </a:t>
            </a:r>
            <a:r>
              <a:rPr lang="en-US" altLang="ja-JP" dirty="0" err="1"/>
              <a:t>đáp</a:t>
            </a:r>
            <a:r>
              <a:rPr lang="en-US" altLang="ja-JP" dirty="0"/>
              <a:t> </a:t>
            </a:r>
            <a:r>
              <a:rPr lang="en-US" altLang="ja-JP" dirty="0" err="1"/>
              <a:t>án</a:t>
            </a:r>
            <a:r>
              <a:rPr lang="en-US" altLang="ja-JP" dirty="0"/>
              <a:t> </a:t>
            </a:r>
            <a:r>
              <a:rPr lang="en-US" altLang="ja-JP" dirty="0" err="1"/>
              <a:t>nào</a:t>
            </a:r>
            <a:r>
              <a:rPr lang="en-US" altLang="ja-JP" dirty="0"/>
              <a:t> </a:t>
            </a:r>
            <a:r>
              <a:rPr lang="en-US" altLang="ja-JP" dirty="0" err="1"/>
              <a:t>đúng</a:t>
            </a:r>
            <a:r>
              <a:rPr lang="en-US" altLang="ja-JP" dirty="0"/>
              <a:t>?</a:t>
            </a:r>
            <a:endParaRPr lang="ja-JP" altLang="ja-JP" dirty="0"/>
          </a:p>
          <a:p>
            <a:pPr marL="514350" indent="-514350">
              <a:buAutoNum type="alphaUcPeriod"/>
            </a:pPr>
            <a:r>
              <a:rPr lang="ja-JP" altLang="ja-JP" dirty="0"/>
              <a:t>x &lt; y</a:t>
            </a:r>
            <a:endParaRPr lang="en-US" altLang="ja-JP" dirty="0"/>
          </a:p>
          <a:p>
            <a:pPr marL="514350" indent="-514350">
              <a:buAutoNum type="alphaUcPeriod"/>
            </a:pPr>
            <a:r>
              <a:rPr lang="ja-JP" altLang="ja-JP" dirty="0"/>
              <a:t>x &gt; y</a:t>
            </a:r>
            <a:endParaRPr lang="en-US" altLang="ja-JP" dirty="0"/>
          </a:p>
          <a:p>
            <a:pPr marL="514350" indent="-514350">
              <a:buAutoNum type="alphaUcPeriod"/>
            </a:pPr>
            <a:r>
              <a:rPr lang="ja-JP" altLang="ja-JP" dirty="0"/>
              <a:t>x == y</a:t>
            </a:r>
            <a:endParaRPr lang="en-US" altLang="ja-JP" dirty="0"/>
          </a:p>
          <a:p>
            <a:pPr marL="0" indent="0">
              <a:buNone/>
            </a:pPr>
            <a:r>
              <a:rPr lang="ja-JP" altLang="en-US" dirty="0"/>
              <a:t>✅ </a:t>
            </a:r>
            <a:r>
              <a:rPr lang="en-US" altLang="ja-JP" dirty="0" err="1"/>
              <a:t>Đáp</a:t>
            </a:r>
            <a:r>
              <a:rPr lang="en-US" altLang="ja-JP" dirty="0"/>
              <a:t> </a:t>
            </a:r>
            <a:r>
              <a:rPr lang="en-US" altLang="ja-JP" dirty="0" err="1"/>
              <a:t>án</a:t>
            </a:r>
            <a:r>
              <a:rPr lang="en-US" altLang="ja-JP" dirty="0"/>
              <a:t>: B</a:t>
            </a:r>
          </a:p>
          <a:p>
            <a:pPr marL="0" indent="0">
              <a:buNone/>
            </a:pPr>
            <a:endParaRPr lang="ja-JP" altLang="ja-JP" dirty="0"/>
          </a:p>
          <a:p>
            <a:endParaRPr kumimoji="1" lang="ja-JP" altLang="en-US" dirty="0"/>
          </a:p>
        </p:txBody>
      </p:sp>
      <p:sp>
        <p:nvSpPr>
          <p:cNvPr id="4" name="Slide Number Placeholder 3">
            <a:extLst>
              <a:ext uri="{FF2B5EF4-FFF2-40B4-BE49-F238E27FC236}">
                <a16:creationId xmlns:a16="http://schemas.microsoft.com/office/drawing/2014/main" id="{4E9932A3-1581-3B22-4434-46A8935B9B4E}"/>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12</a:t>
            </a:fld>
            <a:endParaRPr lang="en-US" altLang="ja-JP"/>
          </a:p>
        </p:txBody>
      </p:sp>
    </p:spTree>
    <p:extLst>
      <p:ext uri="{BB962C8B-B14F-4D97-AF65-F5344CB8AC3E}">
        <p14:creationId xmlns:p14="http://schemas.microsoft.com/office/powerpoint/2010/main" val="1489997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52EA4-ED82-3661-2651-7A9A78320FFF}"/>
              </a:ext>
            </a:extLst>
          </p:cNvPr>
          <p:cNvSpPr>
            <a:spLocks noGrp="1"/>
          </p:cNvSpPr>
          <p:nvPr>
            <p:ph type="title"/>
          </p:nvPr>
        </p:nvSpPr>
        <p:spPr/>
        <p:txBody>
          <a:bodyPr>
            <a:normAutofit fontScale="90000"/>
          </a:bodyPr>
          <a:lstStyle/>
          <a:p>
            <a:r>
              <a:rPr kumimoji="1" lang="en-US" altLang="ja-JP" dirty="0" err="1"/>
              <a:t>Câu</a:t>
            </a:r>
            <a:r>
              <a:rPr kumimoji="1" lang="en-US" altLang="ja-JP" dirty="0"/>
              <a:t> </a:t>
            </a:r>
            <a:r>
              <a:rPr kumimoji="1" lang="en-US" altLang="ja-JP" dirty="0" err="1"/>
              <a:t>hỏi</a:t>
            </a:r>
            <a:r>
              <a:rPr kumimoji="1" lang="en-US" altLang="ja-JP" dirty="0"/>
              <a:t> 12</a:t>
            </a:r>
            <a:endParaRPr kumimoji="1" lang="ja-JP" altLang="en-US" dirty="0"/>
          </a:p>
        </p:txBody>
      </p:sp>
      <p:sp>
        <p:nvSpPr>
          <p:cNvPr id="3" name="Content Placeholder 2">
            <a:extLst>
              <a:ext uri="{FF2B5EF4-FFF2-40B4-BE49-F238E27FC236}">
                <a16:creationId xmlns:a16="http://schemas.microsoft.com/office/drawing/2014/main" id="{38FA75DC-0E54-3B18-28CC-C710EC8079DB}"/>
              </a:ext>
            </a:extLst>
          </p:cNvPr>
          <p:cNvSpPr>
            <a:spLocks noGrp="1"/>
          </p:cNvSpPr>
          <p:nvPr>
            <p:ph idx="1"/>
          </p:nvPr>
        </p:nvSpPr>
        <p:spPr/>
        <p:txBody>
          <a:bodyPr/>
          <a:lstStyle/>
          <a:p>
            <a:r>
              <a:rPr lang="en-US" altLang="ja-JP" dirty="0" err="1"/>
              <a:t>Chương</a:t>
            </a:r>
            <a:r>
              <a:rPr lang="en-US" altLang="ja-JP" dirty="0"/>
              <a:t> </a:t>
            </a:r>
            <a:r>
              <a:rPr lang="en-US" altLang="ja-JP" dirty="0" err="1"/>
              <a:t>trình</a:t>
            </a:r>
            <a:r>
              <a:rPr lang="en-US" altLang="ja-JP" dirty="0"/>
              <a:t> </a:t>
            </a:r>
            <a:r>
              <a:rPr lang="en-US" altLang="ja-JP" dirty="0" err="1"/>
              <a:t>có</a:t>
            </a:r>
            <a:r>
              <a:rPr lang="en-US" altLang="ja-JP" dirty="0"/>
              <a:t> </a:t>
            </a:r>
            <a:r>
              <a:rPr lang="en-US" altLang="ja-JP" dirty="0" err="1"/>
              <a:t>biên</a:t>
            </a:r>
            <a:r>
              <a:rPr lang="en-US" altLang="ja-JP" dirty="0"/>
              <a:t> </a:t>
            </a:r>
            <a:r>
              <a:rPr lang="en-US" altLang="ja-JP" dirty="0" err="1"/>
              <a:t>dịch</a:t>
            </a:r>
            <a:r>
              <a:rPr lang="en-US" altLang="ja-JP" dirty="0"/>
              <a:t> </a:t>
            </a:r>
            <a:r>
              <a:rPr lang="en-US" altLang="ja-JP" dirty="0" err="1"/>
              <a:t>được</a:t>
            </a:r>
            <a:r>
              <a:rPr lang="en-US" altLang="ja-JP" dirty="0"/>
              <a:t> </a:t>
            </a:r>
            <a:r>
              <a:rPr lang="en-US" altLang="ja-JP" dirty="0" err="1"/>
              <a:t>không</a:t>
            </a:r>
            <a:r>
              <a:rPr lang="ja-JP" altLang="ja-JP" dirty="0"/>
              <a:t>?</a:t>
            </a:r>
          </a:p>
          <a:p>
            <a:pPr marL="0" indent="0">
              <a:buNone/>
            </a:pPr>
            <a:r>
              <a:rPr lang="ja-JP" altLang="ja-JP" dirty="0"/>
              <a:t>int iArray[] = new int[] {1,2,3,4,5}; </a:t>
            </a:r>
          </a:p>
          <a:p>
            <a:pPr marL="0" indent="0">
              <a:buNone/>
            </a:pPr>
            <a:r>
              <a:rPr lang="en-US" altLang="ja-JP" dirty="0" err="1"/>
              <a:t>A.Có</a:t>
            </a:r>
            <a:endParaRPr lang="en-US" altLang="ja-JP" dirty="0"/>
          </a:p>
          <a:p>
            <a:pPr marL="0" indent="0">
              <a:buNone/>
            </a:pPr>
            <a:r>
              <a:rPr lang="en-US" altLang="ja-JP" dirty="0" err="1"/>
              <a:t>B.Không</a:t>
            </a:r>
            <a:endParaRPr lang="en-US" altLang="ja-JP" dirty="0"/>
          </a:p>
          <a:p>
            <a:pPr marL="0" indent="0">
              <a:buNone/>
            </a:pPr>
            <a:r>
              <a:rPr lang="ja-JP" altLang="en-US" dirty="0"/>
              <a:t>✅ </a:t>
            </a:r>
            <a:r>
              <a:rPr lang="en-US" altLang="ja-JP" dirty="0" err="1"/>
              <a:t>Đáp</a:t>
            </a:r>
            <a:r>
              <a:rPr lang="en-US" altLang="ja-JP" dirty="0"/>
              <a:t> </a:t>
            </a:r>
            <a:r>
              <a:rPr lang="en-US" altLang="ja-JP" dirty="0" err="1"/>
              <a:t>án</a:t>
            </a:r>
            <a:r>
              <a:rPr lang="en-US" altLang="ja-JP" dirty="0"/>
              <a:t>: A</a:t>
            </a:r>
          </a:p>
          <a:p>
            <a:pPr marL="0" indent="0">
              <a:buNone/>
            </a:pPr>
            <a:endParaRPr lang="en-US" altLang="ja-JP" dirty="0"/>
          </a:p>
          <a:p>
            <a:pPr marL="0" indent="0">
              <a:buNone/>
            </a:pPr>
            <a:endParaRPr lang="ja-JP" altLang="ja-JP" dirty="0"/>
          </a:p>
          <a:p>
            <a:endParaRPr kumimoji="1" lang="ja-JP" altLang="en-US" dirty="0"/>
          </a:p>
        </p:txBody>
      </p:sp>
      <p:sp>
        <p:nvSpPr>
          <p:cNvPr id="4" name="Slide Number Placeholder 3">
            <a:extLst>
              <a:ext uri="{FF2B5EF4-FFF2-40B4-BE49-F238E27FC236}">
                <a16:creationId xmlns:a16="http://schemas.microsoft.com/office/drawing/2014/main" id="{207A593C-FF73-2B1C-0DAC-945F1FC756EA}"/>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13</a:t>
            </a:fld>
            <a:endParaRPr lang="en-US" altLang="ja-JP"/>
          </a:p>
        </p:txBody>
      </p:sp>
    </p:spTree>
    <p:extLst>
      <p:ext uri="{BB962C8B-B14F-4D97-AF65-F5344CB8AC3E}">
        <p14:creationId xmlns:p14="http://schemas.microsoft.com/office/powerpoint/2010/main" val="569538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3" name="Text Box 3">
            <a:extLst>
              <a:ext uri="{FF2B5EF4-FFF2-40B4-BE49-F238E27FC236}">
                <a16:creationId xmlns:a16="http://schemas.microsoft.com/office/drawing/2014/main" id="{792EDE52-F2E8-4673-F802-D16961799366}"/>
              </a:ext>
            </a:extLst>
          </p:cNvPr>
          <p:cNvSpPr txBox="1">
            <a:spLocks noChangeArrowheads="1"/>
          </p:cNvSpPr>
          <p:nvPr/>
        </p:nvSpPr>
        <p:spPr bwMode="auto">
          <a:xfrm>
            <a:off x="2489200" y="2336800"/>
            <a:ext cx="5080000" cy="1160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2643" tIns="56322" rIns="112643" bIns="56322">
            <a:spAutoFit/>
          </a:bodyPr>
          <a:lstStyle>
            <a:lvl1pPr defTabSz="1063625">
              <a:defRPr kumimoji="1">
                <a:solidFill>
                  <a:schemeClr val="tx1"/>
                </a:solidFill>
                <a:latin typeface="Arial" panose="020B0604020202020204" pitchFamily="34" charset="0"/>
                <a:ea typeface="ＭＳ Ｐゴシック" panose="020B0600070205080204" pitchFamily="50" charset="-128"/>
              </a:defRPr>
            </a:lvl1pPr>
            <a:lvl2pPr marL="563563" defTabSz="1063625">
              <a:defRPr kumimoji="1">
                <a:solidFill>
                  <a:schemeClr val="tx1"/>
                </a:solidFill>
                <a:latin typeface="Arial" panose="020B0604020202020204" pitchFamily="34" charset="0"/>
                <a:ea typeface="ＭＳ Ｐゴシック" panose="020B0600070205080204" pitchFamily="50" charset="-128"/>
              </a:defRPr>
            </a:lvl2pPr>
            <a:lvl3pPr marL="1125538" defTabSz="1063625">
              <a:defRPr kumimoji="1">
                <a:solidFill>
                  <a:schemeClr val="tx1"/>
                </a:solidFill>
                <a:latin typeface="Arial" panose="020B0604020202020204" pitchFamily="34" charset="0"/>
                <a:ea typeface="ＭＳ Ｐゴシック" panose="020B0600070205080204" pitchFamily="50" charset="-128"/>
              </a:defRPr>
            </a:lvl3pPr>
            <a:lvl4pPr marL="1689100" defTabSz="1063625">
              <a:defRPr kumimoji="1">
                <a:solidFill>
                  <a:schemeClr val="tx1"/>
                </a:solidFill>
                <a:latin typeface="Arial" panose="020B0604020202020204" pitchFamily="34" charset="0"/>
                <a:ea typeface="ＭＳ Ｐゴシック" panose="020B0600070205080204" pitchFamily="50" charset="-128"/>
              </a:defRPr>
            </a:lvl4pPr>
            <a:lvl5pPr marL="2254250" defTabSz="1063625">
              <a:defRPr kumimoji="1">
                <a:solidFill>
                  <a:schemeClr val="tx1"/>
                </a:solidFill>
                <a:latin typeface="Arial" panose="020B0604020202020204" pitchFamily="34" charset="0"/>
                <a:ea typeface="ＭＳ Ｐゴシック" panose="020B0600070205080204" pitchFamily="50" charset="-128"/>
              </a:defRPr>
            </a:lvl5pPr>
            <a:lvl6pPr marL="27114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31686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6258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40830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br>
              <a:rPr lang="en-US" altLang="ja-JP" sz="2100" b="0" dirty="0">
                <a:ea typeface="ヒラギノ明朝 Pro W6" pitchFamily="18" charset="-128"/>
              </a:rPr>
            </a:br>
            <a:r>
              <a:rPr lang="en-US" altLang="ja-JP" sz="4700" b="0" dirty="0">
                <a:ea typeface="ヒラギノ明朝 Pro W6" pitchFamily="18" charset="-128"/>
              </a:rPr>
              <a:t>Convert </a:t>
            </a:r>
            <a:r>
              <a:rPr lang="en-US" altLang="ja-JP" sz="4700" b="0" dirty="0" err="1">
                <a:ea typeface="ヒラギノ明朝 Pro W6" pitchFamily="18" charset="-128"/>
              </a:rPr>
              <a:t>kiểu</a:t>
            </a:r>
            <a:r>
              <a:rPr lang="en-US" altLang="ja-JP" sz="4700" b="0" dirty="0">
                <a:ea typeface="ヒラギノ明朝 Pro W6" pitchFamily="18" charset="-128"/>
              </a:rPr>
              <a:t> data</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628AA25A-FE71-8F72-BFED-CAE07732250A}"/>
              </a:ext>
            </a:extLst>
          </p:cNvPr>
          <p:cNvSpPr>
            <a:spLocks noGrp="1"/>
          </p:cNvSpPr>
          <p:nvPr>
            <p:ph type="sldNum" sz="quarter" idx="10"/>
          </p:nvPr>
        </p:nvSpPr>
        <p:spPr/>
        <p:txBody>
          <a:bodyPr/>
          <a:lstStyle/>
          <a:p>
            <a:fld id="{40E2A946-AD8F-4071-A267-7CB1E7278EE9}" type="slidenum">
              <a:rPr lang="en-US" altLang="ja-JP"/>
              <a:pPr/>
              <a:t>15</a:t>
            </a:fld>
            <a:endParaRPr lang="en-US" altLang="ja-JP"/>
          </a:p>
        </p:txBody>
      </p:sp>
      <p:sp>
        <p:nvSpPr>
          <p:cNvPr id="692226" name="Rectangle 2">
            <a:extLst>
              <a:ext uri="{FF2B5EF4-FFF2-40B4-BE49-F238E27FC236}">
                <a16:creationId xmlns:a16="http://schemas.microsoft.com/office/drawing/2014/main" id="{5884C182-9E0C-7175-3EF2-AF76D63518BD}"/>
              </a:ext>
            </a:extLst>
          </p:cNvPr>
          <p:cNvSpPr>
            <a:spLocks noGrp="1" noChangeArrowheads="1"/>
          </p:cNvSpPr>
          <p:nvPr>
            <p:ph type="title"/>
          </p:nvPr>
        </p:nvSpPr>
        <p:spPr>
          <a:xfrm>
            <a:off x="328519" y="338091"/>
            <a:ext cx="9217025" cy="490537"/>
          </a:xfrm>
        </p:spPr>
        <p:txBody>
          <a:bodyPr>
            <a:normAutofit fontScale="90000"/>
          </a:bodyPr>
          <a:lstStyle/>
          <a:p>
            <a:r>
              <a:rPr lang="en-US" altLang="ja-JP" dirty="0">
                <a:latin typeface="Arial" panose="020B0604020202020204" pitchFamily="34" charset="0"/>
                <a:ea typeface="MS UI Gothic" panose="020B0600070205080204" pitchFamily="50" charset="-128"/>
              </a:rPr>
              <a:t>Convert </a:t>
            </a:r>
            <a:r>
              <a:rPr lang="en-US" altLang="ja-JP" dirty="0" err="1">
                <a:latin typeface="Arial" panose="020B0604020202020204" pitchFamily="34" charset="0"/>
                <a:ea typeface="MS UI Gothic" panose="020B0600070205080204" pitchFamily="50" charset="-128"/>
              </a:rPr>
              <a:t>kiểu</a:t>
            </a:r>
            <a:r>
              <a:rPr lang="en-US" altLang="ja-JP" dirty="0">
                <a:latin typeface="Arial" panose="020B0604020202020204" pitchFamily="34" charset="0"/>
                <a:ea typeface="MS UI Gothic" panose="020B0600070205080204" pitchFamily="50" charset="-128"/>
              </a:rPr>
              <a:t> là </a:t>
            </a:r>
            <a:r>
              <a:rPr lang="en-US" altLang="ja-JP" dirty="0" err="1">
                <a:latin typeface="Arial" panose="020B0604020202020204" pitchFamily="34" charset="0"/>
                <a:ea typeface="MS UI Gothic" panose="020B0600070205080204" pitchFamily="50" charset="-128"/>
              </a:rPr>
              <a:t>gi</a:t>
            </a:r>
            <a:r>
              <a:rPr lang="en-US" altLang="ja-JP" dirty="0">
                <a:latin typeface="Arial" panose="020B0604020202020204" pitchFamily="34" charset="0"/>
                <a:ea typeface="MS UI Gothic" panose="020B0600070205080204" pitchFamily="50" charset="-128"/>
              </a:rPr>
              <a:t>̀</a:t>
            </a:r>
          </a:p>
        </p:txBody>
      </p:sp>
      <p:sp>
        <p:nvSpPr>
          <p:cNvPr id="692228" name="Rectangle 4">
            <a:extLst>
              <a:ext uri="{FF2B5EF4-FFF2-40B4-BE49-F238E27FC236}">
                <a16:creationId xmlns:a16="http://schemas.microsoft.com/office/drawing/2014/main" id="{F1CCDC57-C71C-010A-99C5-0AFA10F9A6FD}"/>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Convert kiểu là</a:t>
            </a:r>
          </a:p>
          <a:p>
            <a:endParaRPr lang="en-US" altLang="ja-JP" sz="2400" b="0">
              <a:latin typeface="Arial" panose="020B0604020202020204" pitchFamily="34" charset="0"/>
            </a:endParaRPr>
          </a:p>
          <a:p>
            <a:endParaRPr lang="en-US" altLang="ja-JP" sz="2400" b="0">
              <a:latin typeface="Arial" panose="020B0604020202020204" pitchFamily="34" charset="0"/>
            </a:endParaRPr>
          </a:p>
          <a:p>
            <a:pPr>
              <a:buFont typeface="Wingdings" panose="05000000000000000000" pitchFamily="2" charset="2"/>
              <a:buNone/>
            </a:pPr>
            <a:r>
              <a:rPr lang="en-US" altLang="ja-JP" sz="2000" b="0">
                <a:latin typeface="Arial" panose="020B0604020202020204" pitchFamily="34" charset="0"/>
              </a:rPr>
              <a:t>●Ví dụ cần thiết phải convert kiểu</a:t>
            </a:r>
          </a:p>
        </p:txBody>
      </p:sp>
      <p:sp>
        <p:nvSpPr>
          <p:cNvPr id="692261" name="Rectangle 37">
            <a:extLst>
              <a:ext uri="{FF2B5EF4-FFF2-40B4-BE49-F238E27FC236}">
                <a16:creationId xmlns:a16="http://schemas.microsoft.com/office/drawing/2014/main" id="{2D0B9D8F-9B9B-7120-5859-3D42607B5311}"/>
              </a:ext>
            </a:extLst>
          </p:cNvPr>
          <p:cNvSpPr>
            <a:spLocks noChangeArrowheads="1"/>
          </p:cNvSpPr>
          <p:nvPr/>
        </p:nvSpPr>
        <p:spPr bwMode="auto">
          <a:xfrm>
            <a:off x="344488" y="1282700"/>
            <a:ext cx="9120187" cy="4699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a:latin typeface="Arial" panose="020B0604020202020204" pitchFamily="34" charset="0"/>
              </a:rPr>
              <a:t>Convert một kiểu data thành một kiểu data khác.</a:t>
            </a:r>
          </a:p>
        </p:txBody>
      </p:sp>
      <p:sp>
        <p:nvSpPr>
          <p:cNvPr id="692329" name="Rectangle 105">
            <a:extLst>
              <a:ext uri="{FF2B5EF4-FFF2-40B4-BE49-F238E27FC236}">
                <a16:creationId xmlns:a16="http://schemas.microsoft.com/office/drawing/2014/main" id="{DC72F4C5-B154-EB05-AAD9-D28EDA616878}"/>
              </a:ext>
            </a:extLst>
          </p:cNvPr>
          <p:cNvSpPr>
            <a:spLocks noChangeArrowheads="1"/>
          </p:cNvSpPr>
          <p:nvPr/>
        </p:nvSpPr>
        <p:spPr bwMode="auto">
          <a:xfrm>
            <a:off x="342900" y="2540000"/>
            <a:ext cx="9117013" cy="3452813"/>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692330" name="Text Box 106">
            <a:extLst>
              <a:ext uri="{FF2B5EF4-FFF2-40B4-BE49-F238E27FC236}">
                <a16:creationId xmlns:a16="http://schemas.microsoft.com/office/drawing/2014/main" id="{1C1F8342-E761-6FD4-50C5-B245729FED9E}"/>
              </a:ext>
            </a:extLst>
          </p:cNvPr>
          <p:cNvSpPr txBox="1">
            <a:spLocks noChangeArrowheads="1"/>
          </p:cNvSpPr>
          <p:nvPr/>
        </p:nvSpPr>
        <p:spPr bwMode="auto">
          <a:xfrm>
            <a:off x="3389313" y="3140075"/>
            <a:ext cx="704850" cy="376238"/>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800" b="0">
                <a:latin typeface="ＭＳ ゴシック" panose="020B0609070205080204" pitchFamily="49" charset="-128"/>
                <a:ea typeface="ＭＳ ゴシック" panose="020B0609070205080204" pitchFamily="49" charset="-128"/>
              </a:rPr>
              <a:t>xxxx</a:t>
            </a:r>
          </a:p>
        </p:txBody>
      </p:sp>
      <p:sp>
        <p:nvSpPr>
          <p:cNvPr id="692331" name="Text Box 107">
            <a:extLst>
              <a:ext uri="{FF2B5EF4-FFF2-40B4-BE49-F238E27FC236}">
                <a16:creationId xmlns:a16="http://schemas.microsoft.com/office/drawing/2014/main" id="{6B52B1FD-C773-CB96-85B4-64C681259EDD}"/>
              </a:ext>
            </a:extLst>
          </p:cNvPr>
          <p:cNvSpPr txBox="1">
            <a:spLocks noChangeArrowheads="1"/>
          </p:cNvSpPr>
          <p:nvPr/>
        </p:nvSpPr>
        <p:spPr bwMode="auto">
          <a:xfrm>
            <a:off x="1809750" y="3127375"/>
            <a:ext cx="1685925" cy="366713"/>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800" b="0">
                <a:latin typeface="ＭＳ ゴシック" panose="020B0609070205080204" pitchFamily="49" charset="-128"/>
                <a:ea typeface="ＭＳ ゴシック" panose="020B0609070205080204" pitchFamily="49" charset="-128"/>
              </a:rPr>
              <a:t>strUserEntry</a:t>
            </a:r>
          </a:p>
        </p:txBody>
      </p:sp>
      <p:sp>
        <p:nvSpPr>
          <p:cNvPr id="692332" name="Cloud">
            <a:extLst>
              <a:ext uri="{FF2B5EF4-FFF2-40B4-BE49-F238E27FC236}">
                <a16:creationId xmlns:a16="http://schemas.microsoft.com/office/drawing/2014/main" id="{87BF63F6-E26B-4BD9-E34E-BB9298EFC560}"/>
              </a:ext>
            </a:extLst>
          </p:cNvPr>
          <p:cNvSpPr>
            <a:spLocks noChangeAspect="1" noEditPoints="1" noChangeArrowheads="1"/>
          </p:cNvSpPr>
          <p:nvPr/>
        </p:nvSpPr>
        <p:spPr bwMode="auto">
          <a:xfrm>
            <a:off x="6346825" y="3079750"/>
            <a:ext cx="2605088" cy="1603375"/>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0" y="11192"/>
                  <a:pt x="409" y="12169"/>
                  <a:pt x="1074" y="12702"/>
                </a:cubicBezTo>
                <a:lnTo>
                  <a:pt x="1063" y="12668"/>
                </a:lnTo>
                <a:cubicBezTo>
                  <a:pt x="685" y="13217"/>
                  <a:pt x="475" y="13940"/>
                  <a:pt x="475" y="14690"/>
                </a:cubicBezTo>
                <a:cubicBezTo>
                  <a:pt x="475" y="16325"/>
                  <a:pt x="1451" y="17650"/>
                  <a:pt x="2655" y="17650"/>
                </a:cubicBezTo>
                <a:cubicBezTo>
                  <a:pt x="2739" y="17649"/>
                  <a:pt x="2824" y="17643"/>
                  <a:pt x="2909" y="17629"/>
                </a:cubicBezTo>
                <a:lnTo>
                  <a:pt x="2897" y="17649"/>
                </a:lnTo>
                <a:cubicBezTo>
                  <a:pt x="3585" y="19288"/>
                  <a:pt x="4863" y="20299"/>
                  <a:pt x="6247" y="20299"/>
                </a:cubicBezTo>
                <a:cubicBezTo>
                  <a:pt x="6947" y="20299"/>
                  <a:pt x="7635" y="20039"/>
                  <a:pt x="8235" y="19546"/>
                </a:cubicBezTo>
                <a:lnTo>
                  <a:pt x="8229" y="19550"/>
                </a:lnTo>
                <a:cubicBezTo>
                  <a:pt x="8855" y="20829"/>
                  <a:pt x="9908" y="21596"/>
                  <a:pt x="11036" y="21596"/>
                </a:cubicBezTo>
                <a:cubicBezTo>
                  <a:pt x="12523" y="21596"/>
                  <a:pt x="13836" y="20267"/>
                  <a:pt x="14267" y="18324"/>
                </a:cubicBezTo>
                <a:lnTo>
                  <a:pt x="14270" y="18350"/>
                </a:lnTo>
                <a:cubicBezTo>
                  <a:pt x="14730" y="18740"/>
                  <a:pt x="15260" y="18946"/>
                  <a:pt x="15802" y="18946"/>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0"/>
                  <a:pt x="15367" y="426"/>
                  <a:pt x="14905" y="1165"/>
                </a:cubicBezTo>
                <a:lnTo>
                  <a:pt x="14909" y="1170"/>
                </a:lnTo>
                <a:cubicBezTo>
                  <a:pt x="14497" y="432"/>
                  <a:pt x="13855" y="0"/>
                  <a:pt x="13174" y="0"/>
                </a:cubicBezTo>
                <a:cubicBezTo>
                  <a:pt x="12347" y="0"/>
                  <a:pt x="11590" y="637"/>
                  <a:pt x="11221" y="1645"/>
                </a:cubicBezTo>
                <a:lnTo>
                  <a:pt x="11229" y="1694"/>
                </a:lnTo>
                <a:cubicBezTo>
                  <a:pt x="10730" y="1024"/>
                  <a:pt x="10058" y="650"/>
                  <a:pt x="9358" y="650"/>
                </a:cubicBezTo>
                <a:cubicBezTo>
                  <a:pt x="8372" y="650"/>
                  <a:pt x="7466" y="1391"/>
                  <a:pt x="7003" y="2578"/>
                </a:cubicBezTo>
                <a:lnTo>
                  <a:pt x="6995" y="2602"/>
                </a:lnTo>
                <a:cubicBezTo>
                  <a:pt x="6477" y="2189"/>
                  <a:pt x="5888" y="1972"/>
                  <a:pt x="5288" y="1972"/>
                </a:cubicBezTo>
                <a:cubicBezTo>
                  <a:pt x="3423" y="1972"/>
                  <a:pt x="1912" y="4029"/>
                  <a:pt x="1912" y="6567"/>
                </a:cubicBezTo>
                <a:cubicBezTo>
                  <a:pt x="1912" y="6774"/>
                  <a:pt x="1922" y="6981"/>
                  <a:pt x="1942" y="7186"/>
                </a:cubicBezTo>
                <a:close/>
              </a:path>
              <a:path w="21600" h="21600" fill="none" extrusionOk="0">
                <a:moveTo>
                  <a:pt x="1074" y="12702"/>
                </a:moveTo>
                <a:cubicBezTo>
                  <a:pt x="1407" y="12969"/>
                  <a:pt x="1786" y="13109"/>
                  <a:pt x="2172" y="13109"/>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FFFFCC"/>
          </a:solidFill>
          <a:ln w="9525">
            <a:solidFill>
              <a:srgbClr val="000000"/>
            </a:solidFill>
            <a:miter lim="800000"/>
            <a:headEnd/>
            <a:tailEnd/>
          </a:ln>
          <a:effectLst>
            <a:outerShdw dist="107763" dir="2700000" algn="ctr" rotWithShape="0">
              <a:srgbClr val="808080"/>
            </a:outerShdw>
          </a:effectLst>
        </p:spPr>
        <p:txBody>
          <a:bodyPr/>
          <a:lstStyle/>
          <a:p>
            <a:endParaRPr lang="ja-JP" altLang="en-US"/>
          </a:p>
        </p:txBody>
      </p:sp>
      <p:sp>
        <p:nvSpPr>
          <p:cNvPr id="692339" name="Rectangle 115">
            <a:extLst>
              <a:ext uri="{FF2B5EF4-FFF2-40B4-BE49-F238E27FC236}">
                <a16:creationId xmlns:a16="http://schemas.microsoft.com/office/drawing/2014/main" id="{89206113-7497-3956-CC06-0B1C58CA2006}"/>
              </a:ext>
            </a:extLst>
          </p:cNvPr>
          <p:cNvSpPr>
            <a:spLocks noChangeArrowheads="1"/>
          </p:cNvSpPr>
          <p:nvPr/>
        </p:nvSpPr>
        <p:spPr bwMode="auto">
          <a:xfrm>
            <a:off x="5786438" y="3125788"/>
            <a:ext cx="9271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altLang="ja-JP" sz="1800">
                <a:latin typeface="ＭＳ ゴシック" panose="020B0609070205080204" pitchFamily="49" charset="-128"/>
                <a:ea typeface="ＭＳ ゴシック" panose="020B0609070205080204" pitchFamily="49" charset="-128"/>
              </a:rPr>
              <a:t>xxxx</a:t>
            </a:r>
          </a:p>
        </p:txBody>
      </p:sp>
      <p:sp>
        <p:nvSpPr>
          <p:cNvPr id="692340" name="Text Box 116">
            <a:extLst>
              <a:ext uri="{FF2B5EF4-FFF2-40B4-BE49-F238E27FC236}">
                <a16:creationId xmlns:a16="http://schemas.microsoft.com/office/drawing/2014/main" id="{974C209B-8C5D-EA1D-E682-77962CD7362D}"/>
              </a:ext>
            </a:extLst>
          </p:cNvPr>
          <p:cNvSpPr txBox="1">
            <a:spLocks noChangeArrowheads="1"/>
          </p:cNvSpPr>
          <p:nvPr/>
        </p:nvSpPr>
        <p:spPr bwMode="auto">
          <a:xfrm>
            <a:off x="3382963" y="4594225"/>
            <a:ext cx="704850" cy="376238"/>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endParaRPr lang="ja-JP" altLang="ja-JP" sz="1800" b="0">
              <a:latin typeface="MS UI Gothic" panose="020B0600070205080204" pitchFamily="50" charset="-128"/>
            </a:endParaRPr>
          </a:p>
        </p:txBody>
      </p:sp>
      <p:sp>
        <p:nvSpPr>
          <p:cNvPr id="692341" name="Text Box 117">
            <a:extLst>
              <a:ext uri="{FF2B5EF4-FFF2-40B4-BE49-F238E27FC236}">
                <a16:creationId xmlns:a16="http://schemas.microsoft.com/office/drawing/2014/main" id="{FAA3371D-C8DC-A73A-82FE-4D1AEE28E176}"/>
              </a:ext>
            </a:extLst>
          </p:cNvPr>
          <p:cNvSpPr txBox="1">
            <a:spLocks noChangeArrowheads="1"/>
          </p:cNvSpPr>
          <p:nvPr/>
        </p:nvSpPr>
        <p:spPr bwMode="auto">
          <a:xfrm>
            <a:off x="2095500" y="4581525"/>
            <a:ext cx="1685925" cy="366713"/>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800" b="0">
                <a:latin typeface="ＭＳ ゴシック" panose="020B0609070205080204" pitchFamily="49" charset="-128"/>
                <a:ea typeface="ＭＳ ゴシック" panose="020B0609070205080204" pitchFamily="49" charset="-128"/>
              </a:rPr>
              <a:t>intAmount</a:t>
            </a:r>
          </a:p>
        </p:txBody>
      </p:sp>
      <p:sp>
        <p:nvSpPr>
          <p:cNvPr id="692342" name="Line 118">
            <a:extLst>
              <a:ext uri="{FF2B5EF4-FFF2-40B4-BE49-F238E27FC236}">
                <a16:creationId xmlns:a16="http://schemas.microsoft.com/office/drawing/2014/main" id="{2EE82AE6-197F-1758-C9A8-2A20877AD4A6}"/>
              </a:ext>
            </a:extLst>
          </p:cNvPr>
          <p:cNvSpPr>
            <a:spLocks noChangeShapeType="1"/>
          </p:cNvSpPr>
          <p:nvPr/>
        </p:nvSpPr>
        <p:spPr bwMode="auto">
          <a:xfrm flipV="1">
            <a:off x="4198938" y="3321050"/>
            <a:ext cx="1709737" cy="33338"/>
          </a:xfrm>
          <a:prstGeom prst="line">
            <a:avLst/>
          </a:prstGeom>
          <a:noFill/>
          <a:ln w="38100">
            <a:solidFill>
              <a:srgbClr val="00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692343" name="AutoShape 119">
            <a:extLst>
              <a:ext uri="{FF2B5EF4-FFF2-40B4-BE49-F238E27FC236}">
                <a16:creationId xmlns:a16="http://schemas.microsoft.com/office/drawing/2014/main" id="{4BBC2014-B09D-31AB-11D1-871386BD2F0A}"/>
              </a:ext>
            </a:extLst>
          </p:cNvPr>
          <p:cNvSpPr>
            <a:spLocks noChangeArrowheads="1"/>
          </p:cNvSpPr>
          <p:nvPr/>
        </p:nvSpPr>
        <p:spPr bwMode="auto">
          <a:xfrm rot="5400000">
            <a:off x="3341687" y="3881438"/>
            <a:ext cx="771525" cy="323850"/>
          </a:xfrm>
          <a:prstGeom prst="rightArrow">
            <a:avLst>
              <a:gd name="adj1" fmla="val 50000"/>
              <a:gd name="adj2" fmla="val 59559"/>
            </a:avLst>
          </a:prstGeom>
          <a:solidFill>
            <a:srgbClr val="0000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692344" name="AutoShape 120">
            <a:extLst>
              <a:ext uri="{FF2B5EF4-FFF2-40B4-BE49-F238E27FC236}">
                <a16:creationId xmlns:a16="http://schemas.microsoft.com/office/drawing/2014/main" id="{24956388-0A3E-7532-FBBA-6EB98C384738}"/>
              </a:ext>
            </a:extLst>
          </p:cNvPr>
          <p:cNvSpPr>
            <a:spLocks noChangeArrowheads="1"/>
          </p:cNvSpPr>
          <p:nvPr/>
        </p:nvSpPr>
        <p:spPr bwMode="auto">
          <a:xfrm>
            <a:off x="4305300" y="4868863"/>
            <a:ext cx="2720975" cy="741362"/>
          </a:xfrm>
          <a:prstGeom prst="wedgeRoundRectCallout">
            <a:avLst>
              <a:gd name="adj1" fmla="val -30398"/>
              <a:gd name="adj2" fmla="val -109958"/>
              <a:gd name="adj3" fmla="val 16667"/>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5441" tIns="47720" rIns="95441" bIns="47720"/>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77838"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28750"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800" b="0">
                <a:ea typeface="MS UI Gothic" panose="020B0600070205080204" pitchFamily="50" charset="-128"/>
              </a:rPr>
              <a:t>Compile error do </a:t>
            </a:r>
            <a:r>
              <a:rPr lang="ja-JP" altLang="en-US" sz="1800" b="0">
                <a:ea typeface="MS UI Gothic" panose="020B0600070205080204" pitchFamily="50" charset="-128"/>
              </a:rPr>
              <a:t>「</a:t>
            </a:r>
            <a:r>
              <a:rPr lang="en-US" altLang="ja-JP" sz="1800" b="0">
                <a:ea typeface="MS UI Gothic" panose="020B0600070205080204" pitchFamily="50" charset="-128"/>
              </a:rPr>
              <a:t>kiểu không tương thích</a:t>
            </a:r>
            <a:r>
              <a:rPr lang="ja-JP" altLang="en-US" sz="1800" b="0">
                <a:ea typeface="MS UI Gothic" panose="020B0600070205080204" pitchFamily="50" charset="-128"/>
              </a:rPr>
              <a:t>」</a:t>
            </a:r>
          </a:p>
        </p:txBody>
      </p:sp>
      <p:sp>
        <p:nvSpPr>
          <p:cNvPr id="692345" name="Rectangle 121">
            <a:extLst>
              <a:ext uri="{FF2B5EF4-FFF2-40B4-BE49-F238E27FC236}">
                <a16:creationId xmlns:a16="http://schemas.microsoft.com/office/drawing/2014/main" id="{B7E11545-31BD-99E9-DF2C-D06267CA10AF}"/>
              </a:ext>
            </a:extLst>
          </p:cNvPr>
          <p:cNvSpPr>
            <a:spLocks noChangeArrowheads="1"/>
          </p:cNvSpPr>
          <p:nvPr/>
        </p:nvSpPr>
        <p:spPr bwMode="auto">
          <a:xfrm>
            <a:off x="2692400" y="3749675"/>
            <a:ext cx="927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altLang="ja-JP" sz="1800">
                <a:solidFill>
                  <a:srgbClr val="0000FF"/>
                </a:solidFill>
              </a:rPr>
              <a:t>Gán</a:t>
            </a:r>
          </a:p>
        </p:txBody>
      </p:sp>
      <p:sp>
        <p:nvSpPr>
          <p:cNvPr id="692348" name="Rectangle 124">
            <a:extLst>
              <a:ext uri="{FF2B5EF4-FFF2-40B4-BE49-F238E27FC236}">
                <a16:creationId xmlns:a16="http://schemas.microsoft.com/office/drawing/2014/main" id="{DF0F5B85-4773-2BE3-D4C5-73EC90E8D4C6}"/>
              </a:ext>
            </a:extLst>
          </p:cNvPr>
          <p:cNvSpPr>
            <a:spLocks noChangeArrowheads="1"/>
          </p:cNvSpPr>
          <p:nvPr/>
        </p:nvSpPr>
        <p:spPr bwMode="auto">
          <a:xfrm>
            <a:off x="674688" y="2713038"/>
            <a:ext cx="8899525"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1800" b="0">
                <a:latin typeface="Arial" panose="020B0604020202020204" pitchFamily="34" charset="0"/>
              </a:rPr>
              <a:t>●Convert kiểu chuỗi ký tự(</a:t>
            </a:r>
            <a:r>
              <a:rPr lang="en-US" altLang="ja-JP" sz="1800" b="0">
                <a:latin typeface="Arial" panose="020B0604020202020204" pitchFamily="34" charset="0"/>
                <a:ea typeface="ＭＳ ゴシック" panose="020B0609070205080204" pitchFamily="49" charset="-128"/>
              </a:rPr>
              <a:t>String</a:t>
            </a:r>
            <a:r>
              <a:rPr lang="en-US" altLang="ja-JP" sz="1800" b="0">
                <a:latin typeface="Arial" panose="020B0604020202020204" pitchFamily="34" charset="0"/>
              </a:rPr>
              <a:t>)</a:t>
            </a:r>
            <a:endParaRPr lang="en-US" altLang="ja-JP" sz="2400" b="0">
              <a:latin typeface="Arial" panose="020B0604020202020204" pitchFamily="34" charset="0"/>
            </a:endParaRPr>
          </a:p>
        </p:txBody>
      </p:sp>
      <p:sp>
        <p:nvSpPr>
          <p:cNvPr id="692349" name="Rectangle 125">
            <a:extLst>
              <a:ext uri="{FF2B5EF4-FFF2-40B4-BE49-F238E27FC236}">
                <a16:creationId xmlns:a16="http://schemas.microsoft.com/office/drawing/2014/main" id="{64390C9F-3012-0375-B678-9592C9000005}"/>
              </a:ext>
            </a:extLst>
          </p:cNvPr>
          <p:cNvSpPr>
            <a:spLocks noChangeArrowheads="1"/>
          </p:cNvSpPr>
          <p:nvPr/>
        </p:nvSpPr>
        <p:spPr bwMode="auto">
          <a:xfrm>
            <a:off x="674688" y="4160838"/>
            <a:ext cx="8899525"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1800" b="0">
                <a:latin typeface="Arial" panose="020B0604020202020204" pitchFamily="34" charset="0"/>
              </a:rPr>
              <a:t>●Convert kiểu số nguyên (</a:t>
            </a:r>
            <a:r>
              <a:rPr lang="en-US" altLang="ja-JP" sz="1800" b="0">
                <a:latin typeface="Arial" panose="020B0604020202020204" pitchFamily="34" charset="0"/>
                <a:ea typeface="ＭＳ ゴシック" panose="020B0609070205080204" pitchFamily="49" charset="-128"/>
              </a:rPr>
              <a:t>int</a:t>
            </a:r>
            <a:r>
              <a:rPr lang="en-US" altLang="ja-JP" sz="1800" b="0">
                <a:latin typeface="Arial" panose="020B0604020202020204" pitchFamily="34" charset="0"/>
              </a:rPr>
              <a:t>)</a:t>
            </a:r>
            <a:endParaRPr lang="en-US" altLang="ja-JP" sz="2400" b="0">
              <a:latin typeface="Arial" panose="020B0604020202020204" pitchFamily="34" charset="0"/>
            </a:endParaRPr>
          </a:p>
        </p:txBody>
      </p:sp>
      <p:sp>
        <p:nvSpPr>
          <p:cNvPr id="692350" name="Text Box 126">
            <a:extLst>
              <a:ext uri="{FF2B5EF4-FFF2-40B4-BE49-F238E27FC236}">
                <a16:creationId xmlns:a16="http://schemas.microsoft.com/office/drawing/2014/main" id="{257407AC-9EB2-E9F7-72B8-E07B3ACE323E}"/>
              </a:ext>
            </a:extLst>
          </p:cNvPr>
          <p:cNvSpPr txBox="1">
            <a:spLocks noChangeArrowheads="1"/>
          </p:cNvSpPr>
          <p:nvPr/>
        </p:nvSpPr>
        <p:spPr bwMode="auto">
          <a:xfrm>
            <a:off x="6762750" y="3648075"/>
            <a:ext cx="1685925" cy="366713"/>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800">
                <a:latin typeface="ＭＳ ゴシック" panose="020B0609070205080204" pitchFamily="49" charset="-128"/>
                <a:ea typeface="ＭＳ ゴシック" panose="020B0609070205080204" pitchFamily="49" charset="-128"/>
              </a:rPr>
              <a:t>"5250"</a:t>
            </a:r>
          </a:p>
        </p:txBody>
      </p:sp>
      <p:sp>
        <p:nvSpPr>
          <p:cNvPr id="692351" name="AutoShape 127">
            <a:extLst>
              <a:ext uri="{FF2B5EF4-FFF2-40B4-BE49-F238E27FC236}">
                <a16:creationId xmlns:a16="http://schemas.microsoft.com/office/drawing/2014/main" id="{9230B067-F14F-D2DF-42AE-EE4B797E880F}"/>
              </a:ext>
            </a:extLst>
          </p:cNvPr>
          <p:cNvSpPr>
            <a:spLocks noChangeArrowheads="1"/>
          </p:cNvSpPr>
          <p:nvPr/>
        </p:nvSpPr>
        <p:spPr bwMode="auto">
          <a:xfrm>
            <a:off x="4092575" y="3636963"/>
            <a:ext cx="1346200" cy="838200"/>
          </a:xfrm>
          <a:prstGeom prst="irregularSeal1">
            <a:avLst/>
          </a:prstGeom>
          <a:solidFill>
            <a:srgbClr val="FFFF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sz="1800"/>
              <a:t>Error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0114" name="Rectangle 2">
            <a:extLst>
              <a:ext uri="{FF2B5EF4-FFF2-40B4-BE49-F238E27FC236}">
                <a16:creationId xmlns:a16="http://schemas.microsoft.com/office/drawing/2014/main" id="{AF2794B9-7B49-C92C-874F-DACA6F2B0F20}"/>
              </a:ext>
            </a:extLst>
          </p:cNvPr>
          <p:cNvSpPr>
            <a:spLocks noGrp="1" noChangeArrowheads="1"/>
          </p:cNvSpPr>
          <p:nvPr>
            <p:ph type="title"/>
          </p:nvPr>
        </p:nvSpPr>
        <p:spPr>
          <a:xfrm>
            <a:off x="334601" y="318544"/>
            <a:ext cx="9217025" cy="490537"/>
          </a:xfrm>
        </p:spPr>
        <p:txBody>
          <a:bodyPr>
            <a:normAutofit fontScale="90000"/>
          </a:bodyPr>
          <a:lstStyle/>
          <a:p>
            <a:r>
              <a:rPr lang="en-US" altLang="ja-JP" dirty="0">
                <a:latin typeface="Arial" panose="020B0604020202020204" pitchFamily="34" charset="0"/>
                <a:ea typeface="MS UI Gothic" panose="020B0600070205080204" pitchFamily="50" charset="-128"/>
              </a:rPr>
              <a:t>Convert </a:t>
            </a:r>
            <a:r>
              <a:rPr lang="en-US" altLang="ja-JP" dirty="0" err="1">
                <a:latin typeface="Arial" panose="020B0604020202020204" pitchFamily="34" charset="0"/>
                <a:ea typeface="MS UI Gothic" panose="020B0600070205080204" pitchFamily="50" charset="-128"/>
              </a:rPr>
              <a:t>kiểu</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không</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tường</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minh</a:t>
            </a:r>
            <a:r>
              <a:rPr lang="ja-JP" altLang="en-US" dirty="0">
                <a:latin typeface="Arial" panose="020B0604020202020204" pitchFamily="34" charset="0"/>
              </a:rPr>
              <a:t>（</a:t>
            </a:r>
            <a:r>
              <a:rPr lang="en-US" altLang="ja-JP" dirty="0">
                <a:latin typeface="Arial" panose="020B0604020202020204" pitchFamily="34" charset="0"/>
              </a:rPr>
              <a:t>1</a:t>
            </a:r>
            <a:r>
              <a:rPr lang="ja-JP" altLang="en-US" dirty="0">
                <a:latin typeface="Arial" panose="020B0604020202020204" pitchFamily="34" charset="0"/>
              </a:rPr>
              <a:t>）</a:t>
            </a:r>
            <a:endParaRPr lang="ja-JP" altLang="en-US" dirty="0">
              <a:latin typeface="Arial" panose="020B0604020202020204" pitchFamily="34" charset="0"/>
              <a:ea typeface="MS UI Gothic" panose="020B0600070205080204" pitchFamily="50" charset="-128"/>
            </a:endParaRPr>
          </a:p>
        </p:txBody>
      </p:sp>
      <p:sp>
        <p:nvSpPr>
          <p:cNvPr id="730115" name="Rectangle 3">
            <a:extLst>
              <a:ext uri="{FF2B5EF4-FFF2-40B4-BE49-F238E27FC236}">
                <a16:creationId xmlns:a16="http://schemas.microsoft.com/office/drawing/2014/main" id="{29BDA64F-F2D1-C8DD-0EAF-786758119E2B}"/>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Convert kiểu không tường minh là gì</a:t>
            </a:r>
          </a:p>
          <a:p>
            <a:endParaRPr lang="en-US" altLang="ja-JP" sz="2400" b="0">
              <a:latin typeface="Arial" panose="020B0604020202020204" pitchFamily="34" charset="0"/>
            </a:endParaRPr>
          </a:p>
          <a:p>
            <a:endParaRPr lang="en-US" altLang="ja-JP" sz="2400" b="0">
              <a:latin typeface="Arial" panose="020B0604020202020204" pitchFamily="34" charset="0"/>
            </a:endParaRPr>
          </a:p>
          <a:p>
            <a:pPr>
              <a:buFont typeface="Wingdings" panose="05000000000000000000" pitchFamily="2" charset="2"/>
              <a:buNone/>
            </a:pPr>
            <a:r>
              <a:rPr lang="en-US" altLang="ja-JP" sz="2000" b="0">
                <a:latin typeface="Arial" panose="020B0604020202020204" pitchFamily="34" charset="0"/>
              </a:rPr>
              <a:t>●Ví dụ có thể và không thể convert ngầm (trường hợp kiểu </a:t>
            </a:r>
            <a:r>
              <a:rPr lang="en-US" altLang="ja-JP" sz="2000" b="0">
                <a:latin typeface="Arial" panose="020B0604020202020204" pitchFamily="34" charset="0"/>
                <a:ea typeface="ＭＳ ゴシック" panose="020B0609070205080204" pitchFamily="49" charset="-128"/>
              </a:rPr>
              <a:t>int</a:t>
            </a:r>
            <a:r>
              <a:rPr lang="en-US" altLang="ja-JP" sz="2000" b="0">
                <a:latin typeface="Arial" panose="020B0604020202020204" pitchFamily="34" charset="0"/>
              </a:rPr>
              <a:t>)</a:t>
            </a:r>
          </a:p>
        </p:txBody>
      </p:sp>
      <p:sp>
        <p:nvSpPr>
          <p:cNvPr id="730116" name="Rectangle 4">
            <a:extLst>
              <a:ext uri="{FF2B5EF4-FFF2-40B4-BE49-F238E27FC236}">
                <a16:creationId xmlns:a16="http://schemas.microsoft.com/office/drawing/2014/main" id="{CC3ECF1E-9A38-A00D-450C-6CE5F922A30D}"/>
              </a:ext>
            </a:extLst>
          </p:cNvPr>
          <p:cNvSpPr>
            <a:spLocks noChangeArrowheads="1"/>
          </p:cNvSpPr>
          <p:nvPr/>
        </p:nvSpPr>
        <p:spPr bwMode="auto">
          <a:xfrm>
            <a:off x="344488" y="1384300"/>
            <a:ext cx="9120187" cy="4699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a:latin typeface="Arial" panose="020B0604020202020204" pitchFamily="34" charset="0"/>
              </a:rPr>
              <a:t>Khi tính toán và gán giá trị thì việc convert sẽ được tiến hành tự động</a:t>
            </a:r>
          </a:p>
        </p:txBody>
      </p:sp>
      <p:sp>
        <p:nvSpPr>
          <p:cNvPr id="730118" name="Rectangle 6">
            <a:extLst>
              <a:ext uri="{FF2B5EF4-FFF2-40B4-BE49-F238E27FC236}">
                <a16:creationId xmlns:a16="http://schemas.microsoft.com/office/drawing/2014/main" id="{C4641B6B-DB76-34D3-06A5-453C99FAD0AC}"/>
              </a:ext>
            </a:extLst>
          </p:cNvPr>
          <p:cNvSpPr>
            <a:spLocks noChangeArrowheads="1"/>
          </p:cNvSpPr>
          <p:nvPr/>
        </p:nvSpPr>
        <p:spPr bwMode="auto">
          <a:xfrm>
            <a:off x="342900" y="2593975"/>
            <a:ext cx="9117013" cy="3757613"/>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30125" name="Line 13">
            <a:extLst>
              <a:ext uri="{FF2B5EF4-FFF2-40B4-BE49-F238E27FC236}">
                <a16:creationId xmlns:a16="http://schemas.microsoft.com/office/drawing/2014/main" id="{186CC552-97E9-3EEC-F903-50336B556215}"/>
              </a:ext>
            </a:extLst>
          </p:cNvPr>
          <p:cNvSpPr>
            <a:spLocks noChangeShapeType="1"/>
          </p:cNvSpPr>
          <p:nvPr/>
        </p:nvSpPr>
        <p:spPr bwMode="auto">
          <a:xfrm flipV="1">
            <a:off x="3094038" y="3128963"/>
            <a:ext cx="1062037" cy="1203325"/>
          </a:xfrm>
          <a:prstGeom prst="line">
            <a:avLst/>
          </a:prstGeom>
          <a:noFill/>
          <a:ln w="38100">
            <a:solidFill>
              <a:srgbClr val="00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endParaRPr lang="ja-JP" altLang="en-US"/>
          </a:p>
        </p:txBody>
      </p:sp>
      <p:sp>
        <p:nvSpPr>
          <p:cNvPr id="730127" name="AutoShape 15">
            <a:extLst>
              <a:ext uri="{FF2B5EF4-FFF2-40B4-BE49-F238E27FC236}">
                <a16:creationId xmlns:a16="http://schemas.microsoft.com/office/drawing/2014/main" id="{56600755-6990-BF5F-0C5D-91F5258B0DE5}"/>
              </a:ext>
            </a:extLst>
          </p:cNvPr>
          <p:cNvSpPr>
            <a:spLocks noChangeArrowheads="1"/>
          </p:cNvSpPr>
          <p:nvPr/>
        </p:nvSpPr>
        <p:spPr bwMode="auto">
          <a:xfrm>
            <a:off x="6518275" y="2698750"/>
            <a:ext cx="2892425" cy="903288"/>
          </a:xfrm>
          <a:prstGeom prst="wedgeRoundRectCallout">
            <a:avLst>
              <a:gd name="adj1" fmla="val -64764"/>
              <a:gd name="adj2" fmla="val 9227"/>
              <a:gd name="adj3" fmla="val 16667"/>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5441" tIns="47720" rIns="95441" bIns="47720"/>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77838"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28750"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800" b="0">
                <a:ea typeface="MS UI Gothic" panose="020B0600070205080204" pitchFamily="50" charset="-128"/>
              </a:rPr>
              <a:t>Nếu gán sang kiểu có size nhỏ thì sẽ thành compile error.</a:t>
            </a:r>
          </a:p>
        </p:txBody>
      </p:sp>
      <p:sp>
        <p:nvSpPr>
          <p:cNvPr id="730140" name="Text Box 28">
            <a:extLst>
              <a:ext uri="{FF2B5EF4-FFF2-40B4-BE49-F238E27FC236}">
                <a16:creationId xmlns:a16="http://schemas.microsoft.com/office/drawing/2014/main" id="{05DDDF6F-209C-EC31-BACF-0FDBD1F91DC0}"/>
              </a:ext>
            </a:extLst>
          </p:cNvPr>
          <p:cNvSpPr txBox="1">
            <a:spLocks noChangeArrowheads="1"/>
          </p:cNvSpPr>
          <p:nvPr/>
        </p:nvSpPr>
        <p:spPr bwMode="auto">
          <a:xfrm>
            <a:off x="288148" y="4140201"/>
            <a:ext cx="1217612" cy="369332"/>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ja-JP" sz="1800" b="0" dirty="0" err="1">
                <a:latin typeface="+mj-lt"/>
                <a:ea typeface="ＭＳ ゴシック" panose="020B0609070205080204" pitchFamily="49" charset="-128"/>
              </a:rPr>
              <a:t>Kiểu</a:t>
            </a:r>
            <a:r>
              <a:rPr lang="en-US" altLang="ja-JP" sz="1800" b="0" dirty="0">
                <a:latin typeface="+mj-lt"/>
                <a:ea typeface="ＭＳ ゴシック" panose="020B0609070205080204" pitchFamily="49" charset="-128"/>
              </a:rPr>
              <a:t> int</a:t>
            </a:r>
            <a:endParaRPr lang="en-US" altLang="ja-JP" sz="1800" b="0" dirty="0">
              <a:latin typeface="+mj-lt"/>
            </a:endParaRPr>
          </a:p>
        </p:txBody>
      </p:sp>
      <p:grpSp>
        <p:nvGrpSpPr>
          <p:cNvPr id="730189" name="Group 77">
            <a:extLst>
              <a:ext uri="{FF2B5EF4-FFF2-40B4-BE49-F238E27FC236}">
                <a16:creationId xmlns:a16="http://schemas.microsoft.com/office/drawing/2014/main" id="{E2BCFD34-5B33-3776-FD2F-80D4BFE10B5C}"/>
              </a:ext>
            </a:extLst>
          </p:cNvPr>
          <p:cNvGrpSpPr>
            <a:grpSpLocks/>
          </p:cNvGrpSpPr>
          <p:nvPr/>
        </p:nvGrpSpPr>
        <p:grpSpPr bwMode="auto">
          <a:xfrm>
            <a:off x="1152525" y="4216400"/>
            <a:ext cx="1873250" cy="254000"/>
            <a:chOff x="726" y="1904"/>
            <a:chExt cx="1180" cy="160"/>
          </a:xfrm>
        </p:grpSpPr>
        <p:sp>
          <p:nvSpPr>
            <p:cNvPr id="730134" name="Rectangle 22">
              <a:extLst>
                <a:ext uri="{FF2B5EF4-FFF2-40B4-BE49-F238E27FC236}">
                  <a16:creationId xmlns:a16="http://schemas.microsoft.com/office/drawing/2014/main" id="{51FB62C0-A8F2-B0D5-5B3C-923185422403}"/>
                </a:ext>
              </a:extLst>
            </p:cNvPr>
            <p:cNvSpPr>
              <a:spLocks noChangeArrowheads="1"/>
            </p:cNvSpPr>
            <p:nvPr/>
          </p:nvSpPr>
          <p:spPr bwMode="auto">
            <a:xfrm>
              <a:off x="726"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30185" name="Rectangle 73">
              <a:extLst>
                <a:ext uri="{FF2B5EF4-FFF2-40B4-BE49-F238E27FC236}">
                  <a16:creationId xmlns:a16="http://schemas.microsoft.com/office/drawing/2014/main" id="{59A6F20C-7FC1-D50B-18BD-56A6ECE003C2}"/>
                </a:ext>
              </a:extLst>
            </p:cNvPr>
            <p:cNvSpPr>
              <a:spLocks noChangeArrowheads="1"/>
            </p:cNvSpPr>
            <p:nvPr/>
          </p:nvSpPr>
          <p:spPr bwMode="auto">
            <a:xfrm>
              <a:off x="1020"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30186" name="Rectangle 74">
              <a:extLst>
                <a:ext uri="{FF2B5EF4-FFF2-40B4-BE49-F238E27FC236}">
                  <a16:creationId xmlns:a16="http://schemas.microsoft.com/office/drawing/2014/main" id="{18E36342-A242-A568-4A0A-36BE65075371}"/>
                </a:ext>
              </a:extLst>
            </p:cNvPr>
            <p:cNvSpPr>
              <a:spLocks noChangeArrowheads="1"/>
            </p:cNvSpPr>
            <p:nvPr/>
          </p:nvSpPr>
          <p:spPr bwMode="auto">
            <a:xfrm>
              <a:off x="1316"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30187" name="Rectangle 75">
              <a:extLst>
                <a:ext uri="{FF2B5EF4-FFF2-40B4-BE49-F238E27FC236}">
                  <a16:creationId xmlns:a16="http://schemas.microsoft.com/office/drawing/2014/main" id="{6DF639CF-F5B3-70D9-F5AE-FE07CEFA424E}"/>
                </a:ext>
              </a:extLst>
            </p:cNvPr>
            <p:cNvSpPr>
              <a:spLocks noChangeArrowheads="1"/>
            </p:cNvSpPr>
            <p:nvPr/>
          </p:nvSpPr>
          <p:spPr bwMode="auto">
            <a:xfrm>
              <a:off x="1608"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grpSp>
      <p:sp>
        <p:nvSpPr>
          <p:cNvPr id="730174" name="Text Box 62">
            <a:extLst>
              <a:ext uri="{FF2B5EF4-FFF2-40B4-BE49-F238E27FC236}">
                <a16:creationId xmlns:a16="http://schemas.microsoft.com/office/drawing/2014/main" id="{B459D4B2-CD2E-DCD8-EF62-FD0DD37D6105}"/>
              </a:ext>
            </a:extLst>
          </p:cNvPr>
          <p:cNvSpPr txBox="1">
            <a:spLocks noChangeArrowheads="1"/>
          </p:cNvSpPr>
          <p:nvPr/>
        </p:nvSpPr>
        <p:spPr bwMode="auto">
          <a:xfrm>
            <a:off x="4478338" y="2867025"/>
            <a:ext cx="1266825" cy="33655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600" b="0" dirty="0" err="1">
                <a:latin typeface="+mj-lt"/>
                <a:ea typeface="ＭＳ ゴシック" panose="020B0609070205080204" pitchFamily="49" charset="-128"/>
              </a:rPr>
              <a:t>Kiểu</a:t>
            </a:r>
            <a:r>
              <a:rPr lang="en-US" altLang="ja-JP" sz="1600" b="0" dirty="0">
                <a:latin typeface="+mj-lt"/>
                <a:ea typeface="ＭＳ ゴシック" panose="020B0609070205080204" pitchFamily="49" charset="-128"/>
              </a:rPr>
              <a:t> byte</a:t>
            </a:r>
            <a:endParaRPr lang="en-US" altLang="ja-JP" sz="1600" b="0" dirty="0">
              <a:latin typeface="+mj-lt"/>
            </a:endParaRPr>
          </a:p>
        </p:txBody>
      </p:sp>
      <p:sp>
        <p:nvSpPr>
          <p:cNvPr id="730191" name="Rectangle 79">
            <a:extLst>
              <a:ext uri="{FF2B5EF4-FFF2-40B4-BE49-F238E27FC236}">
                <a16:creationId xmlns:a16="http://schemas.microsoft.com/office/drawing/2014/main" id="{8782491F-4234-1DB2-2F33-27605267C0C1}"/>
              </a:ext>
            </a:extLst>
          </p:cNvPr>
          <p:cNvSpPr>
            <a:spLocks noChangeArrowheads="1"/>
          </p:cNvSpPr>
          <p:nvPr/>
        </p:nvSpPr>
        <p:spPr bwMode="auto">
          <a:xfrm>
            <a:off x="5535613" y="2921000"/>
            <a:ext cx="473075" cy="25400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30141" name="AutoShape 29">
            <a:extLst>
              <a:ext uri="{FF2B5EF4-FFF2-40B4-BE49-F238E27FC236}">
                <a16:creationId xmlns:a16="http://schemas.microsoft.com/office/drawing/2014/main" id="{88098D95-866C-D9B5-2D84-294912E882CF}"/>
              </a:ext>
            </a:extLst>
          </p:cNvPr>
          <p:cNvSpPr>
            <a:spLocks noChangeArrowheads="1"/>
          </p:cNvSpPr>
          <p:nvPr/>
        </p:nvSpPr>
        <p:spPr bwMode="auto">
          <a:xfrm>
            <a:off x="798513" y="3771900"/>
            <a:ext cx="1773237" cy="312738"/>
          </a:xfrm>
          <a:prstGeom prst="wedgeRoundRectCallout">
            <a:avLst>
              <a:gd name="adj1" fmla="val -13921"/>
              <a:gd name="adj2" fmla="val 99745"/>
              <a:gd name="adj3" fmla="val 16667"/>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5441" tIns="47720" rIns="95441" bIns="47720" anchor="ct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77838"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28750"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800" b="0">
                <a:ea typeface="ＭＳ ゴシック" panose="020B0609070205080204" pitchFamily="49" charset="-128"/>
              </a:rPr>
              <a:t>Biến kiểu int</a:t>
            </a:r>
            <a:endParaRPr lang="en-US" altLang="ja-JP" sz="1800" b="0">
              <a:ea typeface="MS UI Gothic" panose="020B0600070205080204" pitchFamily="50" charset="-128"/>
            </a:endParaRPr>
          </a:p>
        </p:txBody>
      </p:sp>
      <p:sp>
        <p:nvSpPr>
          <p:cNvPr id="730228" name="Text Box 116">
            <a:extLst>
              <a:ext uri="{FF2B5EF4-FFF2-40B4-BE49-F238E27FC236}">
                <a16:creationId xmlns:a16="http://schemas.microsoft.com/office/drawing/2014/main" id="{77EB9D8C-2F57-B94F-F16B-7C735538CE87}"/>
              </a:ext>
            </a:extLst>
          </p:cNvPr>
          <p:cNvSpPr txBox="1">
            <a:spLocks noChangeArrowheads="1"/>
          </p:cNvSpPr>
          <p:nvPr/>
        </p:nvSpPr>
        <p:spPr bwMode="auto">
          <a:xfrm>
            <a:off x="4478338" y="3389313"/>
            <a:ext cx="1422400" cy="33655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600" b="0" dirty="0" err="1">
                <a:latin typeface="+mj-lt"/>
                <a:ea typeface="ＭＳ ゴシック" panose="020B0609070205080204" pitchFamily="49" charset="-128"/>
              </a:rPr>
              <a:t>Kiểu</a:t>
            </a:r>
            <a:r>
              <a:rPr lang="en-US" altLang="ja-JP" sz="1600" b="0" dirty="0">
                <a:latin typeface="+mj-lt"/>
                <a:ea typeface="ＭＳ ゴシック" panose="020B0609070205080204" pitchFamily="49" charset="-128"/>
              </a:rPr>
              <a:t> short</a:t>
            </a:r>
            <a:endParaRPr lang="en-US" altLang="ja-JP" sz="1600" b="0" dirty="0">
              <a:latin typeface="+mj-lt"/>
            </a:endParaRPr>
          </a:p>
        </p:txBody>
      </p:sp>
      <p:sp>
        <p:nvSpPr>
          <p:cNvPr id="730231" name="Rectangle 119">
            <a:extLst>
              <a:ext uri="{FF2B5EF4-FFF2-40B4-BE49-F238E27FC236}">
                <a16:creationId xmlns:a16="http://schemas.microsoft.com/office/drawing/2014/main" id="{04EBF7BC-72FC-7451-BFCC-B7155A295A71}"/>
              </a:ext>
            </a:extLst>
          </p:cNvPr>
          <p:cNvSpPr>
            <a:spLocks noChangeArrowheads="1"/>
          </p:cNvSpPr>
          <p:nvPr/>
        </p:nvSpPr>
        <p:spPr bwMode="auto">
          <a:xfrm>
            <a:off x="5535613" y="3454400"/>
            <a:ext cx="473075" cy="25400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30232" name="Rectangle 120">
            <a:extLst>
              <a:ext uri="{FF2B5EF4-FFF2-40B4-BE49-F238E27FC236}">
                <a16:creationId xmlns:a16="http://schemas.microsoft.com/office/drawing/2014/main" id="{10E3DD24-0375-20E1-4AA9-E7087F67CD9D}"/>
              </a:ext>
            </a:extLst>
          </p:cNvPr>
          <p:cNvSpPr>
            <a:spLocks noChangeArrowheads="1"/>
          </p:cNvSpPr>
          <p:nvPr/>
        </p:nvSpPr>
        <p:spPr bwMode="auto">
          <a:xfrm>
            <a:off x="6002338" y="3454400"/>
            <a:ext cx="473075" cy="25400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30241" name="Text Box 129">
            <a:extLst>
              <a:ext uri="{FF2B5EF4-FFF2-40B4-BE49-F238E27FC236}">
                <a16:creationId xmlns:a16="http://schemas.microsoft.com/office/drawing/2014/main" id="{F8C2932B-31EB-30C2-A573-812C465AEE97}"/>
              </a:ext>
            </a:extLst>
          </p:cNvPr>
          <p:cNvSpPr txBox="1">
            <a:spLocks noChangeArrowheads="1"/>
          </p:cNvSpPr>
          <p:nvPr/>
        </p:nvSpPr>
        <p:spPr bwMode="auto">
          <a:xfrm>
            <a:off x="4478338" y="3922713"/>
            <a:ext cx="1022350" cy="33655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600" b="0" dirty="0" err="1">
                <a:latin typeface="+mj-lt"/>
                <a:ea typeface="ＭＳ ゴシック" panose="020B0609070205080204" pitchFamily="49" charset="-128"/>
              </a:rPr>
              <a:t>Kiểu</a:t>
            </a:r>
            <a:r>
              <a:rPr lang="en-US" altLang="ja-JP" sz="1600" b="0" dirty="0">
                <a:latin typeface="+mj-lt"/>
                <a:ea typeface="ＭＳ ゴシック" panose="020B0609070205080204" pitchFamily="49" charset="-128"/>
              </a:rPr>
              <a:t> int</a:t>
            </a:r>
            <a:endParaRPr lang="en-US" altLang="ja-JP" sz="1600" b="0" dirty="0">
              <a:latin typeface="+mj-lt"/>
            </a:endParaRPr>
          </a:p>
        </p:txBody>
      </p:sp>
      <p:grpSp>
        <p:nvGrpSpPr>
          <p:cNvPr id="730243" name="Group 131">
            <a:extLst>
              <a:ext uri="{FF2B5EF4-FFF2-40B4-BE49-F238E27FC236}">
                <a16:creationId xmlns:a16="http://schemas.microsoft.com/office/drawing/2014/main" id="{4EF2BEF2-3C2F-D099-D72A-7FCC5FDF86DB}"/>
              </a:ext>
            </a:extLst>
          </p:cNvPr>
          <p:cNvGrpSpPr>
            <a:grpSpLocks/>
          </p:cNvGrpSpPr>
          <p:nvPr/>
        </p:nvGrpSpPr>
        <p:grpSpPr bwMode="auto">
          <a:xfrm>
            <a:off x="5535613" y="3987800"/>
            <a:ext cx="1873250" cy="254000"/>
            <a:chOff x="726" y="1904"/>
            <a:chExt cx="1180" cy="160"/>
          </a:xfrm>
        </p:grpSpPr>
        <p:sp>
          <p:nvSpPr>
            <p:cNvPr id="730244" name="Rectangle 132">
              <a:extLst>
                <a:ext uri="{FF2B5EF4-FFF2-40B4-BE49-F238E27FC236}">
                  <a16:creationId xmlns:a16="http://schemas.microsoft.com/office/drawing/2014/main" id="{08DD3E73-C5DE-6E9D-B848-0E9E72FDBC67}"/>
                </a:ext>
              </a:extLst>
            </p:cNvPr>
            <p:cNvSpPr>
              <a:spLocks noChangeArrowheads="1"/>
            </p:cNvSpPr>
            <p:nvPr/>
          </p:nvSpPr>
          <p:spPr bwMode="auto">
            <a:xfrm>
              <a:off x="726"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30245" name="Rectangle 133">
              <a:extLst>
                <a:ext uri="{FF2B5EF4-FFF2-40B4-BE49-F238E27FC236}">
                  <a16:creationId xmlns:a16="http://schemas.microsoft.com/office/drawing/2014/main" id="{E73CBFF1-E89D-A6DD-8DC6-E2A4B17FD2E7}"/>
                </a:ext>
              </a:extLst>
            </p:cNvPr>
            <p:cNvSpPr>
              <a:spLocks noChangeArrowheads="1"/>
            </p:cNvSpPr>
            <p:nvPr/>
          </p:nvSpPr>
          <p:spPr bwMode="auto">
            <a:xfrm>
              <a:off x="1020"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30246" name="Rectangle 134">
              <a:extLst>
                <a:ext uri="{FF2B5EF4-FFF2-40B4-BE49-F238E27FC236}">
                  <a16:creationId xmlns:a16="http://schemas.microsoft.com/office/drawing/2014/main" id="{BA5533C2-9493-9971-6A1D-90FF482FD723}"/>
                </a:ext>
              </a:extLst>
            </p:cNvPr>
            <p:cNvSpPr>
              <a:spLocks noChangeArrowheads="1"/>
            </p:cNvSpPr>
            <p:nvPr/>
          </p:nvSpPr>
          <p:spPr bwMode="auto">
            <a:xfrm>
              <a:off x="1316"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30247" name="Rectangle 135">
              <a:extLst>
                <a:ext uri="{FF2B5EF4-FFF2-40B4-BE49-F238E27FC236}">
                  <a16:creationId xmlns:a16="http://schemas.microsoft.com/office/drawing/2014/main" id="{E6AF4E70-9026-B1DB-A05D-CDDB065BFBCD}"/>
                </a:ext>
              </a:extLst>
            </p:cNvPr>
            <p:cNvSpPr>
              <a:spLocks noChangeArrowheads="1"/>
            </p:cNvSpPr>
            <p:nvPr/>
          </p:nvSpPr>
          <p:spPr bwMode="auto">
            <a:xfrm>
              <a:off x="1608"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grpSp>
      <p:sp>
        <p:nvSpPr>
          <p:cNvPr id="730254" name="Text Box 142">
            <a:extLst>
              <a:ext uri="{FF2B5EF4-FFF2-40B4-BE49-F238E27FC236}">
                <a16:creationId xmlns:a16="http://schemas.microsoft.com/office/drawing/2014/main" id="{270E36BC-7EB0-60F3-C982-CF129283282E}"/>
              </a:ext>
            </a:extLst>
          </p:cNvPr>
          <p:cNvSpPr txBox="1">
            <a:spLocks noChangeArrowheads="1"/>
          </p:cNvSpPr>
          <p:nvPr/>
        </p:nvSpPr>
        <p:spPr bwMode="auto">
          <a:xfrm>
            <a:off x="4478338" y="4456113"/>
            <a:ext cx="1316037" cy="33655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600" b="0" dirty="0" err="1">
                <a:latin typeface="+mj-lt"/>
                <a:ea typeface="ＭＳ ゴシック" panose="020B0609070205080204" pitchFamily="49" charset="-128"/>
              </a:rPr>
              <a:t>Kiểu</a:t>
            </a:r>
            <a:r>
              <a:rPr lang="en-US" altLang="ja-JP" sz="1600" b="0" dirty="0">
                <a:latin typeface="+mj-lt"/>
                <a:ea typeface="ＭＳ ゴシック" panose="020B0609070205080204" pitchFamily="49" charset="-128"/>
              </a:rPr>
              <a:t> float</a:t>
            </a:r>
            <a:endParaRPr lang="en-US" altLang="ja-JP" sz="1600" b="0" dirty="0">
              <a:latin typeface="+mj-lt"/>
            </a:endParaRPr>
          </a:p>
        </p:txBody>
      </p:sp>
      <p:grpSp>
        <p:nvGrpSpPr>
          <p:cNvPr id="730256" name="Group 144">
            <a:extLst>
              <a:ext uri="{FF2B5EF4-FFF2-40B4-BE49-F238E27FC236}">
                <a16:creationId xmlns:a16="http://schemas.microsoft.com/office/drawing/2014/main" id="{F79ED0C2-5C76-C526-6A20-B6BC146DB333}"/>
              </a:ext>
            </a:extLst>
          </p:cNvPr>
          <p:cNvGrpSpPr>
            <a:grpSpLocks/>
          </p:cNvGrpSpPr>
          <p:nvPr/>
        </p:nvGrpSpPr>
        <p:grpSpPr bwMode="auto">
          <a:xfrm>
            <a:off x="5535613" y="4521200"/>
            <a:ext cx="1873250" cy="254000"/>
            <a:chOff x="726" y="1904"/>
            <a:chExt cx="1180" cy="160"/>
          </a:xfrm>
        </p:grpSpPr>
        <p:sp>
          <p:nvSpPr>
            <p:cNvPr id="730257" name="Rectangle 145">
              <a:extLst>
                <a:ext uri="{FF2B5EF4-FFF2-40B4-BE49-F238E27FC236}">
                  <a16:creationId xmlns:a16="http://schemas.microsoft.com/office/drawing/2014/main" id="{D3AB3E20-724F-B85B-1207-99DFAE3F567B}"/>
                </a:ext>
              </a:extLst>
            </p:cNvPr>
            <p:cNvSpPr>
              <a:spLocks noChangeArrowheads="1"/>
            </p:cNvSpPr>
            <p:nvPr/>
          </p:nvSpPr>
          <p:spPr bwMode="auto">
            <a:xfrm>
              <a:off x="726"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30258" name="Rectangle 146">
              <a:extLst>
                <a:ext uri="{FF2B5EF4-FFF2-40B4-BE49-F238E27FC236}">
                  <a16:creationId xmlns:a16="http://schemas.microsoft.com/office/drawing/2014/main" id="{DED14A5A-515E-50A8-9CD1-7D8E5154FCAB}"/>
                </a:ext>
              </a:extLst>
            </p:cNvPr>
            <p:cNvSpPr>
              <a:spLocks noChangeArrowheads="1"/>
            </p:cNvSpPr>
            <p:nvPr/>
          </p:nvSpPr>
          <p:spPr bwMode="auto">
            <a:xfrm>
              <a:off x="1020"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30259" name="Rectangle 147">
              <a:extLst>
                <a:ext uri="{FF2B5EF4-FFF2-40B4-BE49-F238E27FC236}">
                  <a16:creationId xmlns:a16="http://schemas.microsoft.com/office/drawing/2014/main" id="{9FB4095C-9992-7256-DCBF-D79066594479}"/>
                </a:ext>
              </a:extLst>
            </p:cNvPr>
            <p:cNvSpPr>
              <a:spLocks noChangeArrowheads="1"/>
            </p:cNvSpPr>
            <p:nvPr/>
          </p:nvSpPr>
          <p:spPr bwMode="auto">
            <a:xfrm>
              <a:off x="1316"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30260" name="Rectangle 148">
              <a:extLst>
                <a:ext uri="{FF2B5EF4-FFF2-40B4-BE49-F238E27FC236}">
                  <a16:creationId xmlns:a16="http://schemas.microsoft.com/office/drawing/2014/main" id="{A48C7F6E-060B-82A7-D6C4-2ACC3BCC4735}"/>
                </a:ext>
              </a:extLst>
            </p:cNvPr>
            <p:cNvSpPr>
              <a:spLocks noChangeArrowheads="1"/>
            </p:cNvSpPr>
            <p:nvPr/>
          </p:nvSpPr>
          <p:spPr bwMode="auto">
            <a:xfrm>
              <a:off x="1608"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grpSp>
      <p:sp>
        <p:nvSpPr>
          <p:cNvPr id="730267" name="Text Box 155">
            <a:extLst>
              <a:ext uri="{FF2B5EF4-FFF2-40B4-BE49-F238E27FC236}">
                <a16:creationId xmlns:a16="http://schemas.microsoft.com/office/drawing/2014/main" id="{5D65ED96-F8FD-017C-2E9D-228C8333BCC7}"/>
              </a:ext>
            </a:extLst>
          </p:cNvPr>
          <p:cNvSpPr txBox="1">
            <a:spLocks noChangeArrowheads="1"/>
          </p:cNvSpPr>
          <p:nvPr/>
        </p:nvSpPr>
        <p:spPr bwMode="auto">
          <a:xfrm>
            <a:off x="4478338" y="4989513"/>
            <a:ext cx="1323975" cy="33655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600" b="0" dirty="0" err="1">
                <a:latin typeface="+mj-lt"/>
                <a:ea typeface="ＭＳ ゴシック" panose="020B0609070205080204" pitchFamily="49" charset="-128"/>
              </a:rPr>
              <a:t>Kiểu</a:t>
            </a:r>
            <a:r>
              <a:rPr lang="en-US" altLang="ja-JP" sz="1600" b="0" dirty="0">
                <a:latin typeface="+mj-lt"/>
                <a:ea typeface="ＭＳ ゴシック" panose="020B0609070205080204" pitchFamily="49" charset="-128"/>
              </a:rPr>
              <a:t> long</a:t>
            </a:r>
            <a:endParaRPr lang="en-US" altLang="ja-JP" sz="1600" b="0" dirty="0">
              <a:latin typeface="+mj-lt"/>
            </a:endParaRPr>
          </a:p>
        </p:txBody>
      </p:sp>
      <p:grpSp>
        <p:nvGrpSpPr>
          <p:cNvPr id="730268" name="Group 156">
            <a:extLst>
              <a:ext uri="{FF2B5EF4-FFF2-40B4-BE49-F238E27FC236}">
                <a16:creationId xmlns:a16="http://schemas.microsoft.com/office/drawing/2014/main" id="{BD78A489-D580-2A03-262E-B8901F616FEE}"/>
              </a:ext>
            </a:extLst>
          </p:cNvPr>
          <p:cNvGrpSpPr>
            <a:grpSpLocks/>
          </p:cNvGrpSpPr>
          <p:nvPr/>
        </p:nvGrpSpPr>
        <p:grpSpPr bwMode="auto">
          <a:xfrm>
            <a:off x="5535613" y="5054600"/>
            <a:ext cx="3743325" cy="254000"/>
            <a:chOff x="3520" y="1884"/>
            <a:chExt cx="2358" cy="160"/>
          </a:xfrm>
        </p:grpSpPr>
        <p:grpSp>
          <p:nvGrpSpPr>
            <p:cNvPr id="730269" name="Group 157">
              <a:extLst>
                <a:ext uri="{FF2B5EF4-FFF2-40B4-BE49-F238E27FC236}">
                  <a16:creationId xmlns:a16="http://schemas.microsoft.com/office/drawing/2014/main" id="{4A64619D-2A32-B210-0789-A0B872CDC274}"/>
                </a:ext>
              </a:extLst>
            </p:cNvPr>
            <p:cNvGrpSpPr>
              <a:grpSpLocks/>
            </p:cNvGrpSpPr>
            <p:nvPr/>
          </p:nvGrpSpPr>
          <p:grpSpPr bwMode="auto">
            <a:xfrm>
              <a:off x="3520" y="1884"/>
              <a:ext cx="1180" cy="160"/>
              <a:chOff x="726" y="1904"/>
              <a:chExt cx="1180" cy="160"/>
            </a:xfrm>
          </p:grpSpPr>
          <p:sp>
            <p:nvSpPr>
              <p:cNvPr id="730270" name="Rectangle 158">
                <a:extLst>
                  <a:ext uri="{FF2B5EF4-FFF2-40B4-BE49-F238E27FC236}">
                    <a16:creationId xmlns:a16="http://schemas.microsoft.com/office/drawing/2014/main" id="{84D160AE-DD3C-50CD-2ADC-7B7E1FF95CE3}"/>
                  </a:ext>
                </a:extLst>
              </p:cNvPr>
              <p:cNvSpPr>
                <a:spLocks noChangeArrowheads="1"/>
              </p:cNvSpPr>
              <p:nvPr/>
            </p:nvSpPr>
            <p:spPr bwMode="auto">
              <a:xfrm>
                <a:off x="726"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30271" name="Rectangle 159">
                <a:extLst>
                  <a:ext uri="{FF2B5EF4-FFF2-40B4-BE49-F238E27FC236}">
                    <a16:creationId xmlns:a16="http://schemas.microsoft.com/office/drawing/2014/main" id="{93EA1DDF-28C5-22BC-6E1B-D655DA7AC389}"/>
                  </a:ext>
                </a:extLst>
              </p:cNvPr>
              <p:cNvSpPr>
                <a:spLocks noChangeArrowheads="1"/>
              </p:cNvSpPr>
              <p:nvPr/>
            </p:nvSpPr>
            <p:spPr bwMode="auto">
              <a:xfrm>
                <a:off x="1020"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30272" name="Rectangle 160">
                <a:extLst>
                  <a:ext uri="{FF2B5EF4-FFF2-40B4-BE49-F238E27FC236}">
                    <a16:creationId xmlns:a16="http://schemas.microsoft.com/office/drawing/2014/main" id="{B5E8FB0C-B831-E17B-5B4F-4508B7B100EF}"/>
                  </a:ext>
                </a:extLst>
              </p:cNvPr>
              <p:cNvSpPr>
                <a:spLocks noChangeArrowheads="1"/>
              </p:cNvSpPr>
              <p:nvPr/>
            </p:nvSpPr>
            <p:spPr bwMode="auto">
              <a:xfrm>
                <a:off x="1316"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30273" name="Rectangle 161">
                <a:extLst>
                  <a:ext uri="{FF2B5EF4-FFF2-40B4-BE49-F238E27FC236}">
                    <a16:creationId xmlns:a16="http://schemas.microsoft.com/office/drawing/2014/main" id="{C57D8018-2309-DBD5-92D2-0D26E86ED19D}"/>
                  </a:ext>
                </a:extLst>
              </p:cNvPr>
              <p:cNvSpPr>
                <a:spLocks noChangeArrowheads="1"/>
              </p:cNvSpPr>
              <p:nvPr/>
            </p:nvSpPr>
            <p:spPr bwMode="auto">
              <a:xfrm>
                <a:off x="1608"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grpSp>
        <p:grpSp>
          <p:nvGrpSpPr>
            <p:cNvPr id="730274" name="Group 162">
              <a:extLst>
                <a:ext uri="{FF2B5EF4-FFF2-40B4-BE49-F238E27FC236}">
                  <a16:creationId xmlns:a16="http://schemas.microsoft.com/office/drawing/2014/main" id="{17A8FFAE-39C0-16AE-E044-37E24CD20D14}"/>
                </a:ext>
              </a:extLst>
            </p:cNvPr>
            <p:cNvGrpSpPr>
              <a:grpSpLocks/>
            </p:cNvGrpSpPr>
            <p:nvPr/>
          </p:nvGrpSpPr>
          <p:grpSpPr bwMode="auto">
            <a:xfrm>
              <a:off x="4698" y="1884"/>
              <a:ext cx="1180" cy="160"/>
              <a:chOff x="726" y="1904"/>
              <a:chExt cx="1180" cy="160"/>
            </a:xfrm>
          </p:grpSpPr>
          <p:sp>
            <p:nvSpPr>
              <p:cNvPr id="730275" name="Rectangle 163">
                <a:extLst>
                  <a:ext uri="{FF2B5EF4-FFF2-40B4-BE49-F238E27FC236}">
                    <a16:creationId xmlns:a16="http://schemas.microsoft.com/office/drawing/2014/main" id="{8ADD9C76-61C0-EA31-EB7F-4DB0D5C684BF}"/>
                  </a:ext>
                </a:extLst>
              </p:cNvPr>
              <p:cNvSpPr>
                <a:spLocks noChangeArrowheads="1"/>
              </p:cNvSpPr>
              <p:nvPr/>
            </p:nvSpPr>
            <p:spPr bwMode="auto">
              <a:xfrm>
                <a:off x="726"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30276" name="Rectangle 164">
                <a:extLst>
                  <a:ext uri="{FF2B5EF4-FFF2-40B4-BE49-F238E27FC236}">
                    <a16:creationId xmlns:a16="http://schemas.microsoft.com/office/drawing/2014/main" id="{7DEA3F6A-E6A8-E8BC-1E35-C6E2EDDA5832}"/>
                  </a:ext>
                </a:extLst>
              </p:cNvPr>
              <p:cNvSpPr>
                <a:spLocks noChangeArrowheads="1"/>
              </p:cNvSpPr>
              <p:nvPr/>
            </p:nvSpPr>
            <p:spPr bwMode="auto">
              <a:xfrm>
                <a:off x="1020"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30277" name="Rectangle 165">
                <a:extLst>
                  <a:ext uri="{FF2B5EF4-FFF2-40B4-BE49-F238E27FC236}">
                    <a16:creationId xmlns:a16="http://schemas.microsoft.com/office/drawing/2014/main" id="{70AACE70-CB60-1C8E-197A-613C7F00B936}"/>
                  </a:ext>
                </a:extLst>
              </p:cNvPr>
              <p:cNvSpPr>
                <a:spLocks noChangeArrowheads="1"/>
              </p:cNvSpPr>
              <p:nvPr/>
            </p:nvSpPr>
            <p:spPr bwMode="auto">
              <a:xfrm>
                <a:off x="1316"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30278" name="Rectangle 166">
                <a:extLst>
                  <a:ext uri="{FF2B5EF4-FFF2-40B4-BE49-F238E27FC236}">
                    <a16:creationId xmlns:a16="http://schemas.microsoft.com/office/drawing/2014/main" id="{35639D2B-57C2-4DDE-7F1C-4AE2C37CC7C8}"/>
                  </a:ext>
                </a:extLst>
              </p:cNvPr>
              <p:cNvSpPr>
                <a:spLocks noChangeArrowheads="1"/>
              </p:cNvSpPr>
              <p:nvPr/>
            </p:nvSpPr>
            <p:spPr bwMode="auto">
              <a:xfrm>
                <a:off x="1608"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grpSp>
      </p:grpSp>
      <p:sp>
        <p:nvSpPr>
          <p:cNvPr id="730280" name="Text Box 168">
            <a:extLst>
              <a:ext uri="{FF2B5EF4-FFF2-40B4-BE49-F238E27FC236}">
                <a16:creationId xmlns:a16="http://schemas.microsoft.com/office/drawing/2014/main" id="{2FDB2C54-62E2-4928-9593-16260CFB2C15}"/>
              </a:ext>
            </a:extLst>
          </p:cNvPr>
          <p:cNvSpPr txBox="1">
            <a:spLocks noChangeArrowheads="1"/>
          </p:cNvSpPr>
          <p:nvPr/>
        </p:nvSpPr>
        <p:spPr bwMode="auto">
          <a:xfrm>
            <a:off x="4478338" y="5522913"/>
            <a:ext cx="1401762" cy="307777"/>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400" b="0" dirty="0" err="1">
                <a:latin typeface="+mj-lt"/>
                <a:ea typeface="ＭＳ ゴシック" panose="020B0609070205080204" pitchFamily="49" charset="-128"/>
              </a:rPr>
              <a:t>Kiểu</a:t>
            </a:r>
            <a:r>
              <a:rPr lang="en-US" altLang="ja-JP" sz="1400" b="0" dirty="0">
                <a:latin typeface="+mj-lt"/>
                <a:ea typeface="ＭＳ ゴシック" panose="020B0609070205080204" pitchFamily="49" charset="-128"/>
              </a:rPr>
              <a:t> double</a:t>
            </a:r>
            <a:endParaRPr lang="en-US" altLang="ja-JP" sz="1400" b="0" dirty="0">
              <a:latin typeface="+mj-lt"/>
            </a:endParaRPr>
          </a:p>
        </p:txBody>
      </p:sp>
      <p:grpSp>
        <p:nvGrpSpPr>
          <p:cNvPr id="730281" name="Group 169">
            <a:extLst>
              <a:ext uri="{FF2B5EF4-FFF2-40B4-BE49-F238E27FC236}">
                <a16:creationId xmlns:a16="http://schemas.microsoft.com/office/drawing/2014/main" id="{433000AE-B2EF-1FF4-ACDC-D6526568125A}"/>
              </a:ext>
            </a:extLst>
          </p:cNvPr>
          <p:cNvGrpSpPr>
            <a:grpSpLocks/>
          </p:cNvGrpSpPr>
          <p:nvPr/>
        </p:nvGrpSpPr>
        <p:grpSpPr bwMode="auto">
          <a:xfrm>
            <a:off x="5535613" y="5588000"/>
            <a:ext cx="3743325" cy="254000"/>
            <a:chOff x="3520" y="1884"/>
            <a:chExt cx="2358" cy="160"/>
          </a:xfrm>
        </p:grpSpPr>
        <p:grpSp>
          <p:nvGrpSpPr>
            <p:cNvPr id="730282" name="Group 170">
              <a:extLst>
                <a:ext uri="{FF2B5EF4-FFF2-40B4-BE49-F238E27FC236}">
                  <a16:creationId xmlns:a16="http://schemas.microsoft.com/office/drawing/2014/main" id="{3A285173-34F6-D8F5-A9EB-B6740764E7A6}"/>
                </a:ext>
              </a:extLst>
            </p:cNvPr>
            <p:cNvGrpSpPr>
              <a:grpSpLocks/>
            </p:cNvGrpSpPr>
            <p:nvPr/>
          </p:nvGrpSpPr>
          <p:grpSpPr bwMode="auto">
            <a:xfrm>
              <a:off x="3520" y="1884"/>
              <a:ext cx="1180" cy="160"/>
              <a:chOff x="726" y="1904"/>
              <a:chExt cx="1180" cy="160"/>
            </a:xfrm>
          </p:grpSpPr>
          <p:sp>
            <p:nvSpPr>
              <p:cNvPr id="730283" name="Rectangle 171">
                <a:extLst>
                  <a:ext uri="{FF2B5EF4-FFF2-40B4-BE49-F238E27FC236}">
                    <a16:creationId xmlns:a16="http://schemas.microsoft.com/office/drawing/2014/main" id="{30BF0C24-20C9-D24C-790B-8606B3C90A1D}"/>
                  </a:ext>
                </a:extLst>
              </p:cNvPr>
              <p:cNvSpPr>
                <a:spLocks noChangeArrowheads="1"/>
              </p:cNvSpPr>
              <p:nvPr/>
            </p:nvSpPr>
            <p:spPr bwMode="auto">
              <a:xfrm>
                <a:off x="726"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30284" name="Rectangle 172">
                <a:extLst>
                  <a:ext uri="{FF2B5EF4-FFF2-40B4-BE49-F238E27FC236}">
                    <a16:creationId xmlns:a16="http://schemas.microsoft.com/office/drawing/2014/main" id="{8C52B42D-9A37-F71F-6D6A-170865799D0A}"/>
                  </a:ext>
                </a:extLst>
              </p:cNvPr>
              <p:cNvSpPr>
                <a:spLocks noChangeArrowheads="1"/>
              </p:cNvSpPr>
              <p:nvPr/>
            </p:nvSpPr>
            <p:spPr bwMode="auto">
              <a:xfrm>
                <a:off x="1020"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30285" name="Rectangle 173">
                <a:extLst>
                  <a:ext uri="{FF2B5EF4-FFF2-40B4-BE49-F238E27FC236}">
                    <a16:creationId xmlns:a16="http://schemas.microsoft.com/office/drawing/2014/main" id="{A11A7B14-7843-5944-57BA-79B957870453}"/>
                  </a:ext>
                </a:extLst>
              </p:cNvPr>
              <p:cNvSpPr>
                <a:spLocks noChangeArrowheads="1"/>
              </p:cNvSpPr>
              <p:nvPr/>
            </p:nvSpPr>
            <p:spPr bwMode="auto">
              <a:xfrm>
                <a:off x="1316"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30286" name="Rectangle 174">
                <a:extLst>
                  <a:ext uri="{FF2B5EF4-FFF2-40B4-BE49-F238E27FC236}">
                    <a16:creationId xmlns:a16="http://schemas.microsoft.com/office/drawing/2014/main" id="{5B1BF483-E18E-18EC-9A95-601126E06195}"/>
                  </a:ext>
                </a:extLst>
              </p:cNvPr>
              <p:cNvSpPr>
                <a:spLocks noChangeArrowheads="1"/>
              </p:cNvSpPr>
              <p:nvPr/>
            </p:nvSpPr>
            <p:spPr bwMode="auto">
              <a:xfrm>
                <a:off x="1608"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grpSp>
        <p:grpSp>
          <p:nvGrpSpPr>
            <p:cNvPr id="730287" name="Group 175">
              <a:extLst>
                <a:ext uri="{FF2B5EF4-FFF2-40B4-BE49-F238E27FC236}">
                  <a16:creationId xmlns:a16="http://schemas.microsoft.com/office/drawing/2014/main" id="{F7D754E0-7DB0-3197-AE08-54CF88EB895E}"/>
                </a:ext>
              </a:extLst>
            </p:cNvPr>
            <p:cNvGrpSpPr>
              <a:grpSpLocks/>
            </p:cNvGrpSpPr>
            <p:nvPr/>
          </p:nvGrpSpPr>
          <p:grpSpPr bwMode="auto">
            <a:xfrm>
              <a:off x="4698" y="1884"/>
              <a:ext cx="1180" cy="160"/>
              <a:chOff x="726" y="1904"/>
              <a:chExt cx="1180" cy="160"/>
            </a:xfrm>
          </p:grpSpPr>
          <p:sp>
            <p:nvSpPr>
              <p:cNvPr id="730288" name="Rectangle 176">
                <a:extLst>
                  <a:ext uri="{FF2B5EF4-FFF2-40B4-BE49-F238E27FC236}">
                    <a16:creationId xmlns:a16="http://schemas.microsoft.com/office/drawing/2014/main" id="{2E2E52F6-2D73-94CB-C9D6-553E187C50D3}"/>
                  </a:ext>
                </a:extLst>
              </p:cNvPr>
              <p:cNvSpPr>
                <a:spLocks noChangeArrowheads="1"/>
              </p:cNvSpPr>
              <p:nvPr/>
            </p:nvSpPr>
            <p:spPr bwMode="auto">
              <a:xfrm>
                <a:off x="726"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30289" name="Rectangle 177">
                <a:extLst>
                  <a:ext uri="{FF2B5EF4-FFF2-40B4-BE49-F238E27FC236}">
                    <a16:creationId xmlns:a16="http://schemas.microsoft.com/office/drawing/2014/main" id="{68F001B9-ED46-217F-D846-3774EFE71AC5}"/>
                  </a:ext>
                </a:extLst>
              </p:cNvPr>
              <p:cNvSpPr>
                <a:spLocks noChangeArrowheads="1"/>
              </p:cNvSpPr>
              <p:nvPr/>
            </p:nvSpPr>
            <p:spPr bwMode="auto">
              <a:xfrm>
                <a:off x="1020"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30290" name="Rectangle 178">
                <a:extLst>
                  <a:ext uri="{FF2B5EF4-FFF2-40B4-BE49-F238E27FC236}">
                    <a16:creationId xmlns:a16="http://schemas.microsoft.com/office/drawing/2014/main" id="{423E9CD1-38D5-A1FB-9F7E-410C49662707}"/>
                  </a:ext>
                </a:extLst>
              </p:cNvPr>
              <p:cNvSpPr>
                <a:spLocks noChangeArrowheads="1"/>
              </p:cNvSpPr>
              <p:nvPr/>
            </p:nvSpPr>
            <p:spPr bwMode="auto">
              <a:xfrm>
                <a:off x="1316"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30291" name="Rectangle 179">
                <a:extLst>
                  <a:ext uri="{FF2B5EF4-FFF2-40B4-BE49-F238E27FC236}">
                    <a16:creationId xmlns:a16="http://schemas.microsoft.com/office/drawing/2014/main" id="{406E298D-72D6-7961-779B-D118F331DC89}"/>
                  </a:ext>
                </a:extLst>
              </p:cNvPr>
              <p:cNvSpPr>
                <a:spLocks noChangeArrowheads="1"/>
              </p:cNvSpPr>
              <p:nvPr/>
            </p:nvSpPr>
            <p:spPr bwMode="auto">
              <a:xfrm>
                <a:off x="1608"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grpSp>
      </p:grpSp>
      <p:grpSp>
        <p:nvGrpSpPr>
          <p:cNvPr id="730293" name="Group 181">
            <a:extLst>
              <a:ext uri="{FF2B5EF4-FFF2-40B4-BE49-F238E27FC236}">
                <a16:creationId xmlns:a16="http://schemas.microsoft.com/office/drawing/2014/main" id="{8F7066CA-CE99-5ADB-39E4-B6CBA46B44FF}"/>
              </a:ext>
            </a:extLst>
          </p:cNvPr>
          <p:cNvGrpSpPr>
            <a:grpSpLocks/>
          </p:cNvGrpSpPr>
          <p:nvPr/>
        </p:nvGrpSpPr>
        <p:grpSpPr bwMode="auto">
          <a:xfrm>
            <a:off x="4189413" y="2978150"/>
            <a:ext cx="288925" cy="241300"/>
            <a:chOff x="3438" y="1406"/>
            <a:chExt cx="243" cy="243"/>
          </a:xfrm>
        </p:grpSpPr>
        <p:sp>
          <p:nvSpPr>
            <p:cNvPr id="730294" name="Line 182">
              <a:extLst>
                <a:ext uri="{FF2B5EF4-FFF2-40B4-BE49-F238E27FC236}">
                  <a16:creationId xmlns:a16="http://schemas.microsoft.com/office/drawing/2014/main" id="{F7F2F964-5156-DFF7-56FE-18949F6D7B63}"/>
                </a:ext>
              </a:extLst>
            </p:cNvPr>
            <p:cNvSpPr>
              <a:spLocks noChangeShapeType="1"/>
            </p:cNvSpPr>
            <p:nvPr/>
          </p:nvSpPr>
          <p:spPr bwMode="auto">
            <a:xfrm>
              <a:off x="3442" y="1406"/>
              <a:ext cx="239" cy="240"/>
            </a:xfrm>
            <a:prstGeom prst="line">
              <a:avLst/>
            </a:prstGeom>
            <a:noFill/>
            <a:ln w="28575">
              <a:solidFill>
                <a:srgbClr val="E1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30295" name="Line 183">
              <a:extLst>
                <a:ext uri="{FF2B5EF4-FFF2-40B4-BE49-F238E27FC236}">
                  <a16:creationId xmlns:a16="http://schemas.microsoft.com/office/drawing/2014/main" id="{9661AE03-E826-D7E9-6A68-E6FC7C8273C8}"/>
                </a:ext>
              </a:extLst>
            </p:cNvPr>
            <p:cNvSpPr>
              <a:spLocks noChangeShapeType="1"/>
            </p:cNvSpPr>
            <p:nvPr/>
          </p:nvSpPr>
          <p:spPr bwMode="auto">
            <a:xfrm flipH="1">
              <a:off x="3438" y="1409"/>
              <a:ext cx="239" cy="240"/>
            </a:xfrm>
            <a:prstGeom prst="line">
              <a:avLst/>
            </a:prstGeom>
            <a:noFill/>
            <a:ln w="28575">
              <a:solidFill>
                <a:srgbClr val="E1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grpSp>
      <p:sp>
        <p:nvSpPr>
          <p:cNvPr id="730304" name="Oval 192">
            <a:extLst>
              <a:ext uri="{FF2B5EF4-FFF2-40B4-BE49-F238E27FC236}">
                <a16:creationId xmlns:a16="http://schemas.microsoft.com/office/drawing/2014/main" id="{7E44E1EA-1C4E-5E3C-29D2-44FC0AC572DA}"/>
              </a:ext>
            </a:extLst>
          </p:cNvPr>
          <p:cNvSpPr>
            <a:spLocks noChangeArrowheads="1"/>
          </p:cNvSpPr>
          <p:nvPr/>
        </p:nvSpPr>
        <p:spPr bwMode="auto">
          <a:xfrm>
            <a:off x="4189413" y="3978275"/>
            <a:ext cx="293687" cy="282575"/>
          </a:xfrm>
          <a:prstGeom prst="ellipse">
            <a:avLst/>
          </a:prstGeom>
          <a:noFill/>
          <a:ln w="28575" algn="ctr">
            <a:solidFill>
              <a:srgbClr val="E10000"/>
            </a:solidFill>
            <a:round/>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grpSp>
        <p:nvGrpSpPr>
          <p:cNvPr id="730308" name="Group 196">
            <a:extLst>
              <a:ext uri="{FF2B5EF4-FFF2-40B4-BE49-F238E27FC236}">
                <a16:creationId xmlns:a16="http://schemas.microsoft.com/office/drawing/2014/main" id="{0433EEA1-012C-162C-3312-E4B46744B147}"/>
              </a:ext>
            </a:extLst>
          </p:cNvPr>
          <p:cNvGrpSpPr>
            <a:grpSpLocks/>
          </p:cNvGrpSpPr>
          <p:nvPr/>
        </p:nvGrpSpPr>
        <p:grpSpPr bwMode="auto">
          <a:xfrm>
            <a:off x="4189413" y="3470275"/>
            <a:ext cx="288925" cy="241300"/>
            <a:chOff x="3438" y="1406"/>
            <a:chExt cx="243" cy="243"/>
          </a:xfrm>
        </p:grpSpPr>
        <p:sp>
          <p:nvSpPr>
            <p:cNvPr id="730309" name="Line 197">
              <a:extLst>
                <a:ext uri="{FF2B5EF4-FFF2-40B4-BE49-F238E27FC236}">
                  <a16:creationId xmlns:a16="http://schemas.microsoft.com/office/drawing/2014/main" id="{1E605E39-7942-ACE4-D1DD-C6309732ED5B}"/>
                </a:ext>
              </a:extLst>
            </p:cNvPr>
            <p:cNvSpPr>
              <a:spLocks noChangeShapeType="1"/>
            </p:cNvSpPr>
            <p:nvPr/>
          </p:nvSpPr>
          <p:spPr bwMode="auto">
            <a:xfrm>
              <a:off x="3442" y="1406"/>
              <a:ext cx="239" cy="240"/>
            </a:xfrm>
            <a:prstGeom prst="line">
              <a:avLst/>
            </a:prstGeom>
            <a:noFill/>
            <a:ln w="28575">
              <a:solidFill>
                <a:srgbClr val="E1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30310" name="Line 198">
              <a:extLst>
                <a:ext uri="{FF2B5EF4-FFF2-40B4-BE49-F238E27FC236}">
                  <a16:creationId xmlns:a16="http://schemas.microsoft.com/office/drawing/2014/main" id="{DC960473-8722-A577-1D6E-C9DFEB6F2088}"/>
                </a:ext>
              </a:extLst>
            </p:cNvPr>
            <p:cNvSpPr>
              <a:spLocks noChangeShapeType="1"/>
            </p:cNvSpPr>
            <p:nvPr/>
          </p:nvSpPr>
          <p:spPr bwMode="auto">
            <a:xfrm flipH="1">
              <a:off x="3438" y="1409"/>
              <a:ext cx="239" cy="240"/>
            </a:xfrm>
            <a:prstGeom prst="line">
              <a:avLst/>
            </a:prstGeom>
            <a:noFill/>
            <a:ln w="28575">
              <a:solidFill>
                <a:srgbClr val="E1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grpSp>
      <p:sp>
        <p:nvSpPr>
          <p:cNvPr id="730311" name="Oval 199">
            <a:extLst>
              <a:ext uri="{FF2B5EF4-FFF2-40B4-BE49-F238E27FC236}">
                <a16:creationId xmlns:a16="http://schemas.microsoft.com/office/drawing/2014/main" id="{D1BAF74E-9125-7D4A-D075-8D1C55A79220}"/>
              </a:ext>
            </a:extLst>
          </p:cNvPr>
          <p:cNvSpPr>
            <a:spLocks noChangeArrowheads="1"/>
          </p:cNvSpPr>
          <p:nvPr/>
        </p:nvSpPr>
        <p:spPr bwMode="auto">
          <a:xfrm>
            <a:off x="4189413" y="4498975"/>
            <a:ext cx="293687" cy="282575"/>
          </a:xfrm>
          <a:prstGeom prst="ellipse">
            <a:avLst/>
          </a:prstGeom>
          <a:noFill/>
          <a:ln w="28575" algn="ctr">
            <a:solidFill>
              <a:srgbClr val="E10000"/>
            </a:solidFill>
            <a:round/>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30312" name="Oval 200">
            <a:extLst>
              <a:ext uri="{FF2B5EF4-FFF2-40B4-BE49-F238E27FC236}">
                <a16:creationId xmlns:a16="http://schemas.microsoft.com/office/drawing/2014/main" id="{0BB7735F-ABD1-D30F-7AF3-5BD12851007A}"/>
              </a:ext>
            </a:extLst>
          </p:cNvPr>
          <p:cNvSpPr>
            <a:spLocks noChangeArrowheads="1"/>
          </p:cNvSpPr>
          <p:nvPr/>
        </p:nvSpPr>
        <p:spPr bwMode="auto">
          <a:xfrm>
            <a:off x="4189413" y="5029200"/>
            <a:ext cx="293687" cy="282575"/>
          </a:xfrm>
          <a:prstGeom prst="ellipse">
            <a:avLst/>
          </a:prstGeom>
          <a:noFill/>
          <a:ln w="28575" algn="ctr">
            <a:solidFill>
              <a:srgbClr val="E10000"/>
            </a:solidFill>
            <a:round/>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30313" name="Oval 201">
            <a:extLst>
              <a:ext uri="{FF2B5EF4-FFF2-40B4-BE49-F238E27FC236}">
                <a16:creationId xmlns:a16="http://schemas.microsoft.com/office/drawing/2014/main" id="{28326B2F-4CEA-0423-ADD3-0BA32070E3D0}"/>
              </a:ext>
            </a:extLst>
          </p:cNvPr>
          <p:cNvSpPr>
            <a:spLocks noChangeArrowheads="1"/>
          </p:cNvSpPr>
          <p:nvPr/>
        </p:nvSpPr>
        <p:spPr bwMode="auto">
          <a:xfrm>
            <a:off x="4189413" y="5553075"/>
            <a:ext cx="293687" cy="282575"/>
          </a:xfrm>
          <a:prstGeom prst="ellipse">
            <a:avLst/>
          </a:prstGeom>
          <a:noFill/>
          <a:ln w="28575" algn="ctr">
            <a:solidFill>
              <a:srgbClr val="E10000"/>
            </a:solidFill>
            <a:round/>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30314" name="Line 202">
            <a:extLst>
              <a:ext uri="{FF2B5EF4-FFF2-40B4-BE49-F238E27FC236}">
                <a16:creationId xmlns:a16="http://schemas.microsoft.com/office/drawing/2014/main" id="{327F02CB-DB30-9267-6F32-311140C2B064}"/>
              </a:ext>
            </a:extLst>
          </p:cNvPr>
          <p:cNvSpPr>
            <a:spLocks noChangeShapeType="1"/>
          </p:cNvSpPr>
          <p:nvPr/>
        </p:nvSpPr>
        <p:spPr bwMode="auto">
          <a:xfrm flipV="1">
            <a:off x="3109913" y="3640138"/>
            <a:ext cx="1062037" cy="688975"/>
          </a:xfrm>
          <a:prstGeom prst="line">
            <a:avLst/>
          </a:prstGeom>
          <a:noFill/>
          <a:ln w="38100">
            <a:solidFill>
              <a:srgbClr val="00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endParaRPr lang="ja-JP" altLang="en-US"/>
          </a:p>
        </p:txBody>
      </p:sp>
      <p:sp>
        <p:nvSpPr>
          <p:cNvPr id="730315" name="Line 203">
            <a:extLst>
              <a:ext uri="{FF2B5EF4-FFF2-40B4-BE49-F238E27FC236}">
                <a16:creationId xmlns:a16="http://schemas.microsoft.com/office/drawing/2014/main" id="{22222D4E-117A-45A9-6506-414D6D6800BE}"/>
              </a:ext>
            </a:extLst>
          </p:cNvPr>
          <p:cNvSpPr>
            <a:spLocks noChangeShapeType="1"/>
          </p:cNvSpPr>
          <p:nvPr/>
        </p:nvSpPr>
        <p:spPr bwMode="auto">
          <a:xfrm>
            <a:off x="3100388" y="4300538"/>
            <a:ext cx="1023937" cy="1320800"/>
          </a:xfrm>
          <a:prstGeom prst="line">
            <a:avLst/>
          </a:prstGeom>
          <a:noFill/>
          <a:ln w="38100">
            <a:solidFill>
              <a:srgbClr val="00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endParaRPr lang="ja-JP" altLang="en-US"/>
          </a:p>
        </p:txBody>
      </p:sp>
      <p:sp>
        <p:nvSpPr>
          <p:cNvPr id="730316" name="Line 204">
            <a:extLst>
              <a:ext uri="{FF2B5EF4-FFF2-40B4-BE49-F238E27FC236}">
                <a16:creationId xmlns:a16="http://schemas.microsoft.com/office/drawing/2014/main" id="{90053115-396B-A2F2-D256-86B992B21C41}"/>
              </a:ext>
            </a:extLst>
          </p:cNvPr>
          <p:cNvSpPr>
            <a:spLocks noChangeShapeType="1"/>
          </p:cNvSpPr>
          <p:nvPr/>
        </p:nvSpPr>
        <p:spPr bwMode="auto">
          <a:xfrm>
            <a:off x="3100388" y="4300538"/>
            <a:ext cx="1052512" cy="796925"/>
          </a:xfrm>
          <a:prstGeom prst="line">
            <a:avLst/>
          </a:prstGeom>
          <a:noFill/>
          <a:ln w="38100">
            <a:solidFill>
              <a:srgbClr val="00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endParaRPr lang="ja-JP" altLang="en-US"/>
          </a:p>
        </p:txBody>
      </p:sp>
      <p:sp>
        <p:nvSpPr>
          <p:cNvPr id="730317" name="Line 205">
            <a:extLst>
              <a:ext uri="{FF2B5EF4-FFF2-40B4-BE49-F238E27FC236}">
                <a16:creationId xmlns:a16="http://schemas.microsoft.com/office/drawing/2014/main" id="{6B2242B9-69E6-D338-9C75-0CE4BDA37478}"/>
              </a:ext>
            </a:extLst>
          </p:cNvPr>
          <p:cNvSpPr>
            <a:spLocks noChangeShapeType="1"/>
          </p:cNvSpPr>
          <p:nvPr/>
        </p:nvSpPr>
        <p:spPr bwMode="auto">
          <a:xfrm flipV="1">
            <a:off x="3125788" y="4141788"/>
            <a:ext cx="1004887" cy="193675"/>
          </a:xfrm>
          <a:prstGeom prst="line">
            <a:avLst/>
          </a:prstGeom>
          <a:noFill/>
          <a:ln w="38100">
            <a:solidFill>
              <a:srgbClr val="00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endParaRPr lang="ja-JP" altLang="en-US"/>
          </a:p>
        </p:txBody>
      </p:sp>
      <p:sp>
        <p:nvSpPr>
          <p:cNvPr id="730319" name="Line 207">
            <a:extLst>
              <a:ext uri="{FF2B5EF4-FFF2-40B4-BE49-F238E27FC236}">
                <a16:creationId xmlns:a16="http://schemas.microsoft.com/office/drawing/2014/main" id="{CCAFD8A1-151D-D925-E536-FB74588D496D}"/>
              </a:ext>
            </a:extLst>
          </p:cNvPr>
          <p:cNvSpPr>
            <a:spLocks noChangeShapeType="1"/>
          </p:cNvSpPr>
          <p:nvPr/>
        </p:nvSpPr>
        <p:spPr bwMode="auto">
          <a:xfrm>
            <a:off x="3103563" y="4322763"/>
            <a:ext cx="1014412" cy="263525"/>
          </a:xfrm>
          <a:prstGeom prst="line">
            <a:avLst/>
          </a:prstGeom>
          <a:noFill/>
          <a:ln w="38100">
            <a:solidFill>
              <a:srgbClr val="00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endParaRPr lang="ja-JP" altLang="en-US"/>
          </a:p>
        </p:txBody>
      </p:sp>
      <p:sp>
        <p:nvSpPr>
          <p:cNvPr id="730320" name="AutoShape 208">
            <a:extLst>
              <a:ext uri="{FF2B5EF4-FFF2-40B4-BE49-F238E27FC236}">
                <a16:creationId xmlns:a16="http://schemas.microsoft.com/office/drawing/2014/main" id="{063493DD-DF02-6D5F-EF55-EB1DE2ADC43F}"/>
              </a:ext>
            </a:extLst>
          </p:cNvPr>
          <p:cNvSpPr>
            <a:spLocks/>
          </p:cNvSpPr>
          <p:nvPr/>
        </p:nvSpPr>
        <p:spPr bwMode="auto">
          <a:xfrm rot="5400000" flipV="1">
            <a:off x="1895475" y="3721101"/>
            <a:ext cx="333375" cy="1943100"/>
          </a:xfrm>
          <a:prstGeom prst="rightBrace">
            <a:avLst>
              <a:gd name="adj1" fmla="val 48571"/>
              <a:gd name="adj2" fmla="val 50000"/>
            </a:avLst>
          </a:prstGeom>
          <a:noFill/>
          <a:ln w="9525">
            <a:solidFill>
              <a:schemeClr val="tx1"/>
            </a:solidFill>
            <a:round/>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30321" name="Text Box 209">
            <a:extLst>
              <a:ext uri="{FF2B5EF4-FFF2-40B4-BE49-F238E27FC236}">
                <a16:creationId xmlns:a16="http://schemas.microsoft.com/office/drawing/2014/main" id="{9567E4C2-8EEE-402A-4030-F0FA146BE2A3}"/>
              </a:ext>
            </a:extLst>
          </p:cNvPr>
          <p:cNvSpPr txBox="1">
            <a:spLocks noChangeArrowheads="1"/>
          </p:cNvSpPr>
          <p:nvPr/>
        </p:nvSpPr>
        <p:spPr bwMode="auto">
          <a:xfrm>
            <a:off x="1698625" y="4803775"/>
            <a:ext cx="1114425" cy="366713"/>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800" b="0">
                <a:latin typeface="MS UI Gothic" panose="020B0600070205080204" pitchFamily="50" charset="-128"/>
              </a:rPr>
              <a:t>4 byte</a:t>
            </a:r>
          </a:p>
        </p:txBody>
      </p:sp>
      <p:sp>
        <p:nvSpPr>
          <p:cNvPr id="730322" name="Text Box 210">
            <a:extLst>
              <a:ext uri="{FF2B5EF4-FFF2-40B4-BE49-F238E27FC236}">
                <a16:creationId xmlns:a16="http://schemas.microsoft.com/office/drawing/2014/main" id="{4DCD414F-B20A-FF4B-5E2F-1E404FDB466F}"/>
              </a:ext>
            </a:extLst>
          </p:cNvPr>
          <p:cNvSpPr txBox="1">
            <a:spLocks noChangeArrowheads="1"/>
          </p:cNvSpPr>
          <p:nvPr/>
        </p:nvSpPr>
        <p:spPr bwMode="auto">
          <a:xfrm>
            <a:off x="3000375" y="3409950"/>
            <a:ext cx="1114425" cy="366713"/>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800" b="0">
                <a:solidFill>
                  <a:srgbClr val="0000FF"/>
                </a:solidFill>
              </a:rPr>
              <a:t>gán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A9A6636A-4AA7-9102-3947-6F52D862DAD1}"/>
              </a:ext>
            </a:extLst>
          </p:cNvPr>
          <p:cNvSpPr>
            <a:spLocks noGrp="1"/>
          </p:cNvSpPr>
          <p:nvPr>
            <p:ph type="sldNum" sz="quarter" idx="10"/>
          </p:nvPr>
        </p:nvSpPr>
        <p:spPr/>
        <p:txBody>
          <a:bodyPr/>
          <a:lstStyle/>
          <a:p>
            <a:fld id="{37AF34E7-6423-4240-9C7E-A396A1A7BFA4}" type="slidenum">
              <a:rPr lang="en-US" altLang="ja-JP"/>
              <a:pPr/>
              <a:t>17</a:t>
            </a:fld>
            <a:endParaRPr lang="en-US" altLang="ja-JP"/>
          </a:p>
        </p:txBody>
      </p:sp>
      <p:sp>
        <p:nvSpPr>
          <p:cNvPr id="754708" name="Rectangle 20">
            <a:extLst>
              <a:ext uri="{FF2B5EF4-FFF2-40B4-BE49-F238E27FC236}">
                <a16:creationId xmlns:a16="http://schemas.microsoft.com/office/drawing/2014/main" id="{9D3DB09A-7879-DE63-8CFE-9AD2DD61428A}"/>
              </a:ext>
            </a:extLst>
          </p:cNvPr>
          <p:cNvSpPr>
            <a:spLocks noChangeArrowheads="1"/>
          </p:cNvSpPr>
          <p:nvPr/>
        </p:nvSpPr>
        <p:spPr bwMode="auto">
          <a:xfrm>
            <a:off x="395288" y="4148138"/>
            <a:ext cx="9069387" cy="15652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endParaRPr lang="en-US" altLang="ja-JP" sz="1800" b="0">
              <a:latin typeface="ＭＳ ゴシック" panose="020B0609070205080204" pitchFamily="49" charset="-128"/>
              <a:ea typeface="ＭＳ ゴシック" panose="020B0609070205080204" pitchFamily="49" charset="-128"/>
            </a:endParaRPr>
          </a:p>
          <a:p>
            <a:pPr lvl="1"/>
            <a:r>
              <a:rPr lang="en-US" altLang="en-US" sz="1800" b="0">
                <a:latin typeface="ＭＳ ゴシック" panose="020B0609070205080204" pitchFamily="49" charset="-128"/>
                <a:ea typeface="ＭＳ ゴシック" panose="020B0609070205080204" pitchFamily="49" charset="-128"/>
              </a:rPr>
              <a:t>double  valDouble2 = 10 / 4;</a:t>
            </a:r>
            <a:endParaRPr lang="en-US" altLang="ja-JP" sz="1800" b="0">
              <a:latin typeface="ＭＳ ゴシック" panose="020B0609070205080204" pitchFamily="49" charset="-128"/>
              <a:ea typeface="ＭＳ ゴシック" panose="020B0609070205080204" pitchFamily="49" charset="-128"/>
            </a:endParaRPr>
          </a:p>
          <a:p>
            <a:pPr lvl="1"/>
            <a:endParaRPr lang="en-US" altLang="en-US" sz="1800" b="0">
              <a:latin typeface="ＭＳ ゴシック" panose="020B0609070205080204" pitchFamily="49" charset="-128"/>
              <a:ea typeface="ＭＳ ゴシック" panose="020B0609070205080204" pitchFamily="49" charset="-128"/>
            </a:endParaRPr>
          </a:p>
          <a:p>
            <a:pPr lvl="1"/>
            <a:r>
              <a:rPr lang="en-US" altLang="en-US" sz="1800" b="0">
                <a:latin typeface="ＭＳ ゴシック" panose="020B0609070205080204" pitchFamily="49" charset="-128"/>
                <a:ea typeface="ＭＳ ゴシック" panose="020B0609070205080204" pitchFamily="49" charset="-128"/>
              </a:rPr>
              <a:t>double  valDouble3 = 10 / 4d;</a:t>
            </a:r>
          </a:p>
        </p:txBody>
      </p:sp>
      <p:sp>
        <p:nvSpPr>
          <p:cNvPr id="754690" name="Rectangle 2">
            <a:extLst>
              <a:ext uri="{FF2B5EF4-FFF2-40B4-BE49-F238E27FC236}">
                <a16:creationId xmlns:a16="http://schemas.microsoft.com/office/drawing/2014/main" id="{1307EB28-6FE6-0148-429C-1AC9CDC0D25D}"/>
              </a:ext>
            </a:extLst>
          </p:cNvPr>
          <p:cNvSpPr>
            <a:spLocks noGrp="1" noChangeArrowheads="1"/>
          </p:cNvSpPr>
          <p:nvPr>
            <p:ph type="title"/>
          </p:nvPr>
        </p:nvSpPr>
        <p:spPr>
          <a:xfrm>
            <a:off x="321468" y="364332"/>
            <a:ext cx="9217025" cy="490537"/>
          </a:xfrm>
        </p:spPr>
        <p:txBody>
          <a:bodyPr>
            <a:normAutofit fontScale="90000"/>
          </a:bodyPr>
          <a:lstStyle/>
          <a:p>
            <a:r>
              <a:rPr lang="en-US" altLang="ja-JP" dirty="0">
                <a:latin typeface="Arial" panose="020B0604020202020204" pitchFamily="34" charset="0"/>
                <a:ea typeface="MS UI Gothic" panose="020B0600070205080204" pitchFamily="50" charset="-128"/>
              </a:rPr>
              <a:t>Convert </a:t>
            </a:r>
            <a:r>
              <a:rPr lang="en-US" altLang="ja-JP" dirty="0" err="1">
                <a:latin typeface="Arial" panose="020B0604020202020204" pitchFamily="34" charset="0"/>
                <a:ea typeface="MS UI Gothic" panose="020B0600070205080204" pitchFamily="50" charset="-128"/>
              </a:rPr>
              <a:t>kiểu</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không</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tường</a:t>
            </a:r>
            <a:r>
              <a:rPr lang="en-US" altLang="ja-JP" dirty="0">
                <a:latin typeface="Arial" panose="020B0604020202020204" pitchFamily="34" charset="0"/>
                <a:ea typeface="MS UI Gothic" panose="020B0600070205080204" pitchFamily="50" charset="-128"/>
              </a:rPr>
              <a:t> minh</a:t>
            </a:r>
            <a:r>
              <a:rPr lang="en-US" altLang="en-US" dirty="0">
                <a:latin typeface="Arial" panose="020B0604020202020204" pitchFamily="34" charset="0"/>
                <a:ea typeface="MS UI Gothic" panose="020B0600070205080204" pitchFamily="50" charset="-128"/>
              </a:rPr>
              <a:t>（</a:t>
            </a:r>
            <a:r>
              <a:rPr lang="en-US" altLang="ja-JP" dirty="0">
                <a:latin typeface="Arial" panose="020B0604020202020204" pitchFamily="34" charset="0"/>
                <a:ea typeface="MS UI Gothic" panose="020B0600070205080204" pitchFamily="50" charset="-128"/>
              </a:rPr>
              <a:t>2</a:t>
            </a:r>
            <a:r>
              <a:rPr lang="en-US" altLang="en-US" dirty="0">
                <a:latin typeface="Arial" panose="020B0604020202020204" pitchFamily="34" charset="0"/>
                <a:ea typeface="MS UI Gothic" panose="020B0600070205080204" pitchFamily="50" charset="-128"/>
              </a:rPr>
              <a:t>）</a:t>
            </a:r>
            <a:endParaRPr lang="ja-JP" altLang="en-US" dirty="0">
              <a:latin typeface="Arial" panose="020B0604020202020204" pitchFamily="34" charset="0"/>
              <a:ea typeface="MS UI Gothic" panose="020B0600070205080204" pitchFamily="50" charset="-128"/>
            </a:endParaRPr>
          </a:p>
        </p:txBody>
      </p:sp>
      <p:sp>
        <p:nvSpPr>
          <p:cNvPr id="754693" name="Rectangle 5">
            <a:extLst>
              <a:ext uri="{FF2B5EF4-FFF2-40B4-BE49-F238E27FC236}">
                <a16:creationId xmlns:a16="http://schemas.microsoft.com/office/drawing/2014/main" id="{A1363186-CC3E-0B0A-C76F-A2C18C94B09A}"/>
              </a:ext>
            </a:extLst>
          </p:cNvPr>
          <p:cNvSpPr>
            <a:spLocks noChangeArrowheads="1"/>
          </p:cNvSpPr>
          <p:nvPr/>
        </p:nvSpPr>
        <p:spPr bwMode="auto">
          <a:xfrm>
            <a:off x="344488" y="88265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●Ví dụ về convert kiểu không tường minh</a:t>
            </a:r>
          </a:p>
        </p:txBody>
      </p:sp>
      <p:sp>
        <p:nvSpPr>
          <p:cNvPr id="754702" name="Rectangle 14">
            <a:extLst>
              <a:ext uri="{FF2B5EF4-FFF2-40B4-BE49-F238E27FC236}">
                <a16:creationId xmlns:a16="http://schemas.microsoft.com/office/drawing/2014/main" id="{872D2137-665F-34A4-74C6-F6A6DDBD2A59}"/>
              </a:ext>
            </a:extLst>
          </p:cNvPr>
          <p:cNvSpPr>
            <a:spLocks noChangeArrowheads="1"/>
          </p:cNvSpPr>
          <p:nvPr/>
        </p:nvSpPr>
        <p:spPr bwMode="auto">
          <a:xfrm>
            <a:off x="1447800" y="3835400"/>
            <a:ext cx="838200" cy="33020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54703" name="Rectangle 15">
            <a:extLst>
              <a:ext uri="{FF2B5EF4-FFF2-40B4-BE49-F238E27FC236}">
                <a16:creationId xmlns:a16="http://schemas.microsoft.com/office/drawing/2014/main" id="{5B00495E-DDC6-343C-CED1-E2DD8142264D}"/>
              </a:ext>
            </a:extLst>
          </p:cNvPr>
          <p:cNvSpPr>
            <a:spLocks noChangeArrowheads="1"/>
          </p:cNvSpPr>
          <p:nvPr/>
        </p:nvSpPr>
        <p:spPr bwMode="auto">
          <a:xfrm>
            <a:off x="4089400" y="5575300"/>
            <a:ext cx="685800" cy="20320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54709" name="Rectangle 21">
            <a:extLst>
              <a:ext uri="{FF2B5EF4-FFF2-40B4-BE49-F238E27FC236}">
                <a16:creationId xmlns:a16="http://schemas.microsoft.com/office/drawing/2014/main" id="{EE88F5A6-AA84-D147-9DD9-FC507DCEE1B4}"/>
              </a:ext>
            </a:extLst>
          </p:cNvPr>
          <p:cNvSpPr>
            <a:spLocks noChangeArrowheads="1"/>
          </p:cNvSpPr>
          <p:nvPr/>
        </p:nvSpPr>
        <p:spPr bwMode="auto">
          <a:xfrm>
            <a:off x="344488" y="3563938"/>
            <a:ext cx="8899525"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●Ví dụ convert khi tính toán</a:t>
            </a:r>
          </a:p>
        </p:txBody>
      </p:sp>
      <p:sp>
        <p:nvSpPr>
          <p:cNvPr id="754695" name="Rectangle 7">
            <a:extLst>
              <a:ext uri="{FF2B5EF4-FFF2-40B4-BE49-F238E27FC236}">
                <a16:creationId xmlns:a16="http://schemas.microsoft.com/office/drawing/2014/main" id="{2AA9F6BE-356D-2248-57B3-E347F183AF2B}"/>
              </a:ext>
            </a:extLst>
          </p:cNvPr>
          <p:cNvSpPr>
            <a:spLocks noChangeArrowheads="1"/>
          </p:cNvSpPr>
          <p:nvPr/>
        </p:nvSpPr>
        <p:spPr bwMode="auto">
          <a:xfrm>
            <a:off x="395288" y="1484313"/>
            <a:ext cx="9069387" cy="17383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en-US" altLang="en-US" sz="1800" b="0">
                <a:latin typeface="ＭＳ ゴシック" panose="020B0609070205080204" pitchFamily="49" charset="-128"/>
                <a:ea typeface="ＭＳ ゴシック" panose="020B0609070205080204" pitchFamily="49" charset="-128"/>
              </a:rPr>
              <a:t>int valInt = 4;</a:t>
            </a:r>
            <a:endParaRPr lang="en-US" altLang="ja-JP" sz="1800" b="0">
              <a:latin typeface="ＭＳ ゴシック" panose="020B0609070205080204" pitchFamily="49" charset="-128"/>
              <a:ea typeface="ＭＳ ゴシック" panose="020B0609070205080204" pitchFamily="49" charset="-128"/>
            </a:endParaRPr>
          </a:p>
          <a:p>
            <a:pPr lvl="1"/>
            <a:endParaRPr lang="en-US" altLang="en-US" sz="1800" b="0">
              <a:latin typeface="ＭＳ ゴシック" panose="020B0609070205080204" pitchFamily="49" charset="-128"/>
              <a:ea typeface="ＭＳ ゴシック" panose="020B0609070205080204" pitchFamily="49" charset="-128"/>
            </a:endParaRPr>
          </a:p>
          <a:p>
            <a:pPr lvl="1"/>
            <a:r>
              <a:rPr lang="en-US" altLang="en-US" sz="1800" b="0">
                <a:latin typeface="ＭＳ ゴシック" panose="020B0609070205080204" pitchFamily="49" charset="-128"/>
                <a:ea typeface="ＭＳ ゴシック" panose="020B0609070205080204" pitchFamily="49" charset="-128"/>
              </a:rPr>
              <a:t>byte valByte = valInt;</a:t>
            </a:r>
          </a:p>
          <a:p>
            <a:pPr lvl="1"/>
            <a:r>
              <a:rPr lang="en-US" altLang="en-US" sz="1800" b="0">
                <a:latin typeface="ＭＳ ゴシック" panose="020B0609070205080204" pitchFamily="49" charset="-128"/>
                <a:ea typeface="ＭＳ ゴシック" panose="020B0609070205080204" pitchFamily="49" charset="-128"/>
              </a:rPr>
              <a:t>long  valLong = valInt;</a:t>
            </a:r>
          </a:p>
          <a:p>
            <a:pPr lvl="1"/>
            <a:r>
              <a:rPr lang="en-US" altLang="en-US" sz="1800" b="0">
                <a:latin typeface="ＭＳ ゴシック" panose="020B0609070205080204" pitchFamily="49" charset="-128"/>
                <a:ea typeface="ＭＳ ゴシック" panose="020B0609070205080204" pitchFamily="49" charset="-128"/>
              </a:rPr>
              <a:t>double valDouble = valInt;</a:t>
            </a:r>
          </a:p>
        </p:txBody>
      </p:sp>
      <p:sp>
        <p:nvSpPr>
          <p:cNvPr id="754696" name="Rectangle 8">
            <a:extLst>
              <a:ext uri="{FF2B5EF4-FFF2-40B4-BE49-F238E27FC236}">
                <a16:creationId xmlns:a16="http://schemas.microsoft.com/office/drawing/2014/main" id="{829D4AE8-D5F6-50FF-5F85-D4DE4F3F2E1C}"/>
              </a:ext>
            </a:extLst>
          </p:cNvPr>
          <p:cNvSpPr>
            <a:spLocks noChangeArrowheads="1"/>
          </p:cNvSpPr>
          <p:nvPr/>
        </p:nvSpPr>
        <p:spPr bwMode="auto">
          <a:xfrm>
            <a:off x="558800" y="2100263"/>
            <a:ext cx="3167063" cy="323850"/>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754698" name="Rectangle 10">
            <a:extLst>
              <a:ext uri="{FF2B5EF4-FFF2-40B4-BE49-F238E27FC236}">
                <a16:creationId xmlns:a16="http://schemas.microsoft.com/office/drawing/2014/main" id="{CCC2815E-B913-8289-95BC-3520D4644858}"/>
              </a:ext>
            </a:extLst>
          </p:cNvPr>
          <p:cNvSpPr>
            <a:spLocks noChangeArrowheads="1"/>
          </p:cNvSpPr>
          <p:nvPr/>
        </p:nvSpPr>
        <p:spPr bwMode="auto">
          <a:xfrm>
            <a:off x="550863" y="2473325"/>
            <a:ext cx="3182937" cy="600075"/>
          </a:xfrm>
          <a:prstGeom prst="rect">
            <a:avLst/>
          </a:prstGeom>
          <a:noFill/>
          <a:ln w="25400" algn="ctr">
            <a:solidFill>
              <a:srgbClr val="FF6600"/>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754700" name="Rectangle 12">
            <a:extLst>
              <a:ext uri="{FF2B5EF4-FFF2-40B4-BE49-F238E27FC236}">
                <a16:creationId xmlns:a16="http://schemas.microsoft.com/office/drawing/2014/main" id="{DAB4ACC9-3D8C-89B7-A418-38D066339878}"/>
              </a:ext>
            </a:extLst>
          </p:cNvPr>
          <p:cNvSpPr>
            <a:spLocks noChangeArrowheads="1"/>
          </p:cNvSpPr>
          <p:nvPr/>
        </p:nvSpPr>
        <p:spPr bwMode="auto">
          <a:xfrm>
            <a:off x="1104900" y="3086100"/>
            <a:ext cx="825500" cy="24130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54710" name="Text Box 22">
            <a:extLst>
              <a:ext uri="{FF2B5EF4-FFF2-40B4-BE49-F238E27FC236}">
                <a16:creationId xmlns:a16="http://schemas.microsoft.com/office/drawing/2014/main" id="{7046B9FC-C181-E516-1210-DA97C7A4C350}"/>
              </a:ext>
            </a:extLst>
          </p:cNvPr>
          <p:cNvSpPr txBox="1">
            <a:spLocks noChangeArrowheads="1"/>
          </p:cNvSpPr>
          <p:nvPr/>
        </p:nvSpPr>
        <p:spPr bwMode="auto">
          <a:xfrm>
            <a:off x="4546600" y="2062163"/>
            <a:ext cx="3087688" cy="369332"/>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800" b="0" dirty="0">
                <a:latin typeface="+mj-lt"/>
              </a:rPr>
              <a:t>Ví dụ bị compile error</a:t>
            </a:r>
          </a:p>
        </p:txBody>
      </p:sp>
      <p:cxnSp>
        <p:nvCxnSpPr>
          <p:cNvPr id="754711" name="AutoShape 23">
            <a:extLst>
              <a:ext uri="{FF2B5EF4-FFF2-40B4-BE49-F238E27FC236}">
                <a16:creationId xmlns:a16="http://schemas.microsoft.com/office/drawing/2014/main" id="{14287611-A75B-9F15-1CC6-1016BCADE3FE}"/>
              </a:ext>
            </a:extLst>
          </p:cNvPr>
          <p:cNvCxnSpPr>
            <a:cxnSpLocks noChangeShapeType="1"/>
            <a:stCxn id="754696" idx="3"/>
            <a:endCxn id="754710" idx="1"/>
          </p:cNvCxnSpPr>
          <p:nvPr/>
        </p:nvCxnSpPr>
        <p:spPr bwMode="auto">
          <a:xfrm flipV="1">
            <a:off x="3725863" y="2246829"/>
            <a:ext cx="820737" cy="15359"/>
          </a:xfrm>
          <a:prstGeom prst="straightConnector1">
            <a:avLst/>
          </a:prstGeom>
          <a:noFill/>
          <a:ln w="25400">
            <a:solidFill>
              <a:srgbClr val="3FB007"/>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4712" name="Text Box 24">
            <a:extLst>
              <a:ext uri="{FF2B5EF4-FFF2-40B4-BE49-F238E27FC236}">
                <a16:creationId xmlns:a16="http://schemas.microsoft.com/office/drawing/2014/main" id="{8B9DE007-880A-FFEF-B146-1584229B7520}"/>
              </a:ext>
            </a:extLst>
          </p:cNvPr>
          <p:cNvSpPr txBox="1">
            <a:spLocks noChangeArrowheads="1"/>
          </p:cNvSpPr>
          <p:nvPr/>
        </p:nvSpPr>
        <p:spPr bwMode="auto">
          <a:xfrm>
            <a:off x="4572000" y="2573338"/>
            <a:ext cx="3060700" cy="666750"/>
          </a:xfrm>
          <a:prstGeom prst="rect">
            <a:avLst/>
          </a:prstGeom>
          <a:noFill/>
          <a:ln w="25400" algn="ctr">
            <a:solidFill>
              <a:srgbClr val="FF6600"/>
            </a:solidFill>
            <a:prstDash val="sysDot"/>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800" b="0" dirty="0">
                <a:latin typeface="+mj-lt"/>
              </a:rPr>
              <a:t>Ví dụ có </a:t>
            </a:r>
            <a:r>
              <a:rPr lang="en-US" altLang="ja-JP" sz="1800" b="0" dirty="0" err="1">
                <a:latin typeface="+mj-lt"/>
              </a:rPr>
              <a:t>thê</a:t>
            </a:r>
            <a:r>
              <a:rPr lang="en-US" altLang="ja-JP" sz="1800" b="0" dirty="0">
                <a:latin typeface="+mj-lt"/>
              </a:rPr>
              <a:t>̉ convert </a:t>
            </a:r>
            <a:r>
              <a:rPr lang="en-US" altLang="ja-JP" sz="1800" b="0" dirty="0" err="1">
                <a:latin typeface="+mj-lt"/>
              </a:rPr>
              <a:t>kiểu</a:t>
            </a:r>
            <a:r>
              <a:rPr lang="en-US" altLang="ja-JP" sz="1800" b="0" dirty="0">
                <a:latin typeface="+mj-lt"/>
              </a:rPr>
              <a:t> </a:t>
            </a:r>
            <a:r>
              <a:rPr lang="en-US" altLang="ja-JP" sz="1800" b="0" dirty="0" err="1">
                <a:latin typeface="+mj-lt"/>
              </a:rPr>
              <a:t>không</a:t>
            </a:r>
            <a:r>
              <a:rPr lang="en-US" altLang="ja-JP" sz="1800" b="0" dirty="0">
                <a:latin typeface="+mj-lt"/>
              </a:rPr>
              <a:t> </a:t>
            </a:r>
            <a:r>
              <a:rPr lang="en-US" altLang="ja-JP" sz="1800" b="0" dirty="0" err="1">
                <a:latin typeface="+mj-lt"/>
              </a:rPr>
              <a:t>tường</a:t>
            </a:r>
            <a:r>
              <a:rPr lang="en-US" altLang="ja-JP" sz="1800" b="0" dirty="0">
                <a:latin typeface="+mj-lt"/>
              </a:rPr>
              <a:t> </a:t>
            </a:r>
            <a:r>
              <a:rPr lang="en-US" altLang="ja-JP" sz="1800" b="0" dirty="0" err="1">
                <a:latin typeface="+mj-lt"/>
              </a:rPr>
              <a:t>minh</a:t>
            </a:r>
            <a:endParaRPr lang="en-US" altLang="ja-JP" sz="1800" b="0" dirty="0">
              <a:latin typeface="+mj-lt"/>
            </a:endParaRPr>
          </a:p>
        </p:txBody>
      </p:sp>
      <p:cxnSp>
        <p:nvCxnSpPr>
          <p:cNvPr id="754713" name="AutoShape 25">
            <a:extLst>
              <a:ext uri="{FF2B5EF4-FFF2-40B4-BE49-F238E27FC236}">
                <a16:creationId xmlns:a16="http://schemas.microsoft.com/office/drawing/2014/main" id="{436EB9E8-E3F1-21C1-00EC-43545B9DE19A}"/>
              </a:ext>
            </a:extLst>
          </p:cNvPr>
          <p:cNvCxnSpPr>
            <a:cxnSpLocks noChangeShapeType="1"/>
            <a:stCxn id="754698" idx="3"/>
            <a:endCxn id="754712" idx="1"/>
          </p:cNvCxnSpPr>
          <p:nvPr/>
        </p:nvCxnSpPr>
        <p:spPr bwMode="auto">
          <a:xfrm>
            <a:off x="3746500" y="2773363"/>
            <a:ext cx="812800" cy="133350"/>
          </a:xfrm>
          <a:prstGeom prst="straightConnector1">
            <a:avLst/>
          </a:prstGeom>
          <a:noFill/>
          <a:ln w="25400">
            <a:solidFill>
              <a:srgbClr val="FF6600"/>
            </a:solidFill>
            <a:prstDash val="sysDot"/>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4716" name="Rectangle 28">
            <a:extLst>
              <a:ext uri="{FF2B5EF4-FFF2-40B4-BE49-F238E27FC236}">
                <a16:creationId xmlns:a16="http://schemas.microsoft.com/office/drawing/2014/main" id="{D23E99DC-03B8-BF26-CF5D-B5F1DA8512B1}"/>
              </a:ext>
            </a:extLst>
          </p:cNvPr>
          <p:cNvSpPr>
            <a:spLocks noChangeArrowheads="1"/>
          </p:cNvSpPr>
          <p:nvPr/>
        </p:nvSpPr>
        <p:spPr bwMode="auto">
          <a:xfrm>
            <a:off x="2997200" y="4468813"/>
            <a:ext cx="1019175" cy="323850"/>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754717" name="Text Box 29">
            <a:extLst>
              <a:ext uri="{FF2B5EF4-FFF2-40B4-BE49-F238E27FC236}">
                <a16:creationId xmlns:a16="http://schemas.microsoft.com/office/drawing/2014/main" id="{8DD758FA-B263-9A3F-9A36-89A137BC4D85}"/>
              </a:ext>
            </a:extLst>
          </p:cNvPr>
          <p:cNvSpPr txBox="1">
            <a:spLocks noChangeArrowheads="1"/>
          </p:cNvSpPr>
          <p:nvPr/>
        </p:nvSpPr>
        <p:spPr bwMode="auto">
          <a:xfrm>
            <a:off x="4519613" y="4300538"/>
            <a:ext cx="4735512" cy="666750"/>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ja-JP" sz="1800" b="0" dirty="0">
                <a:latin typeface="+mj-lt"/>
                <a:ea typeface="ＭＳ ゴシック" panose="020B0609070205080204" pitchFamily="49" charset="-128"/>
              </a:rPr>
              <a:t>Sau </a:t>
            </a:r>
            <a:r>
              <a:rPr lang="en-US" altLang="ja-JP" sz="1800" b="0" dirty="0" err="1">
                <a:latin typeface="+mj-lt"/>
                <a:ea typeface="ＭＳ ゴシック" panose="020B0609070205080204" pitchFamily="49" charset="-128"/>
              </a:rPr>
              <a:t>khi</a:t>
            </a:r>
            <a:r>
              <a:rPr lang="en-US" altLang="ja-JP" sz="1800" b="0" dirty="0">
                <a:latin typeface="+mj-lt"/>
                <a:ea typeface="ＭＳ ゴシック" panose="020B0609070205080204" pitchFamily="49" charset="-128"/>
              </a:rPr>
              <a:t> </a:t>
            </a:r>
            <a:r>
              <a:rPr lang="en-US" altLang="ja-JP" sz="1800" b="0" dirty="0" err="1">
                <a:latin typeface="+mj-lt"/>
                <a:ea typeface="ＭＳ ゴシック" panose="020B0609070205080204" pitchFamily="49" charset="-128"/>
              </a:rPr>
              <a:t>tính</a:t>
            </a:r>
            <a:r>
              <a:rPr lang="en-US" altLang="ja-JP" sz="1800" b="0" dirty="0">
                <a:latin typeface="+mj-lt"/>
                <a:ea typeface="ＭＳ ゴシック" panose="020B0609070205080204" pitchFamily="49" charset="-128"/>
              </a:rPr>
              <a:t> </a:t>
            </a:r>
            <a:r>
              <a:rPr lang="en-US" altLang="ja-JP" sz="1800" b="0" dirty="0" err="1">
                <a:latin typeface="+mj-lt"/>
                <a:ea typeface="ＭＳ ゴシック" panose="020B0609070205080204" pitchFamily="49" charset="-128"/>
              </a:rPr>
              <a:t>toán</a:t>
            </a:r>
            <a:r>
              <a:rPr lang="en-US" altLang="ja-JP" sz="1800" b="0" dirty="0">
                <a:latin typeface="+mj-lt"/>
                <a:ea typeface="ＭＳ ゴシック" panose="020B0609070205080204" pitchFamily="49" charset="-128"/>
              </a:rPr>
              <a:t> </a:t>
            </a:r>
            <a:r>
              <a:rPr lang="en-US" altLang="ja-JP" sz="1800" b="0" dirty="0" err="1">
                <a:latin typeface="+mj-lt"/>
                <a:ea typeface="ＭＳ ゴシック" panose="020B0609070205080204" pitchFamily="49" charset="-128"/>
              </a:rPr>
              <a:t>bằng</a:t>
            </a:r>
            <a:r>
              <a:rPr lang="en-US" altLang="ja-JP" sz="1800" b="0" dirty="0">
                <a:latin typeface="+mj-lt"/>
                <a:ea typeface="ＭＳ ゴシック" panose="020B0609070205080204" pitchFamily="49" charset="-128"/>
              </a:rPr>
              <a:t> </a:t>
            </a:r>
            <a:r>
              <a:rPr lang="en-US" altLang="ja-JP" sz="1800" b="0" dirty="0" err="1">
                <a:latin typeface="+mj-lt"/>
                <a:ea typeface="ＭＳ ゴシック" panose="020B0609070205080204" pitchFamily="49" charset="-128"/>
              </a:rPr>
              <a:t>kiểu</a:t>
            </a:r>
            <a:r>
              <a:rPr lang="en-US" altLang="ja-JP" sz="1800" b="0" dirty="0">
                <a:latin typeface="+mj-lt"/>
                <a:ea typeface="ＭＳ ゴシック" panose="020B0609070205080204" pitchFamily="49" charset="-128"/>
              </a:rPr>
              <a:t> int </a:t>
            </a:r>
            <a:r>
              <a:rPr lang="en-US" altLang="ja-JP" sz="1800" b="0" dirty="0" err="1">
                <a:latin typeface="+mj-lt"/>
                <a:ea typeface="ＭＳ ゴシック" panose="020B0609070205080204" pitchFamily="49" charset="-128"/>
              </a:rPr>
              <a:t>thi</a:t>
            </a:r>
            <a:r>
              <a:rPr lang="en-US" altLang="ja-JP" sz="1800" b="0" dirty="0">
                <a:latin typeface="+mj-lt"/>
                <a:ea typeface="ＭＳ ゴシック" panose="020B0609070205080204" pitchFamily="49" charset="-128"/>
              </a:rPr>
              <a:t>̀ </a:t>
            </a:r>
            <a:r>
              <a:rPr lang="en-US" altLang="ja-JP" sz="1800" b="0" dirty="0" err="1">
                <a:latin typeface="+mj-lt"/>
                <a:ea typeface="ＭＳ ゴシック" panose="020B0609070205080204" pitchFamily="49" charset="-128"/>
              </a:rPr>
              <a:t>gán</a:t>
            </a:r>
            <a:r>
              <a:rPr lang="en-US" altLang="ja-JP" sz="1800" b="0" dirty="0">
                <a:latin typeface="+mj-lt"/>
                <a:ea typeface="ＭＳ ゴシック" panose="020B0609070205080204" pitchFamily="49" charset="-128"/>
              </a:rPr>
              <a:t> sang </a:t>
            </a:r>
            <a:r>
              <a:rPr lang="en-US" altLang="ja-JP" sz="1800" b="0" dirty="0" err="1">
                <a:latin typeface="+mj-lt"/>
                <a:ea typeface="ＭＳ ゴシック" panose="020B0609070205080204" pitchFamily="49" charset="-128"/>
              </a:rPr>
              <a:t>kiểu</a:t>
            </a:r>
            <a:r>
              <a:rPr lang="en-US" altLang="ja-JP" sz="1800" b="0" dirty="0">
                <a:latin typeface="+mj-lt"/>
                <a:ea typeface="ＭＳ ゴシック" panose="020B0609070205080204" pitchFamily="49" charset="-128"/>
              </a:rPr>
              <a:t> double</a:t>
            </a:r>
            <a:endParaRPr lang="en-US" altLang="ja-JP" sz="1800" b="0" dirty="0">
              <a:latin typeface="+mj-lt"/>
            </a:endParaRPr>
          </a:p>
        </p:txBody>
      </p:sp>
      <p:cxnSp>
        <p:nvCxnSpPr>
          <p:cNvPr id="754718" name="AutoShape 30">
            <a:extLst>
              <a:ext uri="{FF2B5EF4-FFF2-40B4-BE49-F238E27FC236}">
                <a16:creationId xmlns:a16="http://schemas.microsoft.com/office/drawing/2014/main" id="{E005DAC4-62D4-2BEC-06FC-47C3167544E3}"/>
              </a:ext>
            </a:extLst>
          </p:cNvPr>
          <p:cNvCxnSpPr>
            <a:cxnSpLocks noChangeShapeType="1"/>
            <a:stCxn id="754716" idx="3"/>
            <a:endCxn id="754717" idx="1"/>
          </p:cNvCxnSpPr>
          <p:nvPr/>
        </p:nvCxnSpPr>
        <p:spPr bwMode="auto">
          <a:xfrm>
            <a:off x="4016375" y="4630738"/>
            <a:ext cx="503238" cy="3175"/>
          </a:xfrm>
          <a:prstGeom prst="straightConnector1">
            <a:avLst/>
          </a:prstGeom>
          <a:noFill/>
          <a:ln w="25400">
            <a:solidFill>
              <a:srgbClr val="3FB007"/>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4719" name="Rectangle 31">
            <a:extLst>
              <a:ext uri="{FF2B5EF4-FFF2-40B4-BE49-F238E27FC236}">
                <a16:creationId xmlns:a16="http://schemas.microsoft.com/office/drawing/2014/main" id="{0B83B58C-AD80-9884-E6CB-EF420C856F40}"/>
              </a:ext>
            </a:extLst>
          </p:cNvPr>
          <p:cNvSpPr>
            <a:spLocks noChangeArrowheads="1"/>
          </p:cNvSpPr>
          <p:nvPr/>
        </p:nvSpPr>
        <p:spPr bwMode="auto">
          <a:xfrm>
            <a:off x="3001963" y="5062538"/>
            <a:ext cx="1019175" cy="323850"/>
          </a:xfrm>
          <a:prstGeom prst="rect">
            <a:avLst/>
          </a:prstGeom>
          <a:noFill/>
          <a:ln w="25400" algn="ctr">
            <a:solidFill>
              <a:srgbClr val="FF6600"/>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754720" name="Text Box 32">
            <a:extLst>
              <a:ext uri="{FF2B5EF4-FFF2-40B4-BE49-F238E27FC236}">
                <a16:creationId xmlns:a16="http://schemas.microsoft.com/office/drawing/2014/main" id="{F7EC1925-9FE9-329B-6E0F-DF368B834010}"/>
              </a:ext>
            </a:extLst>
          </p:cNvPr>
          <p:cNvSpPr txBox="1">
            <a:spLocks noChangeArrowheads="1"/>
          </p:cNvSpPr>
          <p:nvPr/>
        </p:nvSpPr>
        <p:spPr bwMode="auto">
          <a:xfrm>
            <a:off x="4519613" y="5029200"/>
            <a:ext cx="4735512" cy="666750"/>
          </a:xfrm>
          <a:prstGeom prst="rect">
            <a:avLst/>
          </a:prstGeom>
          <a:noFill/>
          <a:ln w="25400" algn="ctr">
            <a:solidFill>
              <a:srgbClr val="FF6600"/>
            </a:solidFill>
            <a:prstDash val="sysDot"/>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800" b="0" dirty="0" err="1">
                <a:latin typeface="+mj-lt"/>
                <a:ea typeface="ＭＳ ゴシック" panose="020B0609070205080204" pitchFamily="49" charset="-128"/>
              </a:rPr>
              <a:t>Tính</a:t>
            </a:r>
            <a:r>
              <a:rPr lang="en-US" altLang="ja-JP" sz="1800" b="0" dirty="0">
                <a:latin typeface="+mj-lt"/>
                <a:ea typeface="ＭＳ ゴシック" panose="020B0609070205080204" pitchFamily="49" charset="-128"/>
              </a:rPr>
              <a:t> </a:t>
            </a:r>
            <a:r>
              <a:rPr lang="en-US" altLang="ja-JP" sz="1800" b="0" dirty="0" err="1">
                <a:latin typeface="+mj-lt"/>
                <a:ea typeface="ＭＳ ゴシック" panose="020B0609070205080204" pitchFamily="49" charset="-128"/>
              </a:rPr>
              <a:t>toán</a:t>
            </a:r>
            <a:r>
              <a:rPr lang="en-US" altLang="ja-JP" sz="1800" b="0" dirty="0">
                <a:latin typeface="+mj-lt"/>
                <a:ea typeface="ＭＳ ゴシック" panose="020B0609070205080204" pitchFamily="49" charset="-128"/>
              </a:rPr>
              <a:t> </a:t>
            </a:r>
            <a:r>
              <a:rPr lang="en-US" altLang="ja-JP" sz="1800" b="0" dirty="0" err="1">
                <a:latin typeface="+mj-lt"/>
                <a:ea typeface="ＭＳ ゴシック" panose="020B0609070205080204" pitchFamily="49" charset="-128"/>
              </a:rPr>
              <a:t>sau</a:t>
            </a:r>
            <a:r>
              <a:rPr lang="en-US" altLang="ja-JP" sz="1800" b="0" dirty="0">
                <a:latin typeface="+mj-lt"/>
                <a:ea typeface="ＭＳ ゴシック" panose="020B0609070205080204" pitchFamily="49" charset="-128"/>
              </a:rPr>
              <a:t> </a:t>
            </a:r>
            <a:r>
              <a:rPr lang="en-US" altLang="ja-JP" sz="1800" b="0" dirty="0" err="1">
                <a:latin typeface="+mj-lt"/>
                <a:ea typeface="ＭＳ ゴシック" panose="020B0609070205080204" pitchFamily="49" charset="-128"/>
              </a:rPr>
              <a:t>khi</a:t>
            </a:r>
            <a:r>
              <a:rPr lang="en-US" altLang="ja-JP" sz="1800" b="0" dirty="0">
                <a:latin typeface="+mj-lt"/>
                <a:ea typeface="ＭＳ ゴシック" panose="020B0609070205080204" pitchFamily="49" charset="-128"/>
              </a:rPr>
              <a:t> convert </a:t>
            </a:r>
            <a:r>
              <a:rPr lang="en-US" altLang="ja-JP" sz="1800" b="0" dirty="0" err="1">
                <a:latin typeface="+mj-lt"/>
                <a:ea typeface="ＭＳ ゴシック" panose="020B0609070205080204" pitchFamily="49" charset="-128"/>
              </a:rPr>
              <a:t>thành</a:t>
            </a:r>
            <a:r>
              <a:rPr lang="en-US" altLang="ja-JP" sz="1800" b="0" dirty="0">
                <a:latin typeface="+mj-lt"/>
                <a:ea typeface="ＭＳ ゴシック" panose="020B0609070205080204" pitchFamily="49" charset="-128"/>
              </a:rPr>
              <a:t> </a:t>
            </a:r>
            <a:r>
              <a:rPr lang="en-US" altLang="ja-JP" sz="1800" b="0" dirty="0" err="1">
                <a:latin typeface="+mj-lt"/>
                <a:ea typeface="ＭＳ ゴシック" panose="020B0609070205080204" pitchFamily="49" charset="-128"/>
              </a:rPr>
              <a:t>kiểu</a:t>
            </a:r>
            <a:r>
              <a:rPr lang="en-US" altLang="ja-JP" sz="1800" b="0" dirty="0">
                <a:latin typeface="+mj-lt"/>
                <a:ea typeface="ＭＳ ゴシック" panose="020B0609070205080204" pitchFamily="49" charset="-128"/>
              </a:rPr>
              <a:t> </a:t>
            </a:r>
            <a:r>
              <a:rPr lang="en-US" altLang="en-US" sz="1800" b="0" dirty="0">
                <a:latin typeface="+mj-lt"/>
                <a:ea typeface="ＭＳ ゴシック" panose="020B0609070205080204" pitchFamily="49" charset="-128"/>
              </a:rPr>
              <a:t>double</a:t>
            </a:r>
            <a:r>
              <a:rPr lang="en-US" altLang="ja-JP" sz="1800" b="0" dirty="0">
                <a:latin typeface="+mj-lt"/>
                <a:ea typeface="ＭＳ ゴシック" panose="020B0609070205080204" pitchFamily="49" charset="-128"/>
              </a:rPr>
              <a:t> </a:t>
            </a:r>
            <a:r>
              <a:rPr lang="en-US" altLang="ja-JP" sz="1800" b="0" dirty="0" err="1">
                <a:latin typeface="+mj-lt"/>
                <a:ea typeface="ＭＳ ゴシック" panose="020B0609070205080204" pitchFamily="49" charset="-128"/>
              </a:rPr>
              <a:t>rồi</a:t>
            </a:r>
            <a:r>
              <a:rPr lang="en-US" altLang="ja-JP" sz="1800" b="0" dirty="0">
                <a:latin typeface="+mj-lt"/>
                <a:ea typeface="ＭＳ ゴシック" panose="020B0609070205080204" pitchFamily="49" charset="-128"/>
              </a:rPr>
              <a:t> </a:t>
            </a:r>
            <a:r>
              <a:rPr lang="en-US" altLang="ja-JP" sz="1800" b="0" dirty="0" err="1">
                <a:latin typeface="+mj-lt"/>
                <a:ea typeface="ＭＳ ゴシック" panose="020B0609070205080204" pitchFamily="49" charset="-128"/>
              </a:rPr>
              <a:t>gán</a:t>
            </a:r>
            <a:r>
              <a:rPr lang="en-US" altLang="ja-JP" sz="1800" b="0" dirty="0">
                <a:latin typeface="+mj-lt"/>
                <a:ea typeface="ＭＳ ゴシック" panose="020B0609070205080204" pitchFamily="49" charset="-128"/>
              </a:rPr>
              <a:t> sang </a:t>
            </a:r>
            <a:r>
              <a:rPr lang="en-US" altLang="ja-JP" sz="1800" b="0" dirty="0" err="1">
                <a:latin typeface="+mj-lt"/>
                <a:ea typeface="ＭＳ ゴシック" panose="020B0609070205080204" pitchFamily="49" charset="-128"/>
              </a:rPr>
              <a:t>kiểu</a:t>
            </a:r>
            <a:r>
              <a:rPr lang="en-US" altLang="ja-JP" sz="1800" b="0" dirty="0">
                <a:latin typeface="+mj-lt"/>
                <a:ea typeface="ＭＳ ゴシック" panose="020B0609070205080204" pitchFamily="49" charset="-128"/>
              </a:rPr>
              <a:t> </a:t>
            </a:r>
            <a:r>
              <a:rPr lang="en-US" altLang="en-US" sz="1800" b="0" dirty="0">
                <a:latin typeface="+mj-lt"/>
                <a:ea typeface="ＭＳ ゴシック" panose="020B0609070205080204" pitchFamily="49" charset="-128"/>
              </a:rPr>
              <a:t>double</a:t>
            </a:r>
            <a:endParaRPr lang="en-US" altLang="ja-JP" sz="1800" b="0" dirty="0">
              <a:latin typeface="+mj-lt"/>
            </a:endParaRPr>
          </a:p>
        </p:txBody>
      </p:sp>
      <p:cxnSp>
        <p:nvCxnSpPr>
          <p:cNvPr id="754721" name="AutoShape 33">
            <a:extLst>
              <a:ext uri="{FF2B5EF4-FFF2-40B4-BE49-F238E27FC236}">
                <a16:creationId xmlns:a16="http://schemas.microsoft.com/office/drawing/2014/main" id="{C6236FC8-24CB-A8AC-65C7-6D4E9D821D52}"/>
              </a:ext>
            </a:extLst>
          </p:cNvPr>
          <p:cNvCxnSpPr>
            <a:cxnSpLocks noChangeShapeType="1"/>
            <a:stCxn id="754719" idx="3"/>
            <a:endCxn id="754720" idx="1"/>
          </p:cNvCxnSpPr>
          <p:nvPr/>
        </p:nvCxnSpPr>
        <p:spPr bwMode="auto">
          <a:xfrm>
            <a:off x="4033838" y="5224463"/>
            <a:ext cx="473075" cy="138112"/>
          </a:xfrm>
          <a:prstGeom prst="straightConnector1">
            <a:avLst/>
          </a:prstGeom>
          <a:noFill/>
          <a:ln w="25400">
            <a:solidFill>
              <a:srgbClr val="FF6600"/>
            </a:solidFill>
            <a:prstDash val="sysDot"/>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4722" name="AutoShape 34">
            <a:extLst>
              <a:ext uri="{FF2B5EF4-FFF2-40B4-BE49-F238E27FC236}">
                <a16:creationId xmlns:a16="http://schemas.microsoft.com/office/drawing/2014/main" id="{087FEFBE-79CA-A67A-3219-41BA96E1BB54}"/>
              </a:ext>
            </a:extLst>
          </p:cNvPr>
          <p:cNvSpPr>
            <a:spLocks noChangeArrowheads="1"/>
          </p:cNvSpPr>
          <p:nvPr/>
        </p:nvSpPr>
        <p:spPr bwMode="auto">
          <a:xfrm>
            <a:off x="1787525" y="4022725"/>
            <a:ext cx="708025" cy="319088"/>
          </a:xfrm>
          <a:prstGeom prst="wedgeRoundRectCallout">
            <a:avLst>
              <a:gd name="adj1" fmla="val 3588"/>
              <a:gd name="adj2" fmla="val 88310"/>
              <a:gd name="adj3" fmla="val 16667"/>
            </a:avLst>
          </a:prstGeom>
          <a:solidFill>
            <a:srgbClr val="FFCC99"/>
          </a:solidFill>
          <a:ln w="12700" algn="ctr">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b="0">
                <a:latin typeface="MS UI Gothic" panose="020B0600070205080204" pitchFamily="50" charset="-128"/>
              </a:rPr>
              <a:t>2.0</a:t>
            </a:r>
          </a:p>
        </p:txBody>
      </p:sp>
      <p:sp>
        <p:nvSpPr>
          <p:cNvPr id="754724" name="AutoShape 36">
            <a:extLst>
              <a:ext uri="{FF2B5EF4-FFF2-40B4-BE49-F238E27FC236}">
                <a16:creationId xmlns:a16="http://schemas.microsoft.com/office/drawing/2014/main" id="{536ED84E-4F06-6CE6-CD58-E010E69F8445}"/>
              </a:ext>
            </a:extLst>
          </p:cNvPr>
          <p:cNvSpPr>
            <a:spLocks noChangeArrowheads="1"/>
          </p:cNvSpPr>
          <p:nvPr/>
        </p:nvSpPr>
        <p:spPr bwMode="auto">
          <a:xfrm>
            <a:off x="3141663" y="4008438"/>
            <a:ext cx="708025" cy="319087"/>
          </a:xfrm>
          <a:prstGeom prst="wedgeRoundRectCallout">
            <a:avLst>
              <a:gd name="adj1" fmla="val 3588"/>
              <a:gd name="adj2" fmla="val 88310"/>
              <a:gd name="adj3" fmla="val 16667"/>
            </a:avLst>
          </a:prstGeom>
          <a:solidFill>
            <a:srgbClr val="FFCC99"/>
          </a:solidFill>
          <a:ln w="12700" algn="ctr">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b="0">
                <a:latin typeface="MS UI Gothic" panose="020B0600070205080204" pitchFamily="50" charset="-128"/>
              </a:rPr>
              <a:t>2</a:t>
            </a:r>
          </a:p>
        </p:txBody>
      </p:sp>
      <p:sp>
        <p:nvSpPr>
          <p:cNvPr id="754725" name="AutoShape 37">
            <a:extLst>
              <a:ext uri="{FF2B5EF4-FFF2-40B4-BE49-F238E27FC236}">
                <a16:creationId xmlns:a16="http://schemas.microsoft.com/office/drawing/2014/main" id="{211C0B09-8F3C-F695-239A-1264CCA94F18}"/>
              </a:ext>
            </a:extLst>
          </p:cNvPr>
          <p:cNvSpPr>
            <a:spLocks noChangeArrowheads="1"/>
          </p:cNvSpPr>
          <p:nvPr/>
        </p:nvSpPr>
        <p:spPr bwMode="auto">
          <a:xfrm>
            <a:off x="1768475" y="5553075"/>
            <a:ext cx="708025" cy="319088"/>
          </a:xfrm>
          <a:prstGeom prst="wedgeRoundRectCallout">
            <a:avLst>
              <a:gd name="adj1" fmla="val 3588"/>
              <a:gd name="adj2" fmla="val -94278"/>
              <a:gd name="adj3" fmla="val 16667"/>
            </a:avLst>
          </a:prstGeom>
          <a:solidFill>
            <a:srgbClr val="CCFFFF"/>
          </a:solidFill>
          <a:ln w="12700" algn="ctr">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b="0">
                <a:latin typeface="MS UI Gothic" panose="020B0600070205080204" pitchFamily="50" charset="-128"/>
              </a:rPr>
              <a:t>2.5</a:t>
            </a:r>
          </a:p>
        </p:txBody>
      </p:sp>
      <p:sp>
        <p:nvSpPr>
          <p:cNvPr id="754726" name="AutoShape 38">
            <a:extLst>
              <a:ext uri="{FF2B5EF4-FFF2-40B4-BE49-F238E27FC236}">
                <a16:creationId xmlns:a16="http://schemas.microsoft.com/office/drawing/2014/main" id="{C727F14B-F0D8-385E-FFE9-FEA8F16C6273}"/>
              </a:ext>
            </a:extLst>
          </p:cNvPr>
          <p:cNvSpPr>
            <a:spLocks noChangeArrowheads="1"/>
          </p:cNvSpPr>
          <p:nvPr/>
        </p:nvSpPr>
        <p:spPr bwMode="auto">
          <a:xfrm>
            <a:off x="3122613" y="5538788"/>
            <a:ext cx="708025" cy="319087"/>
          </a:xfrm>
          <a:prstGeom prst="wedgeRoundRectCallout">
            <a:avLst>
              <a:gd name="adj1" fmla="val 2241"/>
              <a:gd name="adj2" fmla="val -91792"/>
              <a:gd name="adj3" fmla="val 16667"/>
            </a:avLst>
          </a:prstGeom>
          <a:solidFill>
            <a:srgbClr val="CCFFFF"/>
          </a:solidFill>
          <a:ln w="12700" algn="ctr">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b="0">
                <a:latin typeface="MS UI Gothic" panose="020B0600070205080204" pitchFamily="50" charset="-128"/>
              </a:rPr>
              <a:t>2.5</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51C0BB24-E47A-9A61-ED8C-6D45E41917ED}"/>
              </a:ext>
            </a:extLst>
          </p:cNvPr>
          <p:cNvSpPr>
            <a:spLocks noGrp="1"/>
          </p:cNvSpPr>
          <p:nvPr>
            <p:ph type="sldNum" sz="quarter" idx="10"/>
          </p:nvPr>
        </p:nvSpPr>
        <p:spPr/>
        <p:txBody>
          <a:bodyPr/>
          <a:lstStyle/>
          <a:p>
            <a:fld id="{E2E3E6F1-FB35-481C-833B-77A68494F4EA}" type="slidenum">
              <a:rPr lang="en-US" altLang="ja-JP"/>
              <a:pPr/>
              <a:t>18</a:t>
            </a:fld>
            <a:endParaRPr lang="en-US" altLang="ja-JP"/>
          </a:p>
        </p:txBody>
      </p:sp>
      <p:sp>
        <p:nvSpPr>
          <p:cNvPr id="750594" name="Rectangle 2">
            <a:extLst>
              <a:ext uri="{FF2B5EF4-FFF2-40B4-BE49-F238E27FC236}">
                <a16:creationId xmlns:a16="http://schemas.microsoft.com/office/drawing/2014/main" id="{1EBC22C8-C5E5-8481-8AE1-1ACD6967878A}"/>
              </a:ext>
            </a:extLst>
          </p:cNvPr>
          <p:cNvSpPr>
            <a:spLocks noGrp="1" noChangeArrowheads="1"/>
          </p:cNvSpPr>
          <p:nvPr>
            <p:ph type="title"/>
          </p:nvPr>
        </p:nvSpPr>
        <p:spPr>
          <a:xfrm>
            <a:off x="322262" y="319513"/>
            <a:ext cx="9217025" cy="490537"/>
          </a:xfrm>
        </p:spPr>
        <p:txBody>
          <a:bodyPr>
            <a:normAutofit fontScale="90000"/>
          </a:bodyPr>
          <a:lstStyle/>
          <a:p>
            <a:r>
              <a:rPr lang="en-US" altLang="ja-JP" dirty="0">
                <a:latin typeface="Arial" panose="020B0604020202020204" pitchFamily="34" charset="0"/>
                <a:ea typeface="MS UI Gothic" panose="020B0600070205080204" pitchFamily="50" charset="-128"/>
              </a:rPr>
              <a:t>Convert </a:t>
            </a:r>
            <a:r>
              <a:rPr lang="en-US" altLang="ja-JP" dirty="0" err="1">
                <a:latin typeface="Arial" panose="020B0604020202020204" pitchFamily="34" charset="0"/>
                <a:ea typeface="MS UI Gothic" panose="020B0600070205080204" pitchFamily="50" charset="-128"/>
              </a:rPr>
              <a:t>kiểu</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tường</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minh</a:t>
            </a:r>
            <a:r>
              <a:rPr lang="ja-JP" altLang="en-US" dirty="0">
                <a:latin typeface="Arial" panose="020B0604020202020204" pitchFamily="34" charset="0"/>
              </a:rPr>
              <a:t>（</a:t>
            </a:r>
            <a:r>
              <a:rPr lang="en-US" altLang="ja-JP" dirty="0">
                <a:latin typeface="Arial" panose="020B0604020202020204" pitchFamily="34" charset="0"/>
              </a:rPr>
              <a:t>Cast</a:t>
            </a:r>
            <a:r>
              <a:rPr lang="ja-JP" altLang="en-US" dirty="0">
                <a:latin typeface="Arial" panose="020B0604020202020204" pitchFamily="34" charset="0"/>
              </a:rPr>
              <a:t>）（</a:t>
            </a:r>
            <a:r>
              <a:rPr lang="en-US" altLang="ja-JP" dirty="0">
                <a:latin typeface="Arial" panose="020B0604020202020204" pitchFamily="34" charset="0"/>
              </a:rPr>
              <a:t>1</a:t>
            </a:r>
            <a:r>
              <a:rPr lang="ja-JP" altLang="en-US" dirty="0">
                <a:latin typeface="Arial" panose="020B0604020202020204" pitchFamily="34" charset="0"/>
              </a:rPr>
              <a:t>）</a:t>
            </a:r>
            <a:endParaRPr lang="ja-JP" altLang="en-US" dirty="0">
              <a:latin typeface="Arial" panose="020B0604020202020204" pitchFamily="34" charset="0"/>
              <a:ea typeface="MS UI Gothic" panose="020B0600070205080204" pitchFamily="50" charset="-128"/>
            </a:endParaRPr>
          </a:p>
        </p:txBody>
      </p:sp>
      <p:sp>
        <p:nvSpPr>
          <p:cNvPr id="750595" name="Rectangle 3">
            <a:extLst>
              <a:ext uri="{FF2B5EF4-FFF2-40B4-BE49-F238E27FC236}">
                <a16:creationId xmlns:a16="http://schemas.microsoft.com/office/drawing/2014/main" id="{CA858930-5DE0-AE74-A623-F15BBC8388D4}"/>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Convert kiểu tường minh</a:t>
            </a:r>
            <a:r>
              <a:rPr lang="ja-JP" altLang="en-US" sz="2400" b="0">
                <a:latin typeface="Arial" panose="020B0604020202020204" pitchFamily="34" charset="0"/>
              </a:rPr>
              <a:t>（</a:t>
            </a:r>
            <a:r>
              <a:rPr lang="en-US" altLang="ja-JP" sz="2400" b="0">
                <a:latin typeface="Arial" panose="020B0604020202020204" pitchFamily="34" charset="0"/>
              </a:rPr>
              <a:t>cast</a:t>
            </a:r>
            <a:r>
              <a:rPr lang="ja-JP" altLang="en-US" sz="2400" b="0">
                <a:latin typeface="Arial" panose="020B0604020202020204" pitchFamily="34" charset="0"/>
              </a:rPr>
              <a:t>）</a:t>
            </a:r>
            <a:r>
              <a:rPr lang="en-US" altLang="ja-JP" sz="2400" b="0">
                <a:latin typeface="Arial" panose="020B0604020202020204" pitchFamily="34" charset="0"/>
              </a:rPr>
              <a:t>là gì</a:t>
            </a:r>
          </a:p>
          <a:p>
            <a:endParaRPr lang="en-US" altLang="ja-JP" sz="2400" b="0">
              <a:latin typeface="Arial" panose="020B0604020202020204" pitchFamily="34" charset="0"/>
            </a:endParaRPr>
          </a:p>
          <a:p>
            <a:endParaRPr lang="en-US" altLang="ja-JP" sz="2400" b="0">
              <a:latin typeface="Arial" panose="020B0604020202020204" pitchFamily="34" charset="0"/>
            </a:endParaRPr>
          </a:p>
          <a:p>
            <a:pPr>
              <a:buFont typeface="Wingdings" panose="05000000000000000000" pitchFamily="2" charset="2"/>
              <a:buNone/>
            </a:pPr>
            <a:endParaRPr lang="en-US" altLang="ja-JP" sz="2000" b="0">
              <a:latin typeface="Arial" panose="020B0604020202020204" pitchFamily="34" charset="0"/>
            </a:endParaRPr>
          </a:p>
          <a:p>
            <a:pPr>
              <a:buFont typeface="Wingdings" panose="05000000000000000000" pitchFamily="2" charset="2"/>
              <a:buNone/>
            </a:pPr>
            <a:r>
              <a:rPr lang="en-US" altLang="ja-JP" sz="2000" b="0">
                <a:latin typeface="Arial" panose="020B0604020202020204" pitchFamily="34" charset="0"/>
              </a:rPr>
              <a:t>●Ví dụ convert kiểu tường minh</a:t>
            </a:r>
          </a:p>
        </p:txBody>
      </p:sp>
      <p:sp>
        <p:nvSpPr>
          <p:cNvPr id="750596" name="Rectangle 4">
            <a:extLst>
              <a:ext uri="{FF2B5EF4-FFF2-40B4-BE49-F238E27FC236}">
                <a16:creationId xmlns:a16="http://schemas.microsoft.com/office/drawing/2014/main" id="{769DF151-8F15-8EDE-5FFB-6DB986CF4950}"/>
              </a:ext>
            </a:extLst>
          </p:cNvPr>
          <p:cNvSpPr>
            <a:spLocks noChangeArrowheads="1"/>
          </p:cNvSpPr>
          <p:nvPr/>
        </p:nvSpPr>
        <p:spPr bwMode="auto">
          <a:xfrm>
            <a:off x="344488" y="1533525"/>
            <a:ext cx="9120187" cy="4699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a:latin typeface="Arial" panose="020B0604020202020204" pitchFamily="34" charset="0"/>
              </a:rPr>
              <a:t>Convert cưỡng chế một kiểu data thành một kiểu data khác.</a:t>
            </a:r>
          </a:p>
        </p:txBody>
      </p:sp>
      <p:sp>
        <p:nvSpPr>
          <p:cNvPr id="750631" name="AutoShape 39">
            <a:extLst>
              <a:ext uri="{FF2B5EF4-FFF2-40B4-BE49-F238E27FC236}">
                <a16:creationId xmlns:a16="http://schemas.microsoft.com/office/drawing/2014/main" id="{CEBC0EDD-C4A0-7C79-E62B-3F34B92BC23B}"/>
              </a:ext>
            </a:extLst>
          </p:cNvPr>
          <p:cNvSpPr>
            <a:spLocks noChangeArrowheads="1"/>
          </p:cNvSpPr>
          <p:nvPr/>
        </p:nvSpPr>
        <p:spPr bwMode="auto">
          <a:xfrm>
            <a:off x="5740400" y="715963"/>
            <a:ext cx="3673475" cy="833437"/>
          </a:xfrm>
          <a:prstGeom prst="wedgeRoundRectCallout">
            <a:avLst>
              <a:gd name="adj1" fmla="val -54884"/>
              <a:gd name="adj2" fmla="val 54000"/>
              <a:gd name="adj3" fmla="val 16667"/>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5441" tIns="47720" rIns="95441" bIns="47720"/>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77838"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28750"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600">
                <a:ea typeface="MS UI Gothic" panose="020B0600070205080204" pitchFamily="50" charset="-128"/>
              </a:rPr>
              <a:t>Sử dụng trong trường hợp không thể convert không tường minh.v.v…</a:t>
            </a:r>
          </a:p>
        </p:txBody>
      </p:sp>
      <p:sp>
        <p:nvSpPr>
          <p:cNvPr id="750598" name="Rectangle 6">
            <a:extLst>
              <a:ext uri="{FF2B5EF4-FFF2-40B4-BE49-F238E27FC236}">
                <a16:creationId xmlns:a16="http://schemas.microsoft.com/office/drawing/2014/main" id="{FDCB9031-8DD5-31A7-6451-51C5F4F6BF52}"/>
              </a:ext>
            </a:extLst>
          </p:cNvPr>
          <p:cNvSpPr>
            <a:spLocks noChangeArrowheads="1"/>
          </p:cNvSpPr>
          <p:nvPr/>
        </p:nvSpPr>
        <p:spPr bwMode="auto">
          <a:xfrm>
            <a:off x="342900" y="2843213"/>
            <a:ext cx="9117013" cy="3165475"/>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50599" name="Text Box 7">
            <a:extLst>
              <a:ext uri="{FF2B5EF4-FFF2-40B4-BE49-F238E27FC236}">
                <a16:creationId xmlns:a16="http://schemas.microsoft.com/office/drawing/2014/main" id="{6EC6575E-9FC1-043A-93E0-B80639B706D4}"/>
              </a:ext>
            </a:extLst>
          </p:cNvPr>
          <p:cNvSpPr txBox="1">
            <a:spLocks noChangeArrowheads="1"/>
          </p:cNvSpPr>
          <p:nvPr/>
        </p:nvSpPr>
        <p:spPr bwMode="auto">
          <a:xfrm>
            <a:off x="2114550" y="4214813"/>
            <a:ext cx="1397000" cy="366712"/>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800" b="0" dirty="0" err="1">
                <a:latin typeface="+mj-lt"/>
                <a:ea typeface="ＭＳ ゴシック" panose="020B0609070205080204" pitchFamily="49" charset="-128"/>
              </a:rPr>
              <a:t>Kiểu</a:t>
            </a:r>
            <a:r>
              <a:rPr lang="en-US" altLang="ja-JP" sz="1800" b="0" dirty="0">
                <a:latin typeface="+mj-lt"/>
                <a:ea typeface="ＭＳ ゴシック" panose="020B0609070205080204" pitchFamily="49" charset="-128"/>
              </a:rPr>
              <a:t> double</a:t>
            </a:r>
            <a:endParaRPr lang="en-US" altLang="ja-JP" sz="1800" b="0" dirty="0">
              <a:latin typeface="+mj-lt"/>
            </a:endParaRPr>
          </a:p>
        </p:txBody>
      </p:sp>
      <p:sp>
        <p:nvSpPr>
          <p:cNvPr id="750600" name="Line 8">
            <a:extLst>
              <a:ext uri="{FF2B5EF4-FFF2-40B4-BE49-F238E27FC236}">
                <a16:creationId xmlns:a16="http://schemas.microsoft.com/office/drawing/2014/main" id="{AAA2700E-D393-7071-1736-12E35570AAE2}"/>
              </a:ext>
            </a:extLst>
          </p:cNvPr>
          <p:cNvSpPr>
            <a:spLocks noChangeShapeType="1"/>
          </p:cNvSpPr>
          <p:nvPr/>
        </p:nvSpPr>
        <p:spPr bwMode="auto">
          <a:xfrm>
            <a:off x="4630738" y="4616450"/>
            <a:ext cx="4762" cy="635000"/>
          </a:xfrm>
          <a:prstGeom prst="line">
            <a:avLst/>
          </a:prstGeom>
          <a:noFill/>
          <a:ln w="38100">
            <a:solidFill>
              <a:srgbClr val="0000FF"/>
            </a:solidFill>
            <a:round/>
            <a:headEnd/>
            <a:tailEnd type="triangle" w="lg" len="lg"/>
          </a:ln>
          <a:effectLst>
            <a:outerShdw dist="107763" dir="2700000" algn="ctr" rotWithShape="0">
              <a:schemeClr val="bg2">
                <a:alpha val="50000"/>
              </a:schemeClr>
            </a:outerShdw>
          </a:effectLst>
          <a:extLst>
            <a:ext uri="{909E8E84-426E-40DD-AFC4-6F175D3DCCD1}">
              <a14:hiddenFill xmlns:a14="http://schemas.microsoft.com/office/drawing/2010/main">
                <a:noFill/>
              </a14:hiddenFill>
            </a:ext>
          </a:extLst>
        </p:spPr>
        <p:txBody>
          <a:bodyPr wrap="none" anchor="ctr"/>
          <a:lstStyle/>
          <a:p>
            <a:endParaRPr lang="ja-JP" altLang="en-US"/>
          </a:p>
        </p:txBody>
      </p:sp>
      <p:sp>
        <p:nvSpPr>
          <p:cNvPr id="750601" name="Text Box 9">
            <a:extLst>
              <a:ext uri="{FF2B5EF4-FFF2-40B4-BE49-F238E27FC236}">
                <a16:creationId xmlns:a16="http://schemas.microsoft.com/office/drawing/2014/main" id="{0AA8EEC6-109D-ABFE-1943-62D2464391F6}"/>
              </a:ext>
            </a:extLst>
          </p:cNvPr>
          <p:cNvSpPr txBox="1">
            <a:spLocks noChangeArrowheads="1"/>
          </p:cNvSpPr>
          <p:nvPr/>
        </p:nvSpPr>
        <p:spPr bwMode="auto">
          <a:xfrm>
            <a:off x="3663950" y="4706938"/>
            <a:ext cx="1114425" cy="366712"/>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800" b="0">
                <a:solidFill>
                  <a:srgbClr val="0000FF"/>
                </a:solidFill>
              </a:rPr>
              <a:t>Gán</a:t>
            </a:r>
          </a:p>
        </p:txBody>
      </p:sp>
      <p:grpSp>
        <p:nvGrpSpPr>
          <p:cNvPr id="750602" name="Group 10">
            <a:extLst>
              <a:ext uri="{FF2B5EF4-FFF2-40B4-BE49-F238E27FC236}">
                <a16:creationId xmlns:a16="http://schemas.microsoft.com/office/drawing/2014/main" id="{2274389C-5F68-5FBB-3226-2BC5F9796859}"/>
              </a:ext>
            </a:extLst>
          </p:cNvPr>
          <p:cNvGrpSpPr>
            <a:grpSpLocks/>
          </p:cNvGrpSpPr>
          <p:nvPr/>
        </p:nvGrpSpPr>
        <p:grpSpPr bwMode="auto">
          <a:xfrm>
            <a:off x="3482975" y="4303713"/>
            <a:ext cx="1873250" cy="254000"/>
            <a:chOff x="726" y="1904"/>
            <a:chExt cx="1180" cy="160"/>
          </a:xfrm>
        </p:grpSpPr>
        <p:sp>
          <p:nvSpPr>
            <p:cNvPr id="750603" name="Rectangle 11">
              <a:extLst>
                <a:ext uri="{FF2B5EF4-FFF2-40B4-BE49-F238E27FC236}">
                  <a16:creationId xmlns:a16="http://schemas.microsoft.com/office/drawing/2014/main" id="{59CB58C6-16D9-31DB-6774-7262B69D3B82}"/>
                </a:ext>
              </a:extLst>
            </p:cNvPr>
            <p:cNvSpPr>
              <a:spLocks noChangeArrowheads="1"/>
            </p:cNvSpPr>
            <p:nvPr/>
          </p:nvSpPr>
          <p:spPr bwMode="auto">
            <a:xfrm>
              <a:off x="726"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50604" name="Rectangle 12">
              <a:extLst>
                <a:ext uri="{FF2B5EF4-FFF2-40B4-BE49-F238E27FC236}">
                  <a16:creationId xmlns:a16="http://schemas.microsoft.com/office/drawing/2014/main" id="{A3FC66A5-2059-FDE0-1422-0A64FF3549FC}"/>
                </a:ext>
              </a:extLst>
            </p:cNvPr>
            <p:cNvSpPr>
              <a:spLocks noChangeArrowheads="1"/>
            </p:cNvSpPr>
            <p:nvPr/>
          </p:nvSpPr>
          <p:spPr bwMode="auto">
            <a:xfrm>
              <a:off x="1020"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50605" name="Rectangle 13">
              <a:extLst>
                <a:ext uri="{FF2B5EF4-FFF2-40B4-BE49-F238E27FC236}">
                  <a16:creationId xmlns:a16="http://schemas.microsoft.com/office/drawing/2014/main" id="{E18F937A-DE2B-61EF-84A5-77CC8905D96B}"/>
                </a:ext>
              </a:extLst>
            </p:cNvPr>
            <p:cNvSpPr>
              <a:spLocks noChangeArrowheads="1"/>
            </p:cNvSpPr>
            <p:nvPr/>
          </p:nvSpPr>
          <p:spPr bwMode="auto">
            <a:xfrm>
              <a:off x="1316"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50606" name="Rectangle 14">
              <a:extLst>
                <a:ext uri="{FF2B5EF4-FFF2-40B4-BE49-F238E27FC236}">
                  <a16:creationId xmlns:a16="http://schemas.microsoft.com/office/drawing/2014/main" id="{42B8960E-48E0-116D-08E9-2C8FB623A331}"/>
                </a:ext>
              </a:extLst>
            </p:cNvPr>
            <p:cNvSpPr>
              <a:spLocks noChangeArrowheads="1"/>
            </p:cNvSpPr>
            <p:nvPr/>
          </p:nvSpPr>
          <p:spPr bwMode="auto">
            <a:xfrm>
              <a:off x="1608"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grpSp>
      <p:grpSp>
        <p:nvGrpSpPr>
          <p:cNvPr id="750607" name="Group 15">
            <a:extLst>
              <a:ext uri="{FF2B5EF4-FFF2-40B4-BE49-F238E27FC236}">
                <a16:creationId xmlns:a16="http://schemas.microsoft.com/office/drawing/2014/main" id="{F030691A-6B31-D989-D0E2-D58FC0A43DB3}"/>
              </a:ext>
            </a:extLst>
          </p:cNvPr>
          <p:cNvGrpSpPr>
            <a:grpSpLocks/>
          </p:cNvGrpSpPr>
          <p:nvPr/>
        </p:nvGrpSpPr>
        <p:grpSpPr bwMode="auto">
          <a:xfrm>
            <a:off x="5346700" y="4303713"/>
            <a:ext cx="1873250" cy="254000"/>
            <a:chOff x="726" y="1904"/>
            <a:chExt cx="1180" cy="160"/>
          </a:xfrm>
        </p:grpSpPr>
        <p:sp>
          <p:nvSpPr>
            <p:cNvPr id="750608" name="Rectangle 16">
              <a:extLst>
                <a:ext uri="{FF2B5EF4-FFF2-40B4-BE49-F238E27FC236}">
                  <a16:creationId xmlns:a16="http://schemas.microsoft.com/office/drawing/2014/main" id="{88A8A256-2E56-A13A-0852-7A46FEC8BFC6}"/>
                </a:ext>
              </a:extLst>
            </p:cNvPr>
            <p:cNvSpPr>
              <a:spLocks noChangeArrowheads="1"/>
            </p:cNvSpPr>
            <p:nvPr/>
          </p:nvSpPr>
          <p:spPr bwMode="auto">
            <a:xfrm>
              <a:off x="726"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50609" name="Rectangle 17">
              <a:extLst>
                <a:ext uri="{FF2B5EF4-FFF2-40B4-BE49-F238E27FC236}">
                  <a16:creationId xmlns:a16="http://schemas.microsoft.com/office/drawing/2014/main" id="{60FFDA27-3F11-073A-416F-7A56920FA723}"/>
                </a:ext>
              </a:extLst>
            </p:cNvPr>
            <p:cNvSpPr>
              <a:spLocks noChangeArrowheads="1"/>
            </p:cNvSpPr>
            <p:nvPr/>
          </p:nvSpPr>
          <p:spPr bwMode="auto">
            <a:xfrm>
              <a:off x="1020"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50610" name="Rectangle 18">
              <a:extLst>
                <a:ext uri="{FF2B5EF4-FFF2-40B4-BE49-F238E27FC236}">
                  <a16:creationId xmlns:a16="http://schemas.microsoft.com/office/drawing/2014/main" id="{E3CBEE77-ABBC-F362-427F-01EB305CD1DE}"/>
                </a:ext>
              </a:extLst>
            </p:cNvPr>
            <p:cNvSpPr>
              <a:spLocks noChangeArrowheads="1"/>
            </p:cNvSpPr>
            <p:nvPr/>
          </p:nvSpPr>
          <p:spPr bwMode="auto">
            <a:xfrm>
              <a:off x="1316"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50611" name="Rectangle 19">
              <a:extLst>
                <a:ext uri="{FF2B5EF4-FFF2-40B4-BE49-F238E27FC236}">
                  <a16:creationId xmlns:a16="http://schemas.microsoft.com/office/drawing/2014/main" id="{86CCB779-2B5A-E5B2-5574-F2C7DFE3F95A}"/>
                </a:ext>
              </a:extLst>
            </p:cNvPr>
            <p:cNvSpPr>
              <a:spLocks noChangeArrowheads="1"/>
            </p:cNvSpPr>
            <p:nvPr/>
          </p:nvSpPr>
          <p:spPr bwMode="auto">
            <a:xfrm>
              <a:off x="1608"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grpSp>
      <p:sp>
        <p:nvSpPr>
          <p:cNvPr id="750612" name="AutoShape 20">
            <a:extLst>
              <a:ext uri="{FF2B5EF4-FFF2-40B4-BE49-F238E27FC236}">
                <a16:creationId xmlns:a16="http://schemas.microsoft.com/office/drawing/2014/main" id="{D88B49EA-5E0B-8F3C-A176-AA939B2EEC7B}"/>
              </a:ext>
            </a:extLst>
          </p:cNvPr>
          <p:cNvSpPr>
            <a:spLocks noChangeArrowheads="1"/>
          </p:cNvSpPr>
          <p:nvPr/>
        </p:nvSpPr>
        <p:spPr bwMode="auto">
          <a:xfrm>
            <a:off x="2659063" y="3859213"/>
            <a:ext cx="2154237" cy="312737"/>
          </a:xfrm>
          <a:prstGeom prst="wedgeRoundRectCallout">
            <a:avLst>
              <a:gd name="adj1" fmla="val -1292"/>
              <a:gd name="adj2" fmla="val 95685"/>
              <a:gd name="adj3" fmla="val 16667"/>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5441" tIns="47720" rIns="95441" bIns="47720" anchor="ct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77838"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28750"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800" b="0">
                <a:ea typeface="ＭＳ ゴシック" panose="020B0609070205080204" pitchFamily="49" charset="-128"/>
              </a:rPr>
              <a:t>Biến kiểu double</a:t>
            </a:r>
            <a:endParaRPr lang="en-US" altLang="ja-JP" sz="1800" b="0">
              <a:ea typeface="MS UI Gothic" panose="020B0600070205080204" pitchFamily="50" charset="-128"/>
            </a:endParaRPr>
          </a:p>
        </p:txBody>
      </p:sp>
      <p:sp>
        <p:nvSpPr>
          <p:cNvPr id="750613" name="Text Box 21">
            <a:extLst>
              <a:ext uri="{FF2B5EF4-FFF2-40B4-BE49-F238E27FC236}">
                <a16:creationId xmlns:a16="http://schemas.microsoft.com/office/drawing/2014/main" id="{0C4B1FDB-B61B-BFAE-7616-32D16B41E1D0}"/>
              </a:ext>
            </a:extLst>
          </p:cNvPr>
          <p:cNvSpPr txBox="1">
            <a:spLocks noChangeArrowheads="1"/>
          </p:cNvSpPr>
          <p:nvPr/>
        </p:nvSpPr>
        <p:spPr bwMode="auto">
          <a:xfrm>
            <a:off x="2546350" y="5262563"/>
            <a:ext cx="1200150" cy="366712"/>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800" b="0" dirty="0" err="1">
                <a:latin typeface="+mj-lt"/>
                <a:ea typeface="ＭＳ ゴシック" panose="020B0609070205080204" pitchFamily="49" charset="-128"/>
              </a:rPr>
              <a:t>Kiểu</a:t>
            </a:r>
            <a:r>
              <a:rPr lang="en-US" altLang="ja-JP" sz="1800" b="0" dirty="0">
                <a:latin typeface="+mj-lt"/>
                <a:ea typeface="ＭＳ ゴシック" panose="020B0609070205080204" pitchFamily="49" charset="-128"/>
              </a:rPr>
              <a:t> int</a:t>
            </a:r>
            <a:endParaRPr lang="en-US" altLang="ja-JP" sz="1800" b="0" dirty="0">
              <a:latin typeface="+mj-lt"/>
            </a:endParaRPr>
          </a:p>
        </p:txBody>
      </p:sp>
      <p:grpSp>
        <p:nvGrpSpPr>
          <p:cNvPr id="750614" name="Group 22">
            <a:extLst>
              <a:ext uri="{FF2B5EF4-FFF2-40B4-BE49-F238E27FC236}">
                <a16:creationId xmlns:a16="http://schemas.microsoft.com/office/drawing/2014/main" id="{EB8DF109-23E2-57B9-BE36-85EC453D7DB1}"/>
              </a:ext>
            </a:extLst>
          </p:cNvPr>
          <p:cNvGrpSpPr>
            <a:grpSpLocks/>
          </p:cNvGrpSpPr>
          <p:nvPr/>
        </p:nvGrpSpPr>
        <p:grpSpPr bwMode="auto">
          <a:xfrm>
            <a:off x="3489325" y="5338763"/>
            <a:ext cx="1873250" cy="254000"/>
            <a:chOff x="726" y="1904"/>
            <a:chExt cx="1180" cy="160"/>
          </a:xfrm>
        </p:grpSpPr>
        <p:sp>
          <p:nvSpPr>
            <p:cNvPr id="750615" name="Rectangle 23">
              <a:extLst>
                <a:ext uri="{FF2B5EF4-FFF2-40B4-BE49-F238E27FC236}">
                  <a16:creationId xmlns:a16="http://schemas.microsoft.com/office/drawing/2014/main" id="{66965ECD-8E84-BC40-F9F1-3A55A7FF12D2}"/>
                </a:ext>
              </a:extLst>
            </p:cNvPr>
            <p:cNvSpPr>
              <a:spLocks noChangeArrowheads="1"/>
            </p:cNvSpPr>
            <p:nvPr/>
          </p:nvSpPr>
          <p:spPr bwMode="auto">
            <a:xfrm>
              <a:off x="726"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50616" name="Rectangle 24">
              <a:extLst>
                <a:ext uri="{FF2B5EF4-FFF2-40B4-BE49-F238E27FC236}">
                  <a16:creationId xmlns:a16="http://schemas.microsoft.com/office/drawing/2014/main" id="{E6D7AD93-1AF0-4CF9-EA13-8C8CA7912626}"/>
                </a:ext>
              </a:extLst>
            </p:cNvPr>
            <p:cNvSpPr>
              <a:spLocks noChangeArrowheads="1"/>
            </p:cNvSpPr>
            <p:nvPr/>
          </p:nvSpPr>
          <p:spPr bwMode="auto">
            <a:xfrm>
              <a:off x="1020"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50617" name="Rectangle 25">
              <a:extLst>
                <a:ext uri="{FF2B5EF4-FFF2-40B4-BE49-F238E27FC236}">
                  <a16:creationId xmlns:a16="http://schemas.microsoft.com/office/drawing/2014/main" id="{14056DCF-615A-E1AF-2A08-5A5247CE2E87}"/>
                </a:ext>
              </a:extLst>
            </p:cNvPr>
            <p:cNvSpPr>
              <a:spLocks noChangeArrowheads="1"/>
            </p:cNvSpPr>
            <p:nvPr/>
          </p:nvSpPr>
          <p:spPr bwMode="auto">
            <a:xfrm>
              <a:off x="1316"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50618" name="Rectangle 26">
              <a:extLst>
                <a:ext uri="{FF2B5EF4-FFF2-40B4-BE49-F238E27FC236}">
                  <a16:creationId xmlns:a16="http://schemas.microsoft.com/office/drawing/2014/main" id="{92879EC1-5E22-8418-1EEE-D66F9789142C}"/>
                </a:ext>
              </a:extLst>
            </p:cNvPr>
            <p:cNvSpPr>
              <a:spLocks noChangeArrowheads="1"/>
            </p:cNvSpPr>
            <p:nvPr/>
          </p:nvSpPr>
          <p:spPr bwMode="auto">
            <a:xfrm>
              <a:off x="1608"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grpSp>
      <p:sp>
        <p:nvSpPr>
          <p:cNvPr id="750619" name="Text Box 27">
            <a:extLst>
              <a:ext uri="{FF2B5EF4-FFF2-40B4-BE49-F238E27FC236}">
                <a16:creationId xmlns:a16="http://schemas.microsoft.com/office/drawing/2014/main" id="{5AE81B92-DB99-6BBB-0C02-3DE5DA8AD76F}"/>
              </a:ext>
            </a:extLst>
          </p:cNvPr>
          <p:cNvSpPr txBox="1">
            <a:spLocks noChangeArrowheads="1"/>
          </p:cNvSpPr>
          <p:nvPr/>
        </p:nvSpPr>
        <p:spPr bwMode="auto">
          <a:xfrm>
            <a:off x="7200900" y="4214813"/>
            <a:ext cx="1200150" cy="366712"/>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800" b="0"/>
              <a:t>(8 byte)</a:t>
            </a:r>
          </a:p>
        </p:txBody>
      </p:sp>
      <p:sp>
        <p:nvSpPr>
          <p:cNvPr id="750620" name="Text Box 28">
            <a:extLst>
              <a:ext uri="{FF2B5EF4-FFF2-40B4-BE49-F238E27FC236}">
                <a16:creationId xmlns:a16="http://schemas.microsoft.com/office/drawing/2014/main" id="{923AE45E-DCA7-1BA5-1018-7188D0CFA340}"/>
              </a:ext>
            </a:extLst>
          </p:cNvPr>
          <p:cNvSpPr txBox="1">
            <a:spLocks noChangeArrowheads="1"/>
          </p:cNvSpPr>
          <p:nvPr/>
        </p:nvSpPr>
        <p:spPr bwMode="auto">
          <a:xfrm>
            <a:off x="5359400" y="5262563"/>
            <a:ext cx="1200150" cy="366712"/>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800" b="0"/>
              <a:t>(4 byte)</a:t>
            </a:r>
          </a:p>
        </p:txBody>
      </p:sp>
      <p:sp>
        <p:nvSpPr>
          <p:cNvPr id="750621" name="Oval 29">
            <a:extLst>
              <a:ext uri="{FF2B5EF4-FFF2-40B4-BE49-F238E27FC236}">
                <a16:creationId xmlns:a16="http://schemas.microsoft.com/office/drawing/2014/main" id="{C15F2A44-D8C5-D050-AA69-4E5168044A7B}"/>
              </a:ext>
            </a:extLst>
          </p:cNvPr>
          <p:cNvSpPr>
            <a:spLocks noChangeArrowheads="1"/>
          </p:cNvSpPr>
          <p:nvPr/>
        </p:nvSpPr>
        <p:spPr bwMode="auto">
          <a:xfrm>
            <a:off x="4930775" y="4713288"/>
            <a:ext cx="438150" cy="447675"/>
          </a:xfrm>
          <a:prstGeom prst="ellipse">
            <a:avLst/>
          </a:prstGeom>
          <a:noFill/>
          <a:ln w="31750" algn="ctr">
            <a:solidFill>
              <a:srgbClr val="FF0000"/>
            </a:solidFill>
            <a:round/>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50625" name="Rectangle 33">
            <a:extLst>
              <a:ext uri="{FF2B5EF4-FFF2-40B4-BE49-F238E27FC236}">
                <a16:creationId xmlns:a16="http://schemas.microsoft.com/office/drawing/2014/main" id="{626BBCF7-2FC2-0D74-268B-2F1871C4405B}"/>
              </a:ext>
            </a:extLst>
          </p:cNvPr>
          <p:cNvSpPr>
            <a:spLocks noChangeArrowheads="1"/>
          </p:cNvSpPr>
          <p:nvPr/>
        </p:nvSpPr>
        <p:spPr bwMode="auto">
          <a:xfrm>
            <a:off x="528638" y="3571875"/>
            <a:ext cx="1519237" cy="358775"/>
          </a:xfrm>
          <a:prstGeom prst="rect">
            <a:avLst/>
          </a:prstGeom>
          <a:noFill/>
          <a:ln w="3175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sz="1800" dirty="0" err="1">
                <a:latin typeface="+mj-lt"/>
              </a:rPr>
              <a:t>Toán</a:t>
            </a:r>
            <a:r>
              <a:rPr lang="en-US" altLang="ja-JP" sz="1800" dirty="0">
                <a:latin typeface="+mj-lt"/>
              </a:rPr>
              <a:t> </a:t>
            </a:r>
            <a:r>
              <a:rPr lang="en-US" altLang="ja-JP" sz="1800" dirty="0" err="1">
                <a:latin typeface="+mj-lt"/>
              </a:rPr>
              <a:t>tư</a:t>
            </a:r>
            <a:r>
              <a:rPr lang="en-US" altLang="ja-JP" sz="1800" dirty="0">
                <a:latin typeface="+mj-lt"/>
              </a:rPr>
              <a:t>̉ cast</a:t>
            </a:r>
          </a:p>
        </p:txBody>
      </p:sp>
      <p:sp>
        <p:nvSpPr>
          <p:cNvPr id="750630" name="AutoShape 38">
            <a:extLst>
              <a:ext uri="{FF2B5EF4-FFF2-40B4-BE49-F238E27FC236}">
                <a16:creationId xmlns:a16="http://schemas.microsoft.com/office/drawing/2014/main" id="{E90617E5-0E54-AA98-F031-03B15F2EDF82}"/>
              </a:ext>
            </a:extLst>
          </p:cNvPr>
          <p:cNvSpPr>
            <a:spLocks noChangeArrowheads="1"/>
          </p:cNvSpPr>
          <p:nvPr/>
        </p:nvSpPr>
        <p:spPr bwMode="auto">
          <a:xfrm>
            <a:off x="6434138" y="4729163"/>
            <a:ext cx="2735262" cy="693737"/>
          </a:xfrm>
          <a:prstGeom prst="wedgeRoundRectCallout">
            <a:avLst>
              <a:gd name="adj1" fmla="val -77972"/>
              <a:gd name="adj2" fmla="val -16593"/>
              <a:gd name="adj3" fmla="val 16667"/>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5441" tIns="47720" rIns="95441" bIns="47720"/>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77838"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28750"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800" b="0" dirty="0" err="1">
                <a:latin typeface="+mj-lt"/>
                <a:ea typeface="MS UI Gothic" panose="020B0600070205080204" pitchFamily="50" charset="-128"/>
              </a:rPr>
              <a:t>Cần</a:t>
            </a:r>
            <a:r>
              <a:rPr lang="en-US" altLang="ja-JP" sz="1800" b="0" dirty="0">
                <a:latin typeface="+mj-lt"/>
                <a:ea typeface="MS UI Gothic" panose="020B0600070205080204" pitchFamily="50" charset="-128"/>
              </a:rPr>
              <a:t> </a:t>
            </a:r>
            <a:r>
              <a:rPr lang="en-US" altLang="ja-JP" sz="1800" b="0" dirty="0" err="1">
                <a:latin typeface="+mj-lt"/>
                <a:ea typeface="MS UI Gothic" panose="020B0600070205080204" pitchFamily="50" charset="-128"/>
              </a:rPr>
              <a:t>phải</a:t>
            </a:r>
            <a:r>
              <a:rPr lang="en-US" altLang="ja-JP" sz="1800" b="0" dirty="0">
                <a:latin typeface="+mj-lt"/>
                <a:ea typeface="MS UI Gothic" panose="020B0600070205080204" pitchFamily="50" charset="-128"/>
              </a:rPr>
              <a:t> chú ý </a:t>
            </a:r>
            <a:r>
              <a:rPr lang="en-US" altLang="ja-JP" sz="1800" b="0" dirty="0" err="1">
                <a:latin typeface="+mj-lt"/>
                <a:ea typeface="MS UI Gothic" panose="020B0600070205080204" pitchFamily="50" charset="-128"/>
              </a:rPr>
              <a:t>vì</a:t>
            </a:r>
            <a:r>
              <a:rPr lang="en-US" altLang="ja-JP" sz="1800" b="0" dirty="0">
                <a:latin typeface="+mj-lt"/>
                <a:ea typeface="MS UI Gothic" panose="020B0600070205080204" pitchFamily="50" charset="-128"/>
              </a:rPr>
              <a:t> </a:t>
            </a:r>
            <a:r>
              <a:rPr lang="en-US" altLang="ja-JP" sz="1800" b="0" dirty="0" err="1">
                <a:latin typeface="+mj-lt"/>
                <a:ea typeface="MS UI Gothic" panose="020B0600070205080204" pitchFamily="50" charset="-128"/>
              </a:rPr>
              <a:t>gia</a:t>
            </a:r>
            <a:r>
              <a:rPr lang="en-US" altLang="ja-JP" sz="1800" b="0" dirty="0">
                <a:latin typeface="+mj-lt"/>
                <a:ea typeface="MS UI Gothic" panose="020B0600070205080204" pitchFamily="50" charset="-128"/>
              </a:rPr>
              <a:t>́ trị có </a:t>
            </a:r>
            <a:r>
              <a:rPr lang="en-US" altLang="ja-JP" sz="1800" b="0" dirty="0" err="1">
                <a:latin typeface="+mj-lt"/>
                <a:ea typeface="MS UI Gothic" panose="020B0600070205080204" pitchFamily="50" charset="-128"/>
              </a:rPr>
              <a:t>thê</a:t>
            </a:r>
            <a:r>
              <a:rPr lang="en-US" altLang="ja-JP" sz="1800" b="0" dirty="0">
                <a:latin typeface="+mj-lt"/>
                <a:ea typeface="MS UI Gothic" panose="020B0600070205080204" pitchFamily="50" charset="-128"/>
              </a:rPr>
              <a:t>̉ bị </a:t>
            </a:r>
            <a:r>
              <a:rPr lang="en-US" altLang="ja-JP" sz="1800" b="0" dirty="0" err="1">
                <a:latin typeface="+mj-lt"/>
                <a:ea typeface="MS UI Gothic" panose="020B0600070205080204" pitchFamily="50" charset="-128"/>
              </a:rPr>
              <a:t>mất</a:t>
            </a:r>
            <a:endParaRPr lang="en-US" altLang="ja-JP" sz="1800" b="0" dirty="0">
              <a:latin typeface="+mj-lt"/>
              <a:ea typeface="MS UI Gothic" panose="020B0600070205080204" pitchFamily="50" charset="-128"/>
            </a:endParaRPr>
          </a:p>
        </p:txBody>
      </p:sp>
      <p:sp>
        <p:nvSpPr>
          <p:cNvPr id="750633" name="AutoShape 41">
            <a:extLst>
              <a:ext uri="{FF2B5EF4-FFF2-40B4-BE49-F238E27FC236}">
                <a16:creationId xmlns:a16="http://schemas.microsoft.com/office/drawing/2014/main" id="{97601D5C-65B0-391C-1C7F-54589D4D7CAE}"/>
              </a:ext>
            </a:extLst>
          </p:cNvPr>
          <p:cNvSpPr>
            <a:spLocks noChangeArrowheads="1"/>
          </p:cNvSpPr>
          <p:nvPr/>
        </p:nvSpPr>
        <p:spPr bwMode="auto">
          <a:xfrm>
            <a:off x="477838" y="3059113"/>
            <a:ext cx="5165725" cy="384175"/>
          </a:xfrm>
          <a:prstGeom prst="roundRect">
            <a:avLst>
              <a:gd name="adj" fmla="val 16667"/>
            </a:avLst>
          </a:prstGeom>
          <a:solidFill>
            <a:srgbClr val="FFFF99">
              <a:alpha val="50000"/>
            </a:srgbClr>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sz="1800" dirty="0" err="1">
                <a:latin typeface="+mj-lt"/>
                <a:ea typeface="ＭＳ ゴシック" panose="020B0609070205080204" pitchFamily="49" charset="-128"/>
              </a:rPr>
              <a:t>Tên</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biến</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kiểu</a:t>
            </a:r>
            <a:r>
              <a:rPr lang="en-US" altLang="ja-JP" sz="1800" dirty="0">
                <a:latin typeface="+mj-lt"/>
                <a:ea typeface="ＭＳ ゴシック" panose="020B0609070205080204" pitchFamily="49" charset="-128"/>
              </a:rPr>
              <a:t> int</a:t>
            </a:r>
            <a:r>
              <a:rPr lang="en-US" altLang="ja-JP" sz="1800" dirty="0">
                <a:latin typeface="+mj-lt"/>
              </a:rPr>
              <a:t> =  </a:t>
            </a:r>
            <a:r>
              <a:rPr lang="en-US" altLang="ja-JP" sz="1800" dirty="0" err="1">
                <a:latin typeface="+mj-lt"/>
              </a:rPr>
              <a:t>Tên</a:t>
            </a:r>
            <a:r>
              <a:rPr lang="en-US" altLang="ja-JP" sz="1800" dirty="0">
                <a:latin typeface="+mj-lt"/>
              </a:rPr>
              <a:t> </a:t>
            </a:r>
            <a:r>
              <a:rPr lang="en-US" altLang="ja-JP" sz="1800" dirty="0" err="1">
                <a:latin typeface="+mj-lt"/>
              </a:rPr>
              <a:t>biến</a:t>
            </a:r>
            <a:r>
              <a:rPr lang="en-US" altLang="ja-JP" sz="1800" dirty="0">
                <a:latin typeface="+mj-lt"/>
              </a:rPr>
              <a:t> </a:t>
            </a:r>
            <a:r>
              <a:rPr lang="en-US" altLang="ja-JP" sz="1800" dirty="0" err="1">
                <a:latin typeface="+mj-lt"/>
              </a:rPr>
              <a:t>kiểu</a:t>
            </a:r>
            <a:r>
              <a:rPr lang="en-US" altLang="ja-JP" sz="1800" dirty="0">
                <a:latin typeface="+mj-lt"/>
              </a:rPr>
              <a:t> </a:t>
            </a:r>
            <a:r>
              <a:rPr lang="en-US" altLang="ja-JP" sz="1800" dirty="0">
                <a:latin typeface="+mj-lt"/>
                <a:ea typeface="ＭＳ ゴシック" panose="020B0609070205080204" pitchFamily="49" charset="-128"/>
              </a:rPr>
              <a:t>(int) double</a:t>
            </a:r>
            <a:r>
              <a:rPr lang="en-US" altLang="ja-JP" sz="1800" dirty="0">
                <a:latin typeface="+mj-lt"/>
              </a:rPr>
              <a:t>;</a:t>
            </a:r>
          </a:p>
        </p:txBody>
      </p:sp>
      <p:sp>
        <p:nvSpPr>
          <p:cNvPr id="750623" name="Rectangle 31">
            <a:extLst>
              <a:ext uri="{FF2B5EF4-FFF2-40B4-BE49-F238E27FC236}">
                <a16:creationId xmlns:a16="http://schemas.microsoft.com/office/drawing/2014/main" id="{2AC07FF7-CDD5-8D72-BA28-30FF03B28E5B}"/>
              </a:ext>
            </a:extLst>
          </p:cNvPr>
          <p:cNvSpPr>
            <a:spLocks noChangeArrowheads="1"/>
          </p:cNvSpPr>
          <p:nvPr/>
        </p:nvSpPr>
        <p:spPr bwMode="auto">
          <a:xfrm>
            <a:off x="4084638" y="3070225"/>
            <a:ext cx="692150" cy="336550"/>
          </a:xfrm>
          <a:prstGeom prst="rect">
            <a:avLst/>
          </a:prstGeom>
          <a:noFill/>
          <a:ln w="3175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cxnSp>
        <p:nvCxnSpPr>
          <p:cNvPr id="750634" name="AutoShape 42">
            <a:extLst>
              <a:ext uri="{FF2B5EF4-FFF2-40B4-BE49-F238E27FC236}">
                <a16:creationId xmlns:a16="http://schemas.microsoft.com/office/drawing/2014/main" id="{D588406D-8E6D-4F98-3925-37BA5440B5F0}"/>
              </a:ext>
            </a:extLst>
          </p:cNvPr>
          <p:cNvCxnSpPr>
            <a:cxnSpLocks noChangeShapeType="1"/>
            <a:stCxn id="750625" idx="3"/>
            <a:endCxn id="750623" idx="2"/>
          </p:cNvCxnSpPr>
          <p:nvPr/>
        </p:nvCxnSpPr>
        <p:spPr bwMode="auto">
          <a:xfrm flipV="1">
            <a:off x="2063750" y="3422650"/>
            <a:ext cx="2366963" cy="328613"/>
          </a:xfrm>
          <a:prstGeom prst="bentConnector2">
            <a:avLst/>
          </a:prstGeom>
          <a:noFill/>
          <a:ln w="31750">
            <a:solidFill>
              <a:srgbClr val="3FB007"/>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D9BBD1C1-328F-0598-FFC6-DD9A6C73801D}"/>
              </a:ext>
            </a:extLst>
          </p:cNvPr>
          <p:cNvSpPr>
            <a:spLocks noGrp="1"/>
          </p:cNvSpPr>
          <p:nvPr>
            <p:ph type="sldNum" sz="quarter" idx="10"/>
          </p:nvPr>
        </p:nvSpPr>
        <p:spPr/>
        <p:txBody>
          <a:bodyPr/>
          <a:lstStyle/>
          <a:p>
            <a:fld id="{EEAE1E31-F555-41AF-A82F-525F13C43018}" type="slidenum">
              <a:rPr lang="en-US" altLang="ja-JP"/>
              <a:pPr/>
              <a:t>19</a:t>
            </a:fld>
            <a:endParaRPr lang="en-US" altLang="ja-JP"/>
          </a:p>
        </p:txBody>
      </p:sp>
      <p:sp>
        <p:nvSpPr>
          <p:cNvPr id="758787" name="Rectangle 3">
            <a:extLst>
              <a:ext uri="{FF2B5EF4-FFF2-40B4-BE49-F238E27FC236}">
                <a16:creationId xmlns:a16="http://schemas.microsoft.com/office/drawing/2014/main" id="{C7D4E7AE-5E91-A511-EC93-C70281A95E31}"/>
              </a:ext>
            </a:extLst>
          </p:cNvPr>
          <p:cNvSpPr>
            <a:spLocks noGrp="1" noChangeArrowheads="1"/>
          </p:cNvSpPr>
          <p:nvPr>
            <p:ph type="title"/>
          </p:nvPr>
        </p:nvSpPr>
        <p:spPr>
          <a:xfrm>
            <a:off x="344488" y="337343"/>
            <a:ext cx="9217025" cy="490537"/>
          </a:xfrm>
        </p:spPr>
        <p:txBody>
          <a:bodyPr>
            <a:normAutofit fontScale="90000"/>
          </a:bodyPr>
          <a:lstStyle/>
          <a:p>
            <a:r>
              <a:rPr lang="en-US" altLang="ja-JP" dirty="0">
                <a:latin typeface="Arial" panose="020B0604020202020204" pitchFamily="34" charset="0"/>
                <a:ea typeface="MS UI Gothic" panose="020B0600070205080204" pitchFamily="50" charset="-128"/>
              </a:rPr>
              <a:t>Convert </a:t>
            </a:r>
            <a:r>
              <a:rPr lang="en-US" altLang="ja-JP" dirty="0" err="1">
                <a:latin typeface="Arial" panose="020B0604020202020204" pitchFamily="34" charset="0"/>
                <a:ea typeface="MS UI Gothic" panose="020B0600070205080204" pitchFamily="50" charset="-128"/>
              </a:rPr>
              <a:t>kiểu</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tường</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minh</a:t>
            </a:r>
            <a:r>
              <a:rPr lang="ja-JP" altLang="en-US" dirty="0">
                <a:latin typeface="Arial" panose="020B0604020202020204" pitchFamily="34" charset="0"/>
              </a:rPr>
              <a:t>（</a:t>
            </a:r>
            <a:r>
              <a:rPr lang="en-US" altLang="ja-JP" dirty="0">
                <a:latin typeface="Arial" panose="020B0604020202020204" pitchFamily="34" charset="0"/>
              </a:rPr>
              <a:t>Cast</a:t>
            </a:r>
            <a:r>
              <a:rPr lang="ja-JP" altLang="en-US" dirty="0">
                <a:latin typeface="Arial" panose="020B0604020202020204" pitchFamily="34" charset="0"/>
              </a:rPr>
              <a:t>）（</a:t>
            </a:r>
            <a:r>
              <a:rPr lang="en-US" altLang="ja-JP" dirty="0">
                <a:latin typeface="Arial" panose="020B0604020202020204" pitchFamily="34" charset="0"/>
              </a:rPr>
              <a:t>2</a:t>
            </a:r>
            <a:r>
              <a:rPr lang="ja-JP" altLang="en-US" dirty="0">
                <a:latin typeface="Arial" panose="020B0604020202020204" pitchFamily="34" charset="0"/>
              </a:rPr>
              <a:t>）</a:t>
            </a:r>
          </a:p>
        </p:txBody>
      </p:sp>
      <p:sp>
        <p:nvSpPr>
          <p:cNvPr id="758788" name="Rectangle 4">
            <a:extLst>
              <a:ext uri="{FF2B5EF4-FFF2-40B4-BE49-F238E27FC236}">
                <a16:creationId xmlns:a16="http://schemas.microsoft.com/office/drawing/2014/main" id="{04B66131-B180-B2E1-BBB1-BD10C03C3B04}"/>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758789" name="Rectangle 5">
            <a:extLst>
              <a:ext uri="{FF2B5EF4-FFF2-40B4-BE49-F238E27FC236}">
                <a16:creationId xmlns:a16="http://schemas.microsoft.com/office/drawing/2014/main" id="{5FD5B467-936D-2D6C-8BBD-BE5029AE3167}"/>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Convert kiểu tường minh</a:t>
            </a:r>
            <a:r>
              <a:rPr lang="ja-JP" altLang="en-US" sz="2400" b="0">
                <a:latin typeface="Arial" panose="020B0604020202020204" pitchFamily="34" charset="0"/>
              </a:rPr>
              <a:t>（</a:t>
            </a:r>
            <a:r>
              <a:rPr lang="en-US" altLang="ja-JP" sz="2400" b="0">
                <a:latin typeface="Arial" panose="020B0604020202020204" pitchFamily="34" charset="0"/>
              </a:rPr>
              <a:t>cast</a:t>
            </a:r>
            <a:r>
              <a:rPr lang="ja-JP" altLang="en-US" sz="2400" b="0">
                <a:latin typeface="Arial" panose="020B0604020202020204" pitchFamily="34" charset="0"/>
              </a:rPr>
              <a:t>）</a:t>
            </a:r>
          </a:p>
          <a:p>
            <a:pPr>
              <a:spcBef>
                <a:spcPct val="50000"/>
              </a:spcBef>
              <a:buFont typeface="Wingdings" panose="05000000000000000000" pitchFamily="2" charset="2"/>
              <a:buNone/>
            </a:pPr>
            <a:r>
              <a:rPr lang="ja-JP" altLang="en-US" sz="2000" b="0">
                <a:latin typeface="Arial" panose="020B0604020202020204" pitchFamily="34" charset="0"/>
              </a:rPr>
              <a:t>●</a:t>
            </a:r>
            <a:r>
              <a:rPr lang="en-US" altLang="ja-JP" sz="2000" b="0">
                <a:latin typeface="Arial" panose="020B0604020202020204" pitchFamily="34" charset="0"/>
              </a:rPr>
              <a:t>Cú pháp cơ bản</a:t>
            </a:r>
          </a:p>
          <a:p>
            <a:pPr>
              <a:spcBef>
                <a:spcPct val="50000"/>
              </a:spcBef>
              <a:buFont typeface="Wingdings" panose="05000000000000000000" pitchFamily="2" charset="2"/>
              <a:buNone/>
            </a:pPr>
            <a:endParaRPr lang="en-US" altLang="ja-JP" sz="2400" b="0">
              <a:latin typeface="Arial" panose="020B0604020202020204" pitchFamily="34" charset="0"/>
            </a:endParaRPr>
          </a:p>
          <a:p>
            <a:pPr lvl="1"/>
            <a:endParaRPr lang="en-US" altLang="ja-JP" sz="2400" b="0">
              <a:latin typeface="Arial" panose="020B0604020202020204" pitchFamily="34" charset="0"/>
            </a:endParaRPr>
          </a:p>
        </p:txBody>
      </p:sp>
      <p:sp>
        <p:nvSpPr>
          <p:cNvPr id="758791" name="Rectangle 7">
            <a:extLst>
              <a:ext uri="{FF2B5EF4-FFF2-40B4-BE49-F238E27FC236}">
                <a16:creationId xmlns:a16="http://schemas.microsoft.com/office/drawing/2014/main" id="{F3450DEA-79B8-8754-C8B3-874D74CF8BDD}"/>
              </a:ext>
            </a:extLst>
          </p:cNvPr>
          <p:cNvSpPr>
            <a:spLocks noChangeArrowheads="1"/>
          </p:cNvSpPr>
          <p:nvPr/>
        </p:nvSpPr>
        <p:spPr bwMode="auto">
          <a:xfrm>
            <a:off x="344488" y="2474913"/>
            <a:ext cx="8899525"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●Ví dụ</a:t>
            </a:r>
            <a:endParaRPr lang="en-US" altLang="ja-JP" sz="2400" b="0">
              <a:latin typeface="Arial" panose="020B0604020202020204" pitchFamily="34" charset="0"/>
            </a:endParaRPr>
          </a:p>
        </p:txBody>
      </p:sp>
      <p:sp>
        <p:nvSpPr>
          <p:cNvPr id="758793" name="Text Box 9">
            <a:extLst>
              <a:ext uri="{FF2B5EF4-FFF2-40B4-BE49-F238E27FC236}">
                <a16:creationId xmlns:a16="http://schemas.microsoft.com/office/drawing/2014/main" id="{EA572364-1574-B230-8B24-437DE939297A}"/>
              </a:ext>
            </a:extLst>
          </p:cNvPr>
          <p:cNvSpPr txBox="1">
            <a:spLocks noChangeArrowheads="1"/>
          </p:cNvSpPr>
          <p:nvPr/>
        </p:nvSpPr>
        <p:spPr bwMode="auto">
          <a:xfrm>
            <a:off x="344488" y="1787525"/>
            <a:ext cx="9120187" cy="473075"/>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ja-JP" altLang="en-US" sz="2000">
                <a:ea typeface="MS UI Gothic" panose="020B0600070205080204" pitchFamily="50" charset="-128"/>
              </a:rPr>
              <a:t>　</a:t>
            </a:r>
            <a:r>
              <a:rPr lang="en-US" altLang="ja-JP" sz="2000">
                <a:ea typeface="ＭＳ ゴシック" panose="020B0609070205080204" pitchFamily="49" charset="-128"/>
              </a:rPr>
              <a:t>(Kiểu data mới)giá trị hoặc biểu thức</a:t>
            </a:r>
            <a:endParaRPr lang="en-US" altLang="ja-JP" sz="2000">
              <a:ea typeface="MS UI Gothic" panose="020B0600070205080204" pitchFamily="50" charset="-128"/>
            </a:endParaRPr>
          </a:p>
        </p:txBody>
      </p:sp>
      <p:sp>
        <p:nvSpPr>
          <p:cNvPr id="758794" name="AutoShape 10">
            <a:extLst>
              <a:ext uri="{FF2B5EF4-FFF2-40B4-BE49-F238E27FC236}">
                <a16:creationId xmlns:a16="http://schemas.microsoft.com/office/drawing/2014/main" id="{5AB6DEA7-6ACE-DD19-13FC-176FFCC30EA6}"/>
              </a:ext>
            </a:extLst>
          </p:cNvPr>
          <p:cNvSpPr>
            <a:spLocks noChangeArrowheads="1"/>
          </p:cNvSpPr>
          <p:nvPr/>
        </p:nvSpPr>
        <p:spPr bwMode="auto">
          <a:xfrm>
            <a:off x="4256088" y="1374775"/>
            <a:ext cx="2127250" cy="388938"/>
          </a:xfrm>
          <a:prstGeom prst="wedgeRoundRectCallout">
            <a:avLst>
              <a:gd name="adj1" fmla="val -184856"/>
              <a:gd name="adj2" fmla="val 60611"/>
              <a:gd name="adj3" fmla="val 16667"/>
            </a:avLst>
          </a:prstGeom>
          <a:solidFill>
            <a:srgbClr val="CCFFFF"/>
          </a:solidFill>
          <a:ln w="12700" algn="ctr">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err="1">
                <a:latin typeface="+mj-lt"/>
              </a:rPr>
              <a:t>Toán</a:t>
            </a:r>
            <a:r>
              <a:rPr lang="en-US" altLang="ja-JP" sz="1800" dirty="0">
                <a:latin typeface="+mj-lt"/>
              </a:rPr>
              <a:t> </a:t>
            </a:r>
            <a:r>
              <a:rPr lang="en-US" altLang="ja-JP" sz="1800" dirty="0" err="1">
                <a:latin typeface="+mj-lt"/>
              </a:rPr>
              <a:t>tư</a:t>
            </a:r>
            <a:r>
              <a:rPr lang="en-US" altLang="ja-JP" sz="1800" dirty="0">
                <a:latin typeface="+mj-lt"/>
              </a:rPr>
              <a:t>̉ cast</a:t>
            </a:r>
          </a:p>
        </p:txBody>
      </p:sp>
      <p:sp>
        <p:nvSpPr>
          <p:cNvPr id="758792" name="Rectangle 8">
            <a:extLst>
              <a:ext uri="{FF2B5EF4-FFF2-40B4-BE49-F238E27FC236}">
                <a16:creationId xmlns:a16="http://schemas.microsoft.com/office/drawing/2014/main" id="{EC80651D-B516-A40F-7E11-6E6BA5FC58ED}"/>
              </a:ext>
            </a:extLst>
          </p:cNvPr>
          <p:cNvSpPr>
            <a:spLocks noChangeArrowheads="1"/>
          </p:cNvSpPr>
          <p:nvPr/>
        </p:nvSpPr>
        <p:spPr bwMode="auto">
          <a:xfrm>
            <a:off x="290513" y="2921000"/>
            <a:ext cx="9120187" cy="29559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endParaRPr lang="en-US" altLang="ja-JP" sz="1800" b="0" dirty="0">
              <a:latin typeface="+mj-lt"/>
              <a:ea typeface="ＭＳ ゴシック" panose="020B0609070205080204" pitchFamily="49" charset="-128"/>
            </a:endParaRPr>
          </a:p>
          <a:p>
            <a:pPr lvl="1"/>
            <a:r>
              <a:rPr lang="en-US" altLang="ja-JP" sz="1800" b="0" dirty="0">
                <a:latin typeface="+mj-lt"/>
                <a:ea typeface="ＭＳ ゴシック" panose="020B0609070205080204" pitchFamily="49" charset="-128"/>
              </a:rPr>
              <a:t>double </a:t>
            </a:r>
            <a:r>
              <a:rPr lang="en-US" altLang="ja-JP" sz="1800" b="0" dirty="0" err="1">
                <a:latin typeface="+mj-lt"/>
                <a:ea typeface="ＭＳ ゴシック" panose="020B0609070205080204" pitchFamily="49" charset="-128"/>
              </a:rPr>
              <a:t>valDouble</a:t>
            </a:r>
            <a:r>
              <a:rPr lang="en-US" altLang="ja-JP" sz="1800" b="0" dirty="0">
                <a:latin typeface="+mj-lt"/>
                <a:ea typeface="ＭＳ ゴシック" panose="020B0609070205080204" pitchFamily="49" charset="-128"/>
              </a:rPr>
              <a:t> = 1.6;</a:t>
            </a:r>
          </a:p>
          <a:p>
            <a:pPr lvl="1"/>
            <a:endParaRPr lang="en-US" altLang="ja-JP" sz="1800" b="0" dirty="0">
              <a:latin typeface="+mj-lt"/>
              <a:ea typeface="ＭＳ ゴシック" panose="020B0609070205080204" pitchFamily="49" charset="-128"/>
            </a:endParaRPr>
          </a:p>
          <a:p>
            <a:pPr lvl="1"/>
            <a:r>
              <a:rPr lang="en-US" altLang="ja-JP" sz="1800" b="0" dirty="0">
                <a:latin typeface="+mj-lt"/>
                <a:ea typeface="ＭＳ ゴシック" panose="020B0609070205080204" pitchFamily="49" charset="-128"/>
              </a:rPr>
              <a:t>int valInt1 =  (int) </a:t>
            </a:r>
            <a:r>
              <a:rPr lang="en-US" altLang="ja-JP" sz="1800" b="0" dirty="0" err="1">
                <a:latin typeface="+mj-lt"/>
                <a:ea typeface="ＭＳ ゴシック" panose="020B0609070205080204" pitchFamily="49" charset="-128"/>
              </a:rPr>
              <a:t>valDouble</a:t>
            </a:r>
            <a:r>
              <a:rPr lang="en-US" altLang="ja-JP" sz="1800" b="0" dirty="0">
                <a:latin typeface="+mj-lt"/>
                <a:ea typeface="ＭＳ ゴシック" panose="020B0609070205080204" pitchFamily="49" charset="-128"/>
              </a:rPr>
              <a:t> ;</a:t>
            </a:r>
          </a:p>
          <a:p>
            <a:pPr lvl="1"/>
            <a:r>
              <a:rPr lang="en-US" altLang="ja-JP" sz="1800" b="0" dirty="0">
                <a:latin typeface="+mj-lt"/>
                <a:ea typeface="ＭＳ ゴシック" panose="020B0609070205080204" pitchFamily="49" charset="-128"/>
              </a:rPr>
              <a:t> </a:t>
            </a:r>
          </a:p>
          <a:p>
            <a:pPr lvl="1"/>
            <a:r>
              <a:rPr lang="en-US" altLang="ja-JP" sz="1800" b="0" dirty="0">
                <a:latin typeface="+mj-lt"/>
                <a:ea typeface="ＭＳ ゴシック" panose="020B0609070205080204" pitchFamily="49" charset="-128"/>
              </a:rPr>
              <a:t>int valInt2 =  (int) (2 * 1.6) ;</a:t>
            </a:r>
          </a:p>
        </p:txBody>
      </p:sp>
      <p:sp>
        <p:nvSpPr>
          <p:cNvPr id="758795" name="Rectangle 11">
            <a:extLst>
              <a:ext uri="{FF2B5EF4-FFF2-40B4-BE49-F238E27FC236}">
                <a16:creationId xmlns:a16="http://schemas.microsoft.com/office/drawing/2014/main" id="{930AAFB1-31C8-9908-EEFC-AF29B0CBB7E7}"/>
              </a:ext>
            </a:extLst>
          </p:cNvPr>
          <p:cNvSpPr>
            <a:spLocks noChangeArrowheads="1"/>
          </p:cNvSpPr>
          <p:nvPr/>
        </p:nvSpPr>
        <p:spPr bwMode="auto">
          <a:xfrm>
            <a:off x="1828801" y="3875088"/>
            <a:ext cx="457200" cy="323850"/>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758796" name="Text Box 12">
            <a:extLst>
              <a:ext uri="{FF2B5EF4-FFF2-40B4-BE49-F238E27FC236}">
                <a16:creationId xmlns:a16="http://schemas.microsoft.com/office/drawing/2014/main" id="{1934EA53-5E50-19F8-C257-72033F501660}"/>
              </a:ext>
            </a:extLst>
          </p:cNvPr>
          <p:cNvSpPr txBox="1">
            <a:spLocks noChangeArrowheads="1"/>
          </p:cNvSpPr>
          <p:nvPr/>
        </p:nvSpPr>
        <p:spPr bwMode="auto">
          <a:xfrm>
            <a:off x="3990975" y="3425825"/>
            <a:ext cx="5372100" cy="338554"/>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600" b="0" dirty="0">
                <a:latin typeface="+mj-lt"/>
              </a:rPr>
              <a:t>Cast 1.6 </a:t>
            </a:r>
            <a:r>
              <a:rPr lang="en-US" altLang="ja-JP" sz="1600" b="0" dirty="0" err="1">
                <a:latin typeface="+mj-lt"/>
              </a:rPr>
              <a:t>thành</a:t>
            </a:r>
            <a:r>
              <a:rPr lang="en-US" altLang="ja-JP" sz="1600" b="0" dirty="0">
                <a:latin typeface="+mj-lt"/>
              </a:rPr>
              <a:t> </a:t>
            </a:r>
            <a:r>
              <a:rPr lang="en-US" altLang="ja-JP" sz="1600" b="0" dirty="0" err="1">
                <a:latin typeface="+mj-lt"/>
              </a:rPr>
              <a:t>kiểu</a:t>
            </a:r>
            <a:r>
              <a:rPr lang="en-US" altLang="ja-JP" sz="1600" b="0" dirty="0">
                <a:latin typeface="+mj-lt"/>
              </a:rPr>
              <a:t> </a:t>
            </a:r>
            <a:r>
              <a:rPr lang="en-US" altLang="ja-JP" sz="1600" b="0" dirty="0">
                <a:latin typeface="+mj-lt"/>
                <a:ea typeface="ＭＳ ゴシック" panose="020B0609070205080204" pitchFamily="49" charset="-128"/>
              </a:rPr>
              <a:t>int</a:t>
            </a:r>
            <a:r>
              <a:rPr lang="en-US" altLang="ja-JP" sz="1600" b="0" dirty="0">
                <a:latin typeface="+mj-lt"/>
              </a:rPr>
              <a:t>	</a:t>
            </a:r>
            <a:r>
              <a:rPr lang="en-US" altLang="ja-JP" sz="1600" b="0" dirty="0" err="1">
                <a:latin typeface="+mj-lt"/>
              </a:rPr>
              <a:t>Phần</a:t>
            </a:r>
            <a:r>
              <a:rPr lang="en-US" altLang="ja-JP" sz="1600" b="0" dirty="0">
                <a:latin typeface="+mj-lt"/>
              </a:rPr>
              <a:t> </a:t>
            </a:r>
            <a:r>
              <a:rPr lang="en-US" altLang="ja-JP" sz="1600" b="0" dirty="0" err="1">
                <a:latin typeface="+mj-lt"/>
              </a:rPr>
              <a:t>sau</a:t>
            </a:r>
            <a:r>
              <a:rPr lang="en-US" altLang="ja-JP" sz="1600" b="0" dirty="0">
                <a:latin typeface="+mj-lt"/>
              </a:rPr>
              <a:t> </a:t>
            </a:r>
            <a:r>
              <a:rPr lang="en-US" altLang="ja-JP" sz="1600" b="0" dirty="0" err="1">
                <a:latin typeface="+mj-lt"/>
              </a:rPr>
              <a:t>dấu</a:t>
            </a:r>
            <a:r>
              <a:rPr lang="en-US" altLang="ja-JP" sz="1600" b="0" dirty="0">
                <a:latin typeface="+mj-lt"/>
              </a:rPr>
              <a:t> </a:t>
            </a:r>
            <a:r>
              <a:rPr lang="en-US" altLang="ja-JP" sz="1600" b="0" dirty="0" err="1">
                <a:latin typeface="+mj-lt"/>
              </a:rPr>
              <a:t>phẩy</a:t>
            </a:r>
            <a:r>
              <a:rPr lang="en-US" altLang="ja-JP" sz="1600" b="0" dirty="0">
                <a:latin typeface="+mj-lt"/>
              </a:rPr>
              <a:t> bị </a:t>
            </a:r>
            <a:r>
              <a:rPr lang="en-US" altLang="ja-JP" sz="1600" b="0" dirty="0" err="1">
                <a:latin typeface="+mj-lt"/>
              </a:rPr>
              <a:t>cắt</a:t>
            </a:r>
            <a:endParaRPr lang="en-US" altLang="ja-JP" sz="1600" b="0" dirty="0">
              <a:latin typeface="+mj-lt"/>
            </a:endParaRPr>
          </a:p>
        </p:txBody>
      </p:sp>
      <p:cxnSp>
        <p:nvCxnSpPr>
          <p:cNvPr id="758797" name="AutoShape 13">
            <a:extLst>
              <a:ext uri="{FF2B5EF4-FFF2-40B4-BE49-F238E27FC236}">
                <a16:creationId xmlns:a16="http://schemas.microsoft.com/office/drawing/2014/main" id="{1ECF9831-44A0-F24C-4EBC-2F9C03ABCB93}"/>
              </a:ext>
            </a:extLst>
          </p:cNvPr>
          <p:cNvCxnSpPr>
            <a:cxnSpLocks noChangeShapeType="1"/>
            <a:stCxn id="758795" idx="0"/>
            <a:endCxn id="758796" idx="1"/>
          </p:cNvCxnSpPr>
          <p:nvPr/>
        </p:nvCxnSpPr>
        <p:spPr bwMode="auto">
          <a:xfrm rot="5400000" flipH="1" flipV="1">
            <a:off x="2884195" y="2768308"/>
            <a:ext cx="279986" cy="1933574"/>
          </a:xfrm>
          <a:prstGeom prst="bentConnector2">
            <a:avLst/>
          </a:prstGeom>
          <a:noFill/>
          <a:ln w="25400">
            <a:solidFill>
              <a:srgbClr val="3FB007"/>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8798" name="Rectangle 14">
            <a:extLst>
              <a:ext uri="{FF2B5EF4-FFF2-40B4-BE49-F238E27FC236}">
                <a16:creationId xmlns:a16="http://schemas.microsoft.com/office/drawing/2014/main" id="{979E62C6-1018-C887-7BBF-6B2E327B96E0}"/>
              </a:ext>
            </a:extLst>
          </p:cNvPr>
          <p:cNvSpPr>
            <a:spLocks noChangeArrowheads="1"/>
          </p:cNvSpPr>
          <p:nvPr/>
        </p:nvSpPr>
        <p:spPr bwMode="auto">
          <a:xfrm>
            <a:off x="2184400" y="4433888"/>
            <a:ext cx="679450" cy="323850"/>
          </a:xfrm>
          <a:prstGeom prst="rect">
            <a:avLst/>
          </a:prstGeom>
          <a:noFill/>
          <a:ln w="25400" algn="ctr">
            <a:solidFill>
              <a:srgbClr val="FF6600"/>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758799" name="Text Box 15">
            <a:extLst>
              <a:ext uri="{FF2B5EF4-FFF2-40B4-BE49-F238E27FC236}">
                <a16:creationId xmlns:a16="http://schemas.microsoft.com/office/drawing/2014/main" id="{5E8B6CE9-D122-284E-50AB-F8AB3627BFAA}"/>
              </a:ext>
            </a:extLst>
          </p:cNvPr>
          <p:cNvSpPr txBox="1">
            <a:spLocks noChangeArrowheads="1"/>
          </p:cNvSpPr>
          <p:nvPr/>
        </p:nvSpPr>
        <p:spPr bwMode="auto">
          <a:xfrm>
            <a:off x="3990975" y="4992688"/>
            <a:ext cx="5138738" cy="666750"/>
          </a:xfrm>
          <a:prstGeom prst="rect">
            <a:avLst/>
          </a:prstGeom>
          <a:noFill/>
          <a:ln w="25400" algn="ctr">
            <a:solidFill>
              <a:srgbClr val="FF6600"/>
            </a:solidFill>
            <a:prstDash val="sysDot"/>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800" b="0" dirty="0">
                <a:latin typeface="+mj-lt"/>
              </a:rPr>
              <a:t>Sau </a:t>
            </a:r>
            <a:r>
              <a:rPr lang="en-US" altLang="ja-JP" sz="1800" b="0" dirty="0" err="1">
                <a:latin typeface="+mj-lt"/>
              </a:rPr>
              <a:t>khi</a:t>
            </a:r>
            <a:r>
              <a:rPr lang="en-US" altLang="ja-JP" sz="1800" b="0" dirty="0">
                <a:latin typeface="+mj-lt"/>
              </a:rPr>
              <a:t> </a:t>
            </a:r>
            <a:r>
              <a:rPr lang="en-US" altLang="ja-JP" sz="1800" b="0" dirty="0" err="1">
                <a:latin typeface="+mj-lt"/>
              </a:rPr>
              <a:t>thực</a:t>
            </a:r>
            <a:r>
              <a:rPr lang="en-US" altLang="ja-JP" sz="1800" b="0" dirty="0">
                <a:latin typeface="+mj-lt"/>
              </a:rPr>
              <a:t> </a:t>
            </a:r>
            <a:r>
              <a:rPr lang="en-US" altLang="ja-JP" sz="1800" b="0" dirty="0" err="1">
                <a:latin typeface="+mj-lt"/>
              </a:rPr>
              <a:t>hiện</a:t>
            </a:r>
            <a:r>
              <a:rPr lang="en-US" altLang="ja-JP" sz="1800" b="0" dirty="0">
                <a:latin typeface="+mj-lt"/>
              </a:rPr>
              <a:t> </a:t>
            </a:r>
            <a:r>
              <a:rPr lang="en-US" altLang="ja-JP" sz="1800" b="0" dirty="0" err="1">
                <a:latin typeface="+mj-lt"/>
              </a:rPr>
              <a:t>phép</a:t>
            </a:r>
            <a:r>
              <a:rPr lang="en-US" altLang="ja-JP" sz="1800" b="0" dirty="0">
                <a:latin typeface="+mj-lt"/>
              </a:rPr>
              <a:t> </a:t>
            </a:r>
            <a:r>
              <a:rPr lang="en-US" altLang="ja-JP" sz="1800" b="0" dirty="0" err="1">
                <a:latin typeface="+mj-lt"/>
              </a:rPr>
              <a:t>nhân</a:t>
            </a:r>
            <a:r>
              <a:rPr lang="en-US" altLang="ja-JP" sz="1800" b="0" dirty="0">
                <a:latin typeface="+mj-lt"/>
              </a:rPr>
              <a:t> </a:t>
            </a:r>
            <a:r>
              <a:rPr lang="en-US" altLang="ja-JP" sz="1800" b="0" dirty="0" err="1">
                <a:latin typeface="+mj-lt"/>
              </a:rPr>
              <a:t>thi</a:t>
            </a:r>
            <a:r>
              <a:rPr lang="en-US" altLang="ja-JP" sz="1800" b="0" dirty="0">
                <a:latin typeface="+mj-lt"/>
              </a:rPr>
              <a:t>̀ cast </a:t>
            </a:r>
            <a:r>
              <a:rPr lang="en-US" altLang="ja-JP" sz="1800" b="0" dirty="0" err="1">
                <a:latin typeface="+mj-lt"/>
              </a:rPr>
              <a:t>thành</a:t>
            </a:r>
            <a:r>
              <a:rPr lang="en-US" altLang="ja-JP" sz="1800" b="0" dirty="0">
                <a:latin typeface="+mj-lt"/>
              </a:rPr>
              <a:t> </a:t>
            </a:r>
            <a:r>
              <a:rPr lang="en-US" altLang="ja-JP" sz="1800" b="0" dirty="0" err="1">
                <a:latin typeface="+mj-lt"/>
              </a:rPr>
              <a:t>kiểu</a:t>
            </a:r>
            <a:r>
              <a:rPr lang="en-US" altLang="ja-JP" sz="1800" b="0" dirty="0">
                <a:latin typeface="+mj-lt"/>
              </a:rPr>
              <a:t> </a:t>
            </a:r>
            <a:r>
              <a:rPr lang="en-US" altLang="ja-JP" sz="1800" b="0" dirty="0">
                <a:latin typeface="+mj-lt"/>
                <a:ea typeface="ＭＳ ゴシック" panose="020B0609070205080204" pitchFamily="49" charset="-128"/>
              </a:rPr>
              <a:t>int</a:t>
            </a:r>
            <a:r>
              <a:rPr lang="en-US" altLang="ja-JP" sz="1800" b="0" dirty="0">
                <a:latin typeface="+mj-lt"/>
              </a:rPr>
              <a:t>	</a:t>
            </a:r>
            <a:r>
              <a:rPr lang="en-US" altLang="ja-JP" sz="1800" b="0" dirty="0" err="1">
                <a:latin typeface="+mj-lt"/>
              </a:rPr>
              <a:t>Phần</a:t>
            </a:r>
            <a:r>
              <a:rPr lang="en-US" altLang="ja-JP" sz="1800" b="0" dirty="0">
                <a:latin typeface="+mj-lt"/>
              </a:rPr>
              <a:t> </a:t>
            </a:r>
            <a:r>
              <a:rPr lang="en-US" altLang="ja-JP" sz="1800" b="0" dirty="0" err="1">
                <a:latin typeface="+mj-lt"/>
              </a:rPr>
              <a:t>sau</a:t>
            </a:r>
            <a:r>
              <a:rPr lang="en-US" altLang="ja-JP" sz="1800" b="0" dirty="0">
                <a:latin typeface="+mj-lt"/>
              </a:rPr>
              <a:t> </a:t>
            </a:r>
            <a:r>
              <a:rPr lang="en-US" altLang="ja-JP" sz="1800" b="0" dirty="0" err="1">
                <a:latin typeface="+mj-lt"/>
              </a:rPr>
              <a:t>dấu</a:t>
            </a:r>
            <a:r>
              <a:rPr lang="en-US" altLang="ja-JP" sz="1800" b="0" dirty="0">
                <a:latin typeface="+mj-lt"/>
              </a:rPr>
              <a:t> </a:t>
            </a:r>
            <a:r>
              <a:rPr lang="en-US" altLang="ja-JP" sz="1800" b="0" dirty="0" err="1">
                <a:latin typeface="+mj-lt"/>
              </a:rPr>
              <a:t>phẩy</a:t>
            </a:r>
            <a:r>
              <a:rPr lang="en-US" altLang="ja-JP" sz="1800" b="0" dirty="0">
                <a:latin typeface="+mj-lt"/>
              </a:rPr>
              <a:t> bị </a:t>
            </a:r>
            <a:r>
              <a:rPr lang="en-US" altLang="ja-JP" sz="1800" b="0" dirty="0" err="1">
                <a:latin typeface="+mj-lt"/>
              </a:rPr>
              <a:t>cắt</a:t>
            </a:r>
            <a:endParaRPr lang="en-US" altLang="ja-JP" sz="1800" b="0" dirty="0">
              <a:latin typeface="+mj-lt"/>
            </a:endParaRPr>
          </a:p>
        </p:txBody>
      </p:sp>
      <p:cxnSp>
        <p:nvCxnSpPr>
          <p:cNvPr id="758800" name="AutoShape 16">
            <a:extLst>
              <a:ext uri="{FF2B5EF4-FFF2-40B4-BE49-F238E27FC236}">
                <a16:creationId xmlns:a16="http://schemas.microsoft.com/office/drawing/2014/main" id="{DC45DA62-9055-7B13-C9CD-3C0A94A5D877}"/>
              </a:ext>
            </a:extLst>
          </p:cNvPr>
          <p:cNvCxnSpPr>
            <a:cxnSpLocks noChangeShapeType="1"/>
            <a:stCxn id="758798" idx="2"/>
            <a:endCxn id="758799" idx="1"/>
          </p:cNvCxnSpPr>
          <p:nvPr/>
        </p:nvCxnSpPr>
        <p:spPr bwMode="auto">
          <a:xfrm rot="16200000" flipH="1">
            <a:off x="3041650" y="4252913"/>
            <a:ext cx="419100" cy="1454150"/>
          </a:xfrm>
          <a:prstGeom prst="bentConnector2">
            <a:avLst/>
          </a:prstGeom>
          <a:noFill/>
          <a:ln w="25400">
            <a:solidFill>
              <a:srgbClr val="FF6600"/>
            </a:solidFill>
            <a:prstDash val="sysDot"/>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8801" name="AutoShape 17">
            <a:extLst>
              <a:ext uri="{FF2B5EF4-FFF2-40B4-BE49-F238E27FC236}">
                <a16:creationId xmlns:a16="http://schemas.microsoft.com/office/drawing/2014/main" id="{A731EB04-F5BF-730D-8EDF-B1D4AFD1B34A}"/>
              </a:ext>
            </a:extLst>
          </p:cNvPr>
          <p:cNvSpPr>
            <a:spLocks noChangeArrowheads="1"/>
          </p:cNvSpPr>
          <p:nvPr/>
        </p:nvSpPr>
        <p:spPr bwMode="auto">
          <a:xfrm>
            <a:off x="6383338" y="3524250"/>
            <a:ext cx="374650" cy="196850"/>
          </a:xfrm>
          <a:prstGeom prst="rightArrow">
            <a:avLst>
              <a:gd name="adj1" fmla="val 50000"/>
              <a:gd name="adj2" fmla="val 47581"/>
            </a:avLst>
          </a:prstGeom>
          <a:solidFill>
            <a:srgbClr val="0000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58802" name="AutoShape 18">
            <a:extLst>
              <a:ext uri="{FF2B5EF4-FFF2-40B4-BE49-F238E27FC236}">
                <a16:creationId xmlns:a16="http://schemas.microsoft.com/office/drawing/2014/main" id="{8044606E-B61B-BA9A-9F79-11BC358424B3}"/>
              </a:ext>
            </a:extLst>
          </p:cNvPr>
          <p:cNvSpPr>
            <a:spLocks noChangeArrowheads="1"/>
          </p:cNvSpPr>
          <p:nvPr/>
        </p:nvSpPr>
        <p:spPr bwMode="auto">
          <a:xfrm>
            <a:off x="5246688" y="5365750"/>
            <a:ext cx="374650" cy="179388"/>
          </a:xfrm>
          <a:prstGeom prst="rightArrow">
            <a:avLst>
              <a:gd name="adj1" fmla="val 50000"/>
              <a:gd name="adj2" fmla="val 52212"/>
            </a:avLst>
          </a:prstGeom>
          <a:solidFill>
            <a:srgbClr val="0000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58804" name="Rectangle 20">
            <a:extLst>
              <a:ext uri="{FF2B5EF4-FFF2-40B4-BE49-F238E27FC236}">
                <a16:creationId xmlns:a16="http://schemas.microsoft.com/office/drawing/2014/main" id="{32F3029C-EC7F-DF69-99E4-0C40C8667270}"/>
              </a:ext>
            </a:extLst>
          </p:cNvPr>
          <p:cNvSpPr>
            <a:spLocks noChangeArrowheads="1"/>
          </p:cNvSpPr>
          <p:nvPr/>
        </p:nvSpPr>
        <p:spPr bwMode="auto">
          <a:xfrm>
            <a:off x="692150" y="1831975"/>
            <a:ext cx="1849438" cy="336550"/>
          </a:xfrm>
          <a:prstGeom prst="rect">
            <a:avLst/>
          </a:prstGeom>
          <a:noFill/>
          <a:ln w="3175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58805" name="Rectangle 21">
            <a:extLst>
              <a:ext uri="{FF2B5EF4-FFF2-40B4-BE49-F238E27FC236}">
                <a16:creationId xmlns:a16="http://schemas.microsoft.com/office/drawing/2014/main" id="{CCD2CCB6-22F4-0A34-C56B-DC2CA2BF7643}"/>
              </a:ext>
            </a:extLst>
          </p:cNvPr>
          <p:cNvSpPr>
            <a:spLocks noChangeArrowheads="1"/>
          </p:cNvSpPr>
          <p:nvPr/>
        </p:nvSpPr>
        <p:spPr bwMode="auto">
          <a:xfrm>
            <a:off x="344488" y="5927725"/>
            <a:ext cx="8899525" cy="54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1800" b="0" dirty="0">
                <a:latin typeface="+mj-lt"/>
              </a:rPr>
              <a:t>※ Giá trị </a:t>
            </a:r>
            <a:r>
              <a:rPr lang="en-US" altLang="ja-JP" sz="1800" b="0" dirty="0" err="1">
                <a:latin typeface="+mj-lt"/>
              </a:rPr>
              <a:t>của</a:t>
            </a:r>
            <a:r>
              <a:rPr lang="en-US" altLang="ja-JP" sz="1800" b="0" dirty="0">
                <a:latin typeface="+mj-lt"/>
              </a:rPr>
              <a:t> </a:t>
            </a:r>
            <a:r>
              <a:rPr lang="en-US" altLang="ja-JP" sz="1800" b="0" dirty="0" err="1">
                <a:latin typeface="+mj-lt"/>
              </a:rPr>
              <a:t>valInt</a:t>
            </a:r>
            <a:r>
              <a:rPr lang="en-US" altLang="ja-JP" sz="1800" b="0" dirty="0">
                <a:latin typeface="+mj-lt"/>
              </a:rPr>
              <a:t> </a:t>
            </a:r>
            <a:r>
              <a:rPr lang="en-US" altLang="ja-JP" sz="1800" b="0" dirty="0" err="1">
                <a:latin typeface="+mj-lt"/>
              </a:rPr>
              <a:t>thành</a:t>
            </a:r>
            <a:r>
              <a:rPr lang="en-US" altLang="ja-JP" sz="1800" b="0" dirty="0">
                <a:latin typeface="+mj-lt"/>
              </a:rPr>
              <a:t> </a:t>
            </a:r>
            <a:r>
              <a:rPr lang="ja-JP" altLang="en-US" sz="1800" b="0" dirty="0">
                <a:latin typeface="+mj-lt"/>
              </a:rPr>
              <a:t>「</a:t>
            </a:r>
            <a:r>
              <a:rPr lang="en-US" altLang="ja-JP" sz="1800" b="0" dirty="0">
                <a:latin typeface="+mj-lt"/>
              </a:rPr>
              <a:t>1</a:t>
            </a:r>
            <a:r>
              <a:rPr lang="ja-JP" altLang="en-US" sz="1800" b="0" dirty="0">
                <a:latin typeface="+mj-lt"/>
              </a:rPr>
              <a:t>」 </a:t>
            </a:r>
            <a:r>
              <a:rPr lang="en-US" altLang="ja-JP" sz="1800" b="0" dirty="0" err="1">
                <a:latin typeface="+mj-lt"/>
              </a:rPr>
              <a:t>va</a:t>
            </a:r>
            <a:r>
              <a:rPr lang="en-US" altLang="ja-JP" sz="1800" b="0" dirty="0">
                <a:latin typeface="+mj-lt"/>
              </a:rPr>
              <a:t>̀ </a:t>
            </a:r>
            <a:r>
              <a:rPr lang="en-US" altLang="ja-JP" sz="1800" b="0" dirty="0" err="1">
                <a:latin typeface="+mj-lt"/>
              </a:rPr>
              <a:t>gia</a:t>
            </a:r>
            <a:r>
              <a:rPr lang="en-US" altLang="ja-JP" sz="1800" b="0" dirty="0">
                <a:latin typeface="+mj-lt"/>
              </a:rPr>
              <a:t>́ trị </a:t>
            </a:r>
            <a:r>
              <a:rPr lang="en-US" altLang="ja-JP" sz="1800" b="0" dirty="0" err="1">
                <a:latin typeface="+mj-lt"/>
              </a:rPr>
              <a:t>của</a:t>
            </a:r>
            <a:r>
              <a:rPr lang="en-US" altLang="ja-JP" sz="1800" b="0" dirty="0">
                <a:latin typeface="+mj-lt"/>
              </a:rPr>
              <a:t> vaiInt2 </a:t>
            </a:r>
            <a:r>
              <a:rPr lang="en-US" altLang="ja-JP" sz="1800" b="0" dirty="0" err="1">
                <a:latin typeface="+mj-lt"/>
              </a:rPr>
              <a:t>thành</a:t>
            </a:r>
            <a:r>
              <a:rPr lang="en-US" altLang="ja-JP" sz="1800" b="0" dirty="0">
                <a:latin typeface="+mj-lt"/>
              </a:rPr>
              <a:t> </a:t>
            </a:r>
            <a:r>
              <a:rPr lang="ja-JP" altLang="en-US" sz="1800" b="0" dirty="0">
                <a:latin typeface="+mj-lt"/>
              </a:rPr>
              <a:t>「</a:t>
            </a:r>
            <a:r>
              <a:rPr lang="en-US" altLang="ja-JP" sz="1800" b="0" dirty="0">
                <a:latin typeface="+mj-lt"/>
              </a:rPr>
              <a:t>3</a:t>
            </a:r>
            <a:r>
              <a:rPr lang="ja-JP" altLang="en-US" sz="1800" b="0" dirty="0">
                <a:latin typeface="+mj-lt"/>
              </a:rPr>
              <a:t>」</a:t>
            </a:r>
            <a:r>
              <a:rPr lang="en-US" altLang="ja-JP" sz="1800" b="0" dirty="0">
                <a:latin typeface="+mj-lt"/>
              </a:rPr>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017419BA-EB32-16E1-D943-C88145274A47}"/>
              </a:ext>
            </a:extLst>
          </p:cNvPr>
          <p:cNvSpPr>
            <a:spLocks noGrp="1"/>
          </p:cNvSpPr>
          <p:nvPr>
            <p:ph type="sldNum" sz="quarter" idx="10"/>
          </p:nvPr>
        </p:nvSpPr>
        <p:spPr/>
        <p:txBody>
          <a:bodyPr/>
          <a:lstStyle/>
          <a:p>
            <a:fld id="{AE63D9E0-CA0E-4D0D-B49C-9A4D9A25768D}" type="slidenum">
              <a:rPr lang="en-US" altLang="ja-JP"/>
              <a:pPr/>
              <a:t>20</a:t>
            </a:fld>
            <a:endParaRPr lang="en-US" altLang="ja-JP"/>
          </a:p>
        </p:txBody>
      </p:sp>
      <p:sp>
        <p:nvSpPr>
          <p:cNvPr id="742402" name="Rectangle 2">
            <a:extLst>
              <a:ext uri="{FF2B5EF4-FFF2-40B4-BE49-F238E27FC236}">
                <a16:creationId xmlns:a16="http://schemas.microsoft.com/office/drawing/2014/main" id="{70C5B5B0-73BA-CA89-17ED-B3BD268EAF5F}"/>
              </a:ext>
            </a:extLst>
          </p:cNvPr>
          <p:cNvSpPr>
            <a:spLocks noGrp="1" noChangeArrowheads="1"/>
          </p:cNvSpPr>
          <p:nvPr>
            <p:ph type="title"/>
          </p:nvPr>
        </p:nvSpPr>
        <p:spPr>
          <a:xfrm>
            <a:off x="333847" y="373857"/>
            <a:ext cx="9217025" cy="490537"/>
          </a:xfrm>
        </p:spPr>
        <p:txBody>
          <a:bodyPr>
            <a:normAutofit fontScale="90000"/>
          </a:bodyPr>
          <a:lstStyle/>
          <a:p>
            <a:r>
              <a:rPr lang="en-US" altLang="ja-JP" dirty="0">
                <a:latin typeface="Arial" panose="020B0604020202020204" pitchFamily="34" charset="0"/>
                <a:ea typeface="MS UI Gothic" panose="020B0600070205080204" pitchFamily="50" charset="-128"/>
              </a:rPr>
              <a:t>Convert </a:t>
            </a:r>
            <a:r>
              <a:rPr lang="en-US" altLang="ja-JP" dirty="0" err="1">
                <a:latin typeface="Arial" panose="020B0604020202020204" pitchFamily="34" charset="0"/>
                <a:ea typeface="MS UI Gothic" panose="020B0600070205080204" pitchFamily="50" charset="-128"/>
              </a:rPr>
              <a:t>tư</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chuỗi</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ky</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tư</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thành</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gia</a:t>
            </a:r>
            <a:r>
              <a:rPr lang="en-US" altLang="ja-JP" dirty="0">
                <a:latin typeface="Arial" panose="020B0604020202020204" pitchFamily="34" charset="0"/>
                <a:ea typeface="MS UI Gothic" panose="020B0600070205080204" pitchFamily="50" charset="-128"/>
              </a:rPr>
              <a:t>́ trị </a:t>
            </a:r>
            <a:r>
              <a:rPr lang="en-US" altLang="ja-JP" dirty="0" err="1">
                <a:latin typeface="Arial" panose="020B0604020202020204" pitchFamily="34" charset="0"/>
                <a:ea typeface="MS UI Gothic" panose="020B0600070205080204" pitchFamily="50" charset="-128"/>
              </a:rPr>
              <a:t>sô</a:t>
            </a:r>
            <a:r>
              <a:rPr lang="en-US" altLang="ja-JP" dirty="0">
                <a:latin typeface="Arial" panose="020B0604020202020204" pitchFamily="34" charset="0"/>
                <a:ea typeface="MS UI Gothic" panose="020B0600070205080204" pitchFamily="50" charset="-128"/>
              </a:rPr>
              <a:t>́</a:t>
            </a:r>
            <a:r>
              <a:rPr lang="ja-JP" altLang="en-US" dirty="0">
                <a:latin typeface="Arial" panose="020B0604020202020204" pitchFamily="34" charset="0"/>
              </a:rPr>
              <a:t>（</a:t>
            </a:r>
            <a:r>
              <a:rPr lang="en-US" altLang="ja-JP" dirty="0">
                <a:latin typeface="Arial" panose="020B0604020202020204" pitchFamily="34" charset="0"/>
              </a:rPr>
              <a:t>1</a:t>
            </a:r>
            <a:r>
              <a:rPr lang="ja-JP" altLang="en-US" dirty="0">
                <a:latin typeface="Arial" panose="020B0604020202020204" pitchFamily="34" charset="0"/>
              </a:rPr>
              <a:t>）</a:t>
            </a:r>
          </a:p>
        </p:txBody>
      </p:sp>
      <p:sp>
        <p:nvSpPr>
          <p:cNvPr id="742403" name="Rectangle 3">
            <a:extLst>
              <a:ext uri="{FF2B5EF4-FFF2-40B4-BE49-F238E27FC236}">
                <a16:creationId xmlns:a16="http://schemas.microsoft.com/office/drawing/2014/main" id="{B6B85239-70BD-52CF-F6C1-7ED58DF7A310}"/>
              </a:ext>
            </a:extLst>
          </p:cNvPr>
          <p:cNvSpPr>
            <a:spLocks noChangeArrowheads="1"/>
          </p:cNvSpPr>
          <p:nvPr/>
        </p:nvSpPr>
        <p:spPr bwMode="auto">
          <a:xfrm>
            <a:off x="342900" y="794762"/>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dirty="0">
                <a:latin typeface="Arial" panose="020B0604020202020204" pitchFamily="34" charset="0"/>
              </a:rPr>
              <a:t>Convert </a:t>
            </a:r>
            <a:r>
              <a:rPr lang="en-US" altLang="ja-JP" sz="2400" b="0" dirty="0" err="1">
                <a:latin typeface="Arial" panose="020B0604020202020204" pitchFamily="34" charset="0"/>
              </a:rPr>
              <a:t>tư</a:t>
            </a:r>
            <a:r>
              <a:rPr lang="en-US" altLang="ja-JP" sz="2400" b="0" dirty="0">
                <a:latin typeface="Arial" panose="020B0604020202020204" pitchFamily="34" charset="0"/>
              </a:rPr>
              <a:t>̀ </a:t>
            </a:r>
            <a:r>
              <a:rPr lang="en-US" altLang="ja-JP" sz="2400" b="0" dirty="0" err="1">
                <a:latin typeface="Arial" panose="020B0604020202020204" pitchFamily="34" charset="0"/>
              </a:rPr>
              <a:t>chuỗi</a:t>
            </a:r>
            <a:r>
              <a:rPr lang="en-US" altLang="ja-JP" sz="2400" b="0" dirty="0">
                <a:latin typeface="Arial" panose="020B0604020202020204" pitchFamily="34" charset="0"/>
              </a:rPr>
              <a:t> </a:t>
            </a:r>
            <a:r>
              <a:rPr lang="en-US" altLang="ja-JP" sz="2400" b="0" dirty="0" err="1">
                <a:latin typeface="Arial" panose="020B0604020202020204" pitchFamily="34" charset="0"/>
              </a:rPr>
              <a:t>ky</a:t>
            </a:r>
            <a:r>
              <a:rPr lang="en-US" altLang="ja-JP" sz="2400" b="0" dirty="0">
                <a:latin typeface="Arial" panose="020B0604020202020204" pitchFamily="34" charset="0"/>
              </a:rPr>
              <a:t>́ </a:t>
            </a:r>
            <a:r>
              <a:rPr lang="en-US" altLang="ja-JP" sz="2400" b="0" dirty="0" err="1">
                <a:latin typeface="Arial" panose="020B0604020202020204" pitchFamily="34" charset="0"/>
              </a:rPr>
              <a:t>tư</a:t>
            </a:r>
            <a:r>
              <a:rPr lang="en-US" altLang="ja-JP" sz="2400" b="0" dirty="0">
                <a:latin typeface="Arial" panose="020B0604020202020204" pitchFamily="34" charset="0"/>
              </a:rPr>
              <a:t>̣ </a:t>
            </a:r>
            <a:r>
              <a:rPr lang="en-US" altLang="ja-JP" sz="2400" b="0" dirty="0" err="1">
                <a:latin typeface="Arial" panose="020B0604020202020204" pitchFamily="34" charset="0"/>
              </a:rPr>
              <a:t>thành</a:t>
            </a:r>
            <a:r>
              <a:rPr lang="en-US" altLang="ja-JP" sz="2400" b="0" dirty="0">
                <a:latin typeface="Arial" panose="020B0604020202020204" pitchFamily="34" charset="0"/>
              </a:rPr>
              <a:t> </a:t>
            </a:r>
            <a:r>
              <a:rPr lang="en-US" altLang="ja-JP" sz="2400" b="0" dirty="0" err="1">
                <a:latin typeface="Arial" panose="020B0604020202020204" pitchFamily="34" charset="0"/>
              </a:rPr>
              <a:t>gia</a:t>
            </a:r>
            <a:r>
              <a:rPr lang="en-US" altLang="ja-JP" sz="2400" b="0" dirty="0">
                <a:latin typeface="Arial" panose="020B0604020202020204" pitchFamily="34" charset="0"/>
              </a:rPr>
              <a:t>́ trị </a:t>
            </a:r>
            <a:r>
              <a:rPr lang="en-US" altLang="ja-JP" sz="2400" b="0" dirty="0" err="1">
                <a:latin typeface="Arial" panose="020B0604020202020204" pitchFamily="34" charset="0"/>
              </a:rPr>
              <a:t>sô</a:t>
            </a:r>
            <a:r>
              <a:rPr lang="en-US" altLang="ja-JP" sz="2400" b="0" dirty="0">
                <a:latin typeface="Arial" panose="020B0604020202020204" pitchFamily="34" charset="0"/>
              </a:rPr>
              <a:t>́</a:t>
            </a:r>
          </a:p>
          <a:p>
            <a:endParaRPr lang="en-US" altLang="ja-JP" sz="2400" b="0" dirty="0">
              <a:latin typeface="Arial" panose="020B0604020202020204" pitchFamily="34" charset="0"/>
            </a:endParaRPr>
          </a:p>
          <a:p>
            <a:endParaRPr lang="en-US" altLang="ja-JP" sz="2400" b="0" dirty="0">
              <a:latin typeface="Arial" panose="020B0604020202020204" pitchFamily="34" charset="0"/>
            </a:endParaRPr>
          </a:p>
          <a:p>
            <a:pPr>
              <a:buFont typeface="Wingdings" panose="05000000000000000000" pitchFamily="2" charset="2"/>
              <a:buNone/>
            </a:pPr>
            <a:endParaRPr lang="en-US" altLang="ja-JP" sz="2000" b="0" dirty="0">
              <a:latin typeface="Arial" panose="020B0604020202020204" pitchFamily="34" charset="0"/>
            </a:endParaRPr>
          </a:p>
          <a:p>
            <a:pPr>
              <a:buFont typeface="Wingdings" panose="05000000000000000000" pitchFamily="2" charset="2"/>
              <a:buNone/>
            </a:pPr>
            <a:r>
              <a:rPr lang="en-US" altLang="ja-JP" sz="2000" b="0" dirty="0">
                <a:latin typeface="Arial" panose="020B0604020202020204" pitchFamily="34" charset="0"/>
              </a:rPr>
              <a:t>●Ví dụ convert </a:t>
            </a:r>
            <a:r>
              <a:rPr lang="en-US" altLang="ja-JP" sz="2000" b="0" dirty="0" err="1">
                <a:latin typeface="Arial" panose="020B0604020202020204" pitchFamily="34" charset="0"/>
              </a:rPr>
              <a:t>tư</a:t>
            </a:r>
            <a:r>
              <a:rPr lang="en-US" altLang="ja-JP" sz="2000" b="0" dirty="0">
                <a:latin typeface="Arial" panose="020B0604020202020204" pitchFamily="34" charset="0"/>
              </a:rPr>
              <a:t>̀ </a:t>
            </a:r>
            <a:r>
              <a:rPr lang="en-US" altLang="ja-JP" sz="2000" b="0" dirty="0" err="1">
                <a:latin typeface="Arial" panose="020B0604020202020204" pitchFamily="34" charset="0"/>
              </a:rPr>
              <a:t>chuỗi</a:t>
            </a:r>
            <a:r>
              <a:rPr lang="en-US" altLang="ja-JP" sz="2000" b="0" dirty="0">
                <a:latin typeface="Arial" panose="020B0604020202020204" pitchFamily="34" charset="0"/>
              </a:rPr>
              <a:t> </a:t>
            </a:r>
            <a:r>
              <a:rPr lang="en-US" altLang="ja-JP" sz="2000" b="0" dirty="0" err="1">
                <a:latin typeface="Arial" panose="020B0604020202020204" pitchFamily="34" charset="0"/>
              </a:rPr>
              <a:t>ky</a:t>
            </a:r>
            <a:r>
              <a:rPr lang="en-US" altLang="ja-JP" sz="2000" b="0" dirty="0">
                <a:latin typeface="Arial" panose="020B0604020202020204" pitchFamily="34" charset="0"/>
              </a:rPr>
              <a:t>́ </a:t>
            </a:r>
            <a:r>
              <a:rPr lang="en-US" altLang="ja-JP" sz="2000" b="0" dirty="0" err="1">
                <a:latin typeface="Arial" panose="020B0604020202020204" pitchFamily="34" charset="0"/>
              </a:rPr>
              <a:t>tư</a:t>
            </a:r>
            <a:r>
              <a:rPr lang="en-US" altLang="ja-JP" sz="2000" b="0" dirty="0">
                <a:latin typeface="Arial" panose="020B0604020202020204" pitchFamily="34" charset="0"/>
              </a:rPr>
              <a:t>̣ </a:t>
            </a:r>
            <a:r>
              <a:rPr lang="en-US" altLang="ja-JP" sz="2000" b="0" dirty="0" err="1">
                <a:latin typeface="Arial" panose="020B0604020202020204" pitchFamily="34" charset="0"/>
              </a:rPr>
              <a:t>thành</a:t>
            </a:r>
            <a:r>
              <a:rPr lang="en-US" altLang="ja-JP" sz="2000" b="0" dirty="0">
                <a:latin typeface="Arial" panose="020B0604020202020204" pitchFamily="34" charset="0"/>
              </a:rPr>
              <a:t> </a:t>
            </a:r>
            <a:r>
              <a:rPr lang="en-US" altLang="ja-JP" sz="2000" b="0" dirty="0" err="1">
                <a:latin typeface="Arial" panose="020B0604020202020204" pitchFamily="34" charset="0"/>
              </a:rPr>
              <a:t>gia</a:t>
            </a:r>
            <a:r>
              <a:rPr lang="en-US" altLang="ja-JP" sz="2000" b="0" dirty="0">
                <a:latin typeface="Arial" panose="020B0604020202020204" pitchFamily="34" charset="0"/>
              </a:rPr>
              <a:t>́ trị </a:t>
            </a:r>
            <a:r>
              <a:rPr lang="en-US" altLang="ja-JP" sz="2000" b="0" dirty="0" err="1">
                <a:latin typeface="Arial" panose="020B0604020202020204" pitchFamily="34" charset="0"/>
              </a:rPr>
              <a:t>sô</a:t>
            </a:r>
            <a:r>
              <a:rPr lang="en-US" altLang="ja-JP" sz="2000" b="0" dirty="0">
                <a:latin typeface="Arial" panose="020B0604020202020204" pitchFamily="34" charset="0"/>
              </a:rPr>
              <a:t>́</a:t>
            </a:r>
          </a:p>
        </p:txBody>
      </p:sp>
      <p:sp>
        <p:nvSpPr>
          <p:cNvPr id="742423" name="Rectangle 23">
            <a:extLst>
              <a:ext uri="{FF2B5EF4-FFF2-40B4-BE49-F238E27FC236}">
                <a16:creationId xmlns:a16="http://schemas.microsoft.com/office/drawing/2014/main" id="{D34917C7-FE63-4B17-35EA-AFFB2A0D50B2}"/>
              </a:ext>
            </a:extLst>
          </p:cNvPr>
          <p:cNvSpPr>
            <a:spLocks noChangeArrowheads="1"/>
          </p:cNvSpPr>
          <p:nvPr/>
        </p:nvSpPr>
        <p:spPr bwMode="auto">
          <a:xfrm>
            <a:off x="344488" y="1314450"/>
            <a:ext cx="9120187" cy="955675"/>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a:latin typeface="Arial" panose="020B0604020202020204" pitchFamily="34" charset="0"/>
              </a:rPr>
              <a:t>Sử dụng </a:t>
            </a:r>
            <a:r>
              <a:rPr lang="en-US" altLang="ja-JP" sz="2000">
                <a:latin typeface="Arial" panose="020B0604020202020204" pitchFamily="34" charset="0"/>
                <a:ea typeface="ＭＳ ゴシック" panose="020B0609070205080204" pitchFamily="49" charset="-128"/>
              </a:rPr>
              <a:t>parse</a:t>
            </a:r>
            <a:r>
              <a:rPr lang="en-US" altLang="ja-JP" sz="2000" i="1">
                <a:latin typeface="Arial" panose="020B0604020202020204" pitchFamily="34" charset="0"/>
                <a:ea typeface="ＭＳ ゴシック" panose="020B0609070205080204" pitchFamily="49" charset="-128"/>
              </a:rPr>
              <a:t>XXX của </a:t>
            </a:r>
            <a:r>
              <a:rPr lang="en-US" altLang="ja-JP" sz="2000">
                <a:latin typeface="Arial" panose="020B0604020202020204" pitchFamily="34" charset="0"/>
                <a:ea typeface="ＭＳ ゴシック" panose="020B0609070205080204" pitchFamily="49" charset="-128"/>
              </a:rPr>
              <a:t>wrapper class</a:t>
            </a:r>
            <a:r>
              <a:rPr lang="en-US" altLang="ja-JP" sz="2000" i="1">
                <a:latin typeface="Arial" panose="020B0604020202020204" pitchFamily="34" charset="0"/>
                <a:ea typeface="ＭＳ ゴシック" panose="020B0609070205080204" pitchFamily="49" charset="-128"/>
              </a:rPr>
              <a:t> </a:t>
            </a:r>
            <a:r>
              <a:rPr lang="en-US" altLang="ja-JP" sz="2000">
                <a:latin typeface="Arial" panose="020B0604020202020204" pitchFamily="34" charset="0"/>
                <a:ea typeface="ＭＳ ゴシック" panose="020B0609070205080204" pitchFamily="49" charset="-128"/>
              </a:rPr>
              <a:t>để sử dụng kiểu data cơ bản như một object.</a:t>
            </a:r>
            <a:r>
              <a:rPr lang="en-US" altLang="ja-JP" sz="2000">
                <a:latin typeface="Arial" panose="020B0604020202020204" pitchFamily="34" charset="0"/>
              </a:rPr>
              <a:t> </a:t>
            </a:r>
            <a:br>
              <a:rPr lang="en-US" altLang="ja-JP" sz="2000">
                <a:latin typeface="Arial" panose="020B0604020202020204" pitchFamily="34" charset="0"/>
              </a:rPr>
            </a:br>
            <a:r>
              <a:rPr lang="en-US" altLang="ja-JP" sz="2000">
                <a:latin typeface="Arial" panose="020B0604020202020204" pitchFamily="34" charset="0"/>
              </a:rPr>
              <a:t>  </a:t>
            </a:r>
            <a:r>
              <a:rPr lang="ja-JP" altLang="en-US" sz="2000">
                <a:latin typeface="Arial" panose="020B0604020202020204" pitchFamily="34" charset="0"/>
              </a:rPr>
              <a:t>（</a:t>
            </a:r>
            <a:r>
              <a:rPr lang="en-US" altLang="ja-JP" sz="2000" i="1">
                <a:latin typeface="Arial" panose="020B0604020202020204" pitchFamily="34" charset="0"/>
                <a:ea typeface="ＭＳ ゴシック" panose="020B0609070205080204" pitchFamily="49" charset="-128"/>
              </a:rPr>
              <a:t>XXX</a:t>
            </a:r>
            <a:r>
              <a:rPr lang="en-US" altLang="ja-JP" sz="2000">
                <a:latin typeface="Arial" panose="020B0604020202020204" pitchFamily="34" charset="0"/>
              </a:rPr>
              <a:t>  là chuỗi ký tự thể hiện kiểu data</a:t>
            </a:r>
            <a:r>
              <a:rPr lang="ja-JP" altLang="en-US" sz="2000">
                <a:latin typeface="Arial" panose="020B0604020202020204" pitchFamily="34" charset="0"/>
              </a:rPr>
              <a:t>）</a:t>
            </a:r>
          </a:p>
        </p:txBody>
      </p:sp>
      <p:sp>
        <p:nvSpPr>
          <p:cNvPr id="742424" name="AutoShape 24">
            <a:extLst>
              <a:ext uri="{FF2B5EF4-FFF2-40B4-BE49-F238E27FC236}">
                <a16:creationId xmlns:a16="http://schemas.microsoft.com/office/drawing/2014/main" id="{DF234E10-D078-89C6-F549-46DB43C7AFAA}"/>
              </a:ext>
            </a:extLst>
          </p:cNvPr>
          <p:cNvSpPr>
            <a:spLocks noChangeArrowheads="1"/>
          </p:cNvSpPr>
          <p:nvPr/>
        </p:nvSpPr>
        <p:spPr bwMode="auto">
          <a:xfrm>
            <a:off x="6156623" y="1756450"/>
            <a:ext cx="3378200" cy="549275"/>
          </a:xfrm>
          <a:prstGeom prst="wedgeRoundRectCallout">
            <a:avLst>
              <a:gd name="adj1" fmla="val -119025"/>
              <a:gd name="adj2" fmla="val -74887"/>
              <a:gd name="adj3" fmla="val 16667"/>
            </a:avLst>
          </a:prstGeom>
          <a:solidFill>
            <a:srgbClr val="FFCC99"/>
          </a:solidFill>
          <a:ln w="12700" algn="ctr">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a:latin typeface="+mj-lt"/>
                <a:ea typeface="ＭＳ ゴシック" panose="020B0609070205080204" pitchFamily="49" charset="-128"/>
              </a:rPr>
              <a:t>Integer class </a:t>
            </a:r>
            <a:r>
              <a:rPr lang="en-US" altLang="ja-JP" sz="1800" dirty="0" err="1">
                <a:latin typeface="+mj-lt"/>
                <a:ea typeface="ＭＳ ゴシック" panose="020B0609070205080204" pitchFamily="49" charset="-128"/>
              </a:rPr>
              <a:t>của</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kiểu</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int.v.v</a:t>
            </a:r>
            <a:r>
              <a:rPr lang="en-US" altLang="ja-JP" sz="1800" dirty="0">
                <a:latin typeface="+mj-lt"/>
                <a:ea typeface="ＭＳ ゴシック" panose="020B0609070205080204" pitchFamily="49" charset="-128"/>
              </a:rPr>
              <a:t>…</a:t>
            </a:r>
            <a:endParaRPr lang="en-US" altLang="ja-JP" sz="1800" dirty="0">
              <a:latin typeface="+mj-lt"/>
            </a:endParaRPr>
          </a:p>
        </p:txBody>
      </p:sp>
      <p:grpSp>
        <p:nvGrpSpPr>
          <p:cNvPr id="742430" name="Group 30">
            <a:extLst>
              <a:ext uri="{FF2B5EF4-FFF2-40B4-BE49-F238E27FC236}">
                <a16:creationId xmlns:a16="http://schemas.microsoft.com/office/drawing/2014/main" id="{665677DD-1662-A7F9-5DB9-88FAB6AB318B}"/>
              </a:ext>
            </a:extLst>
          </p:cNvPr>
          <p:cNvGrpSpPr>
            <a:grpSpLocks/>
          </p:cNvGrpSpPr>
          <p:nvPr/>
        </p:nvGrpSpPr>
        <p:grpSpPr bwMode="auto">
          <a:xfrm>
            <a:off x="342900" y="2751138"/>
            <a:ext cx="9231313" cy="3535362"/>
            <a:chOff x="216" y="1733"/>
            <a:chExt cx="5815" cy="2227"/>
          </a:xfrm>
        </p:grpSpPr>
        <p:sp>
          <p:nvSpPr>
            <p:cNvPr id="742406" name="Rectangle 6">
              <a:extLst>
                <a:ext uri="{FF2B5EF4-FFF2-40B4-BE49-F238E27FC236}">
                  <a16:creationId xmlns:a16="http://schemas.microsoft.com/office/drawing/2014/main" id="{EF07B1EE-E40B-01B8-878C-324980AB76E7}"/>
                </a:ext>
              </a:extLst>
            </p:cNvPr>
            <p:cNvSpPr>
              <a:spLocks noChangeArrowheads="1"/>
            </p:cNvSpPr>
            <p:nvPr/>
          </p:nvSpPr>
          <p:spPr bwMode="auto">
            <a:xfrm>
              <a:off x="216" y="1733"/>
              <a:ext cx="5743" cy="2227"/>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42407" name="Text Box 7">
              <a:extLst>
                <a:ext uri="{FF2B5EF4-FFF2-40B4-BE49-F238E27FC236}">
                  <a16:creationId xmlns:a16="http://schemas.microsoft.com/office/drawing/2014/main" id="{911A7931-ED7B-9AF6-E997-B79F8363AECB}"/>
                </a:ext>
              </a:extLst>
            </p:cNvPr>
            <p:cNvSpPr txBox="1">
              <a:spLocks noChangeArrowheads="1"/>
            </p:cNvSpPr>
            <p:nvPr/>
          </p:nvSpPr>
          <p:spPr bwMode="auto">
            <a:xfrm>
              <a:off x="2135" y="2167"/>
              <a:ext cx="492" cy="237"/>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800" b="0">
                  <a:latin typeface="ＭＳ ゴシック" panose="020B0609070205080204" pitchFamily="49" charset="-128"/>
                  <a:ea typeface="ＭＳ ゴシック" panose="020B0609070205080204" pitchFamily="49" charset="-128"/>
                </a:rPr>
                <a:t>xxxx</a:t>
              </a:r>
            </a:p>
          </p:txBody>
        </p:sp>
        <p:sp>
          <p:nvSpPr>
            <p:cNvPr id="742408" name="Text Box 8">
              <a:extLst>
                <a:ext uri="{FF2B5EF4-FFF2-40B4-BE49-F238E27FC236}">
                  <a16:creationId xmlns:a16="http://schemas.microsoft.com/office/drawing/2014/main" id="{AD852ABD-EEBF-4793-A56A-9145AB4A201D}"/>
                </a:ext>
              </a:extLst>
            </p:cNvPr>
            <p:cNvSpPr txBox="1">
              <a:spLocks noChangeArrowheads="1"/>
            </p:cNvSpPr>
            <p:nvPr/>
          </p:nvSpPr>
          <p:spPr bwMode="auto">
            <a:xfrm>
              <a:off x="1133" y="2159"/>
              <a:ext cx="1062" cy="231"/>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800" b="0">
                  <a:latin typeface="ＭＳ ゴシック" panose="020B0609070205080204" pitchFamily="49" charset="-128"/>
                  <a:ea typeface="ＭＳ ゴシック" panose="020B0609070205080204" pitchFamily="49" charset="-128"/>
                </a:rPr>
                <a:t>strUserEntry</a:t>
              </a:r>
            </a:p>
          </p:txBody>
        </p:sp>
        <p:sp>
          <p:nvSpPr>
            <p:cNvPr id="742409" name="Cloud">
              <a:extLst>
                <a:ext uri="{FF2B5EF4-FFF2-40B4-BE49-F238E27FC236}">
                  <a16:creationId xmlns:a16="http://schemas.microsoft.com/office/drawing/2014/main" id="{D6D4BCB0-3AE1-56F1-AF3B-01C47471128B}"/>
                </a:ext>
              </a:extLst>
            </p:cNvPr>
            <p:cNvSpPr>
              <a:spLocks noChangeAspect="1" noEditPoints="1" noChangeArrowheads="1"/>
            </p:cNvSpPr>
            <p:nvPr/>
          </p:nvSpPr>
          <p:spPr bwMode="auto">
            <a:xfrm>
              <a:off x="4038" y="2041"/>
              <a:ext cx="1641" cy="101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0" y="11192"/>
                    <a:pt x="409" y="12169"/>
                    <a:pt x="1074" y="12702"/>
                  </a:cubicBezTo>
                  <a:lnTo>
                    <a:pt x="1063" y="12668"/>
                  </a:lnTo>
                  <a:cubicBezTo>
                    <a:pt x="685" y="13217"/>
                    <a:pt x="475" y="13940"/>
                    <a:pt x="475" y="14690"/>
                  </a:cubicBezTo>
                  <a:cubicBezTo>
                    <a:pt x="475" y="16325"/>
                    <a:pt x="1451" y="17650"/>
                    <a:pt x="2655" y="17650"/>
                  </a:cubicBezTo>
                  <a:cubicBezTo>
                    <a:pt x="2739" y="17649"/>
                    <a:pt x="2824" y="17643"/>
                    <a:pt x="2909" y="17629"/>
                  </a:cubicBezTo>
                  <a:lnTo>
                    <a:pt x="2897" y="17649"/>
                  </a:lnTo>
                  <a:cubicBezTo>
                    <a:pt x="3585" y="19288"/>
                    <a:pt x="4863" y="20299"/>
                    <a:pt x="6247" y="20299"/>
                  </a:cubicBezTo>
                  <a:cubicBezTo>
                    <a:pt x="6947" y="20299"/>
                    <a:pt x="7635" y="20039"/>
                    <a:pt x="8235" y="19546"/>
                  </a:cubicBezTo>
                  <a:lnTo>
                    <a:pt x="8229" y="19550"/>
                  </a:lnTo>
                  <a:cubicBezTo>
                    <a:pt x="8855" y="20829"/>
                    <a:pt x="9908" y="21596"/>
                    <a:pt x="11036" y="21596"/>
                  </a:cubicBezTo>
                  <a:cubicBezTo>
                    <a:pt x="12523" y="21596"/>
                    <a:pt x="13836" y="20267"/>
                    <a:pt x="14267" y="18324"/>
                  </a:cubicBezTo>
                  <a:lnTo>
                    <a:pt x="14270" y="18350"/>
                  </a:lnTo>
                  <a:cubicBezTo>
                    <a:pt x="14730" y="18740"/>
                    <a:pt x="15260" y="18946"/>
                    <a:pt x="15802" y="18946"/>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0"/>
                    <a:pt x="15367" y="426"/>
                    <a:pt x="14905" y="1165"/>
                  </a:cubicBezTo>
                  <a:lnTo>
                    <a:pt x="14909" y="1170"/>
                  </a:lnTo>
                  <a:cubicBezTo>
                    <a:pt x="14497" y="432"/>
                    <a:pt x="13855" y="0"/>
                    <a:pt x="13174" y="0"/>
                  </a:cubicBezTo>
                  <a:cubicBezTo>
                    <a:pt x="12347" y="0"/>
                    <a:pt x="11590" y="637"/>
                    <a:pt x="11221" y="1645"/>
                  </a:cubicBezTo>
                  <a:lnTo>
                    <a:pt x="11229" y="1694"/>
                  </a:lnTo>
                  <a:cubicBezTo>
                    <a:pt x="10730" y="1024"/>
                    <a:pt x="10058" y="650"/>
                    <a:pt x="9358" y="650"/>
                  </a:cubicBezTo>
                  <a:cubicBezTo>
                    <a:pt x="8372" y="650"/>
                    <a:pt x="7466" y="1391"/>
                    <a:pt x="7003" y="2578"/>
                  </a:cubicBezTo>
                  <a:lnTo>
                    <a:pt x="6995" y="2602"/>
                  </a:lnTo>
                  <a:cubicBezTo>
                    <a:pt x="6477" y="2189"/>
                    <a:pt x="5888" y="1972"/>
                    <a:pt x="5288" y="1972"/>
                  </a:cubicBezTo>
                  <a:cubicBezTo>
                    <a:pt x="3423" y="1972"/>
                    <a:pt x="1912" y="4029"/>
                    <a:pt x="1912" y="6567"/>
                  </a:cubicBezTo>
                  <a:cubicBezTo>
                    <a:pt x="1912" y="6774"/>
                    <a:pt x="1922" y="6981"/>
                    <a:pt x="1942" y="7186"/>
                  </a:cubicBezTo>
                  <a:close/>
                </a:path>
                <a:path w="21600" h="21600" fill="none" extrusionOk="0">
                  <a:moveTo>
                    <a:pt x="1074" y="12702"/>
                  </a:moveTo>
                  <a:cubicBezTo>
                    <a:pt x="1407" y="12969"/>
                    <a:pt x="1786" y="13109"/>
                    <a:pt x="2172" y="13109"/>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FFFFCC"/>
            </a:solidFill>
            <a:ln w="9525">
              <a:solidFill>
                <a:srgbClr val="000000"/>
              </a:solidFill>
              <a:miter lim="800000"/>
              <a:headEnd/>
              <a:tailEnd/>
            </a:ln>
            <a:effectLst>
              <a:outerShdw dist="107763" dir="2700000" algn="ctr" rotWithShape="0">
                <a:srgbClr val="808080"/>
              </a:outerShdw>
            </a:effectLst>
          </p:spPr>
          <p:txBody>
            <a:bodyPr/>
            <a:lstStyle/>
            <a:p>
              <a:endParaRPr lang="ja-JP" altLang="en-US"/>
            </a:p>
          </p:txBody>
        </p:sp>
        <p:sp>
          <p:nvSpPr>
            <p:cNvPr id="742410" name="Rectangle 10">
              <a:extLst>
                <a:ext uri="{FF2B5EF4-FFF2-40B4-BE49-F238E27FC236}">
                  <a16:creationId xmlns:a16="http://schemas.microsoft.com/office/drawing/2014/main" id="{18E63131-5765-5AAE-3D3D-AA82EF8CF01B}"/>
                </a:ext>
              </a:extLst>
            </p:cNvPr>
            <p:cNvSpPr>
              <a:spLocks noChangeArrowheads="1"/>
            </p:cNvSpPr>
            <p:nvPr/>
          </p:nvSpPr>
          <p:spPr bwMode="auto">
            <a:xfrm>
              <a:off x="3645" y="2158"/>
              <a:ext cx="58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altLang="ja-JP" sz="1800">
                  <a:latin typeface="ＭＳ ゴシック" panose="020B0609070205080204" pitchFamily="49" charset="-128"/>
                  <a:ea typeface="ＭＳ ゴシック" panose="020B0609070205080204" pitchFamily="49" charset="-128"/>
                </a:rPr>
                <a:t>xxxx</a:t>
              </a:r>
            </a:p>
          </p:txBody>
        </p:sp>
        <p:sp>
          <p:nvSpPr>
            <p:cNvPr id="742411" name="Text Box 11">
              <a:extLst>
                <a:ext uri="{FF2B5EF4-FFF2-40B4-BE49-F238E27FC236}">
                  <a16:creationId xmlns:a16="http://schemas.microsoft.com/office/drawing/2014/main" id="{0E0FD35D-78FD-7ACB-044C-8198FD52CDB4}"/>
                </a:ext>
              </a:extLst>
            </p:cNvPr>
            <p:cNvSpPr txBox="1">
              <a:spLocks noChangeArrowheads="1"/>
            </p:cNvSpPr>
            <p:nvPr/>
          </p:nvSpPr>
          <p:spPr bwMode="auto">
            <a:xfrm>
              <a:off x="2131" y="3083"/>
              <a:ext cx="548" cy="237"/>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800" b="0">
                  <a:latin typeface="ＭＳ ゴシック" panose="020B0609070205080204" pitchFamily="49" charset="-128"/>
                  <a:ea typeface="ＭＳ ゴシック" panose="020B0609070205080204" pitchFamily="49" charset="-128"/>
                </a:rPr>
                <a:t>5250</a:t>
              </a:r>
            </a:p>
          </p:txBody>
        </p:sp>
        <p:sp>
          <p:nvSpPr>
            <p:cNvPr id="742412" name="Text Box 12">
              <a:extLst>
                <a:ext uri="{FF2B5EF4-FFF2-40B4-BE49-F238E27FC236}">
                  <a16:creationId xmlns:a16="http://schemas.microsoft.com/office/drawing/2014/main" id="{2585EDBC-137B-20C9-7297-428F35A46C61}"/>
                </a:ext>
              </a:extLst>
            </p:cNvPr>
            <p:cNvSpPr txBox="1">
              <a:spLocks noChangeArrowheads="1"/>
            </p:cNvSpPr>
            <p:nvPr/>
          </p:nvSpPr>
          <p:spPr bwMode="auto">
            <a:xfrm>
              <a:off x="1313" y="3075"/>
              <a:ext cx="1062" cy="231"/>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800" b="0">
                  <a:latin typeface="ＭＳ ゴシック" panose="020B0609070205080204" pitchFamily="49" charset="-128"/>
                  <a:ea typeface="ＭＳ ゴシック" panose="020B0609070205080204" pitchFamily="49" charset="-128"/>
                </a:rPr>
                <a:t>intAmount</a:t>
              </a:r>
            </a:p>
          </p:txBody>
        </p:sp>
        <p:sp>
          <p:nvSpPr>
            <p:cNvPr id="742413" name="Line 13">
              <a:extLst>
                <a:ext uri="{FF2B5EF4-FFF2-40B4-BE49-F238E27FC236}">
                  <a16:creationId xmlns:a16="http://schemas.microsoft.com/office/drawing/2014/main" id="{42CB6833-5D90-C4DD-2EE0-9BC154DA076D}"/>
                </a:ext>
              </a:extLst>
            </p:cNvPr>
            <p:cNvSpPr>
              <a:spLocks noChangeShapeType="1"/>
            </p:cNvSpPr>
            <p:nvPr/>
          </p:nvSpPr>
          <p:spPr bwMode="auto">
            <a:xfrm flipV="1">
              <a:off x="2645" y="2281"/>
              <a:ext cx="1077" cy="21"/>
            </a:xfrm>
            <a:prstGeom prst="line">
              <a:avLst/>
            </a:prstGeom>
            <a:noFill/>
            <a:ln w="38100">
              <a:solidFill>
                <a:srgbClr val="00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42414" name="AutoShape 14">
              <a:extLst>
                <a:ext uri="{FF2B5EF4-FFF2-40B4-BE49-F238E27FC236}">
                  <a16:creationId xmlns:a16="http://schemas.microsoft.com/office/drawing/2014/main" id="{0B07E55A-B2A3-FA9A-5A1E-5B86647E1F12}"/>
                </a:ext>
              </a:extLst>
            </p:cNvPr>
            <p:cNvSpPr>
              <a:spLocks noChangeArrowheads="1"/>
            </p:cNvSpPr>
            <p:nvPr/>
          </p:nvSpPr>
          <p:spPr bwMode="auto">
            <a:xfrm rot="5400000">
              <a:off x="2133" y="2544"/>
              <a:ext cx="429" cy="204"/>
            </a:xfrm>
            <a:prstGeom prst="rightArrow">
              <a:avLst>
                <a:gd name="adj1" fmla="val 50000"/>
                <a:gd name="adj2" fmla="val 52574"/>
              </a:avLst>
            </a:prstGeom>
            <a:solidFill>
              <a:srgbClr val="0000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42416" name="Rectangle 16">
              <a:extLst>
                <a:ext uri="{FF2B5EF4-FFF2-40B4-BE49-F238E27FC236}">
                  <a16:creationId xmlns:a16="http://schemas.microsoft.com/office/drawing/2014/main" id="{FA8B8E2C-D3C4-ECB3-5E0F-52F79D696F8D}"/>
                </a:ext>
              </a:extLst>
            </p:cNvPr>
            <p:cNvSpPr>
              <a:spLocks noChangeArrowheads="1"/>
            </p:cNvSpPr>
            <p:nvPr/>
          </p:nvSpPr>
          <p:spPr bwMode="auto">
            <a:xfrm>
              <a:off x="2448" y="2582"/>
              <a:ext cx="56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altLang="ja-JP" sz="1800">
                  <a:solidFill>
                    <a:srgbClr val="0000FF"/>
                  </a:solidFill>
                </a:rPr>
                <a:t>convert</a:t>
              </a:r>
            </a:p>
          </p:txBody>
        </p:sp>
        <p:sp>
          <p:nvSpPr>
            <p:cNvPr id="742417" name="Rectangle 17">
              <a:extLst>
                <a:ext uri="{FF2B5EF4-FFF2-40B4-BE49-F238E27FC236}">
                  <a16:creationId xmlns:a16="http://schemas.microsoft.com/office/drawing/2014/main" id="{ED73B8DA-52E4-1948-1D7C-554BFF1D54BB}"/>
                </a:ext>
              </a:extLst>
            </p:cNvPr>
            <p:cNvSpPr>
              <a:spLocks noChangeArrowheads="1"/>
            </p:cNvSpPr>
            <p:nvPr/>
          </p:nvSpPr>
          <p:spPr bwMode="auto">
            <a:xfrm>
              <a:off x="425" y="1926"/>
              <a:ext cx="5606" cy="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1800" b="0">
                  <a:latin typeface="Arial" panose="020B0604020202020204" pitchFamily="34" charset="0"/>
                </a:rPr>
                <a:t>●Convert kiểu chuỗi ký tự (</a:t>
              </a:r>
              <a:r>
                <a:rPr lang="en-US" altLang="ja-JP" sz="1800" b="0">
                  <a:latin typeface="Arial" panose="020B0604020202020204" pitchFamily="34" charset="0"/>
                  <a:ea typeface="ＭＳ ゴシック" panose="020B0609070205080204" pitchFamily="49" charset="-128"/>
                </a:rPr>
                <a:t>String</a:t>
              </a:r>
              <a:r>
                <a:rPr lang="en-US" altLang="ja-JP" sz="1800" b="0">
                  <a:latin typeface="Arial" panose="020B0604020202020204" pitchFamily="34" charset="0"/>
                </a:rPr>
                <a:t>)</a:t>
              </a:r>
              <a:endParaRPr lang="en-US" altLang="ja-JP" sz="2400" b="0">
                <a:latin typeface="Arial" panose="020B0604020202020204" pitchFamily="34" charset="0"/>
              </a:endParaRPr>
            </a:p>
          </p:txBody>
        </p:sp>
        <p:sp>
          <p:nvSpPr>
            <p:cNvPr id="742418" name="Rectangle 18">
              <a:extLst>
                <a:ext uri="{FF2B5EF4-FFF2-40B4-BE49-F238E27FC236}">
                  <a16:creationId xmlns:a16="http://schemas.microsoft.com/office/drawing/2014/main" id="{5BD9CBA1-50DF-705E-F30E-62B8D9393718}"/>
                </a:ext>
              </a:extLst>
            </p:cNvPr>
            <p:cNvSpPr>
              <a:spLocks noChangeArrowheads="1"/>
            </p:cNvSpPr>
            <p:nvPr/>
          </p:nvSpPr>
          <p:spPr bwMode="auto">
            <a:xfrm>
              <a:off x="425" y="2810"/>
              <a:ext cx="5606" cy="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1800" b="0">
                  <a:latin typeface="Arial" panose="020B0604020202020204" pitchFamily="34" charset="0"/>
                </a:rPr>
                <a:t>●Convert kiểu số nguyên (</a:t>
              </a:r>
              <a:r>
                <a:rPr lang="en-US" altLang="ja-JP" sz="1800" b="0">
                  <a:latin typeface="Arial" panose="020B0604020202020204" pitchFamily="34" charset="0"/>
                  <a:ea typeface="ＭＳ ゴシック" panose="020B0609070205080204" pitchFamily="49" charset="-128"/>
                </a:rPr>
                <a:t>int</a:t>
              </a:r>
              <a:r>
                <a:rPr lang="en-US" altLang="ja-JP" sz="1800" b="0">
                  <a:latin typeface="Arial" panose="020B0604020202020204" pitchFamily="34" charset="0"/>
                </a:rPr>
                <a:t>)</a:t>
              </a:r>
              <a:endParaRPr lang="en-US" altLang="ja-JP" sz="2400" b="0">
                <a:latin typeface="Arial" panose="020B0604020202020204" pitchFamily="34" charset="0"/>
              </a:endParaRPr>
            </a:p>
          </p:txBody>
        </p:sp>
        <p:sp>
          <p:nvSpPr>
            <p:cNvPr id="742419" name="Text Box 19">
              <a:extLst>
                <a:ext uri="{FF2B5EF4-FFF2-40B4-BE49-F238E27FC236}">
                  <a16:creationId xmlns:a16="http://schemas.microsoft.com/office/drawing/2014/main" id="{DB628676-9BA5-C22A-077C-75D039D48A47}"/>
                </a:ext>
              </a:extLst>
            </p:cNvPr>
            <p:cNvSpPr txBox="1">
              <a:spLocks noChangeArrowheads="1"/>
            </p:cNvSpPr>
            <p:nvPr/>
          </p:nvSpPr>
          <p:spPr bwMode="auto">
            <a:xfrm>
              <a:off x="4340" y="2399"/>
              <a:ext cx="1062" cy="231"/>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800">
                  <a:latin typeface="ＭＳ ゴシック" panose="020B0609070205080204" pitchFamily="49" charset="-128"/>
                  <a:ea typeface="ＭＳ ゴシック" panose="020B0609070205080204" pitchFamily="49" charset="-128"/>
                </a:rPr>
                <a:t>"5250"</a:t>
              </a:r>
            </a:p>
          </p:txBody>
        </p:sp>
        <p:sp>
          <p:nvSpPr>
            <p:cNvPr id="742421" name="Oval 21">
              <a:extLst>
                <a:ext uri="{FF2B5EF4-FFF2-40B4-BE49-F238E27FC236}">
                  <a16:creationId xmlns:a16="http://schemas.microsoft.com/office/drawing/2014/main" id="{7485DAF2-0805-B815-D6F4-14FB51FCCFF8}"/>
                </a:ext>
              </a:extLst>
            </p:cNvPr>
            <p:cNvSpPr>
              <a:spLocks noChangeArrowheads="1"/>
            </p:cNvSpPr>
            <p:nvPr/>
          </p:nvSpPr>
          <p:spPr bwMode="auto">
            <a:xfrm>
              <a:off x="1866" y="2553"/>
              <a:ext cx="276" cy="282"/>
            </a:xfrm>
            <a:prstGeom prst="ellipse">
              <a:avLst/>
            </a:prstGeom>
            <a:noFill/>
            <a:ln w="31750" algn="ctr">
              <a:solidFill>
                <a:srgbClr val="FF0000"/>
              </a:solidFill>
              <a:round/>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42426" name="AutoShape 26">
              <a:extLst>
                <a:ext uri="{FF2B5EF4-FFF2-40B4-BE49-F238E27FC236}">
                  <a16:creationId xmlns:a16="http://schemas.microsoft.com/office/drawing/2014/main" id="{EC3112F1-E266-484B-5C3C-61AFDC563631}"/>
                </a:ext>
              </a:extLst>
            </p:cNvPr>
            <p:cNvSpPr>
              <a:spLocks noChangeArrowheads="1"/>
            </p:cNvSpPr>
            <p:nvPr/>
          </p:nvSpPr>
          <p:spPr bwMode="auto">
            <a:xfrm>
              <a:off x="2867" y="3182"/>
              <a:ext cx="2554" cy="687"/>
            </a:xfrm>
            <a:prstGeom prst="wedgeRoundRectCallout">
              <a:avLst>
                <a:gd name="adj1" fmla="val -51685"/>
                <a:gd name="adj2" fmla="val -107935"/>
                <a:gd name="adj3" fmla="val 16667"/>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5441" tIns="47720" rIns="95441" bIns="47720"/>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77838"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28750"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800" b="0">
                  <a:ea typeface="ＭＳ ゴシック" panose="020B0609070205080204" pitchFamily="49" charset="-128"/>
                </a:rPr>
                <a:t>Sử dụng method parseInt của Integer class để convert</a:t>
              </a:r>
              <a:endParaRPr lang="en-US" altLang="ja-JP" sz="1800" b="0">
                <a:ea typeface="MS UI Gothic" panose="020B0600070205080204" pitchFamily="50" charset="-128"/>
              </a:endParaRPr>
            </a:p>
            <a:p>
              <a:pPr algn="ctr"/>
              <a:r>
                <a:rPr lang="en-US" altLang="ja-JP" sz="1800">
                  <a:ea typeface="ＭＳ ゴシック" panose="020B0609070205080204" pitchFamily="49" charset="-128"/>
                </a:rPr>
                <a:t>Integer.parseInt(strUserEntry)</a:t>
              </a: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393D3EC4-4CED-0FE7-4CCA-A4BC0EE76451}"/>
              </a:ext>
            </a:extLst>
          </p:cNvPr>
          <p:cNvSpPr>
            <a:spLocks noGrp="1"/>
          </p:cNvSpPr>
          <p:nvPr>
            <p:ph type="sldNum" sz="quarter" idx="10"/>
          </p:nvPr>
        </p:nvSpPr>
        <p:spPr/>
        <p:txBody>
          <a:bodyPr/>
          <a:lstStyle/>
          <a:p>
            <a:fld id="{0C934A85-F066-4469-95AA-32DBA8EFB68B}" type="slidenum">
              <a:rPr lang="en-US" altLang="ja-JP"/>
              <a:pPr/>
              <a:t>21</a:t>
            </a:fld>
            <a:endParaRPr lang="en-US" altLang="ja-JP"/>
          </a:p>
        </p:txBody>
      </p:sp>
      <p:sp>
        <p:nvSpPr>
          <p:cNvPr id="762882" name="Rectangle 2">
            <a:extLst>
              <a:ext uri="{FF2B5EF4-FFF2-40B4-BE49-F238E27FC236}">
                <a16:creationId xmlns:a16="http://schemas.microsoft.com/office/drawing/2014/main" id="{7474EB21-822D-966E-6973-5E700FC2DC2D}"/>
              </a:ext>
            </a:extLst>
          </p:cNvPr>
          <p:cNvSpPr>
            <a:spLocks noGrp="1" noChangeArrowheads="1"/>
          </p:cNvSpPr>
          <p:nvPr>
            <p:ph type="title"/>
          </p:nvPr>
        </p:nvSpPr>
        <p:spPr>
          <a:xfrm>
            <a:off x="344487" y="350045"/>
            <a:ext cx="9217025" cy="490537"/>
          </a:xfrm>
        </p:spPr>
        <p:txBody>
          <a:bodyPr>
            <a:normAutofit fontScale="90000"/>
          </a:bodyPr>
          <a:lstStyle/>
          <a:p>
            <a:r>
              <a:rPr lang="en-US" altLang="ja-JP" dirty="0">
                <a:latin typeface="Arial" panose="020B0604020202020204" pitchFamily="34" charset="0"/>
              </a:rPr>
              <a:t>Convert </a:t>
            </a:r>
            <a:r>
              <a:rPr lang="en-US" altLang="ja-JP" dirty="0" err="1">
                <a:latin typeface="Arial" panose="020B0604020202020204" pitchFamily="34" charset="0"/>
              </a:rPr>
              <a:t>tư</a:t>
            </a:r>
            <a:r>
              <a:rPr lang="en-US" altLang="ja-JP" dirty="0">
                <a:latin typeface="Arial" panose="020B0604020202020204" pitchFamily="34" charset="0"/>
              </a:rPr>
              <a:t>̀ </a:t>
            </a:r>
            <a:r>
              <a:rPr lang="en-US" altLang="ja-JP" dirty="0" err="1">
                <a:latin typeface="Arial" panose="020B0604020202020204" pitchFamily="34" charset="0"/>
              </a:rPr>
              <a:t>chuỗi</a:t>
            </a:r>
            <a:r>
              <a:rPr lang="en-US" altLang="ja-JP" dirty="0">
                <a:latin typeface="Arial" panose="020B0604020202020204" pitchFamily="34" charset="0"/>
              </a:rPr>
              <a:t> </a:t>
            </a:r>
            <a:r>
              <a:rPr lang="en-US" altLang="ja-JP" dirty="0" err="1">
                <a:latin typeface="Arial" panose="020B0604020202020204" pitchFamily="34" charset="0"/>
              </a:rPr>
              <a:t>ky</a:t>
            </a:r>
            <a:r>
              <a:rPr lang="en-US" altLang="ja-JP" dirty="0">
                <a:latin typeface="Arial" panose="020B0604020202020204" pitchFamily="34" charset="0"/>
              </a:rPr>
              <a:t>́ </a:t>
            </a:r>
            <a:r>
              <a:rPr lang="en-US" altLang="ja-JP" dirty="0" err="1">
                <a:latin typeface="Arial" panose="020B0604020202020204" pitchFamily="34" charset="0"/>
              </a:rPr>
              <a:t>tư</a:t>
            </a:r>
            <a:r>
              <a:rPr lang="en-US" altLang="ja-JP" dirty="0">
                <a:latin typeface="Arial" panose="020B0604020202020204" pitchFamily="34" charset="0"/>
              </a:rPr>
              <a:t>̣ </a:t>
            </a:r>
            <a:r>
              <a:rPr lang="en-US" altLang="ja-JP" dirty="0" err="1">
                <a:latin typeface="Arial" panose="020B0604020202020204" pitchFamily="34" charset="0"/>
              </a:rPr>
              <a:t>thành</a:t>
            </a:r>
            <a:r>
              <a:rPr lang="en-US" altLang="ja-JP" dirty="0">
                <a:latin typeface="Arial" panose="020B0604020202020204" pitchFamily="34" charset="0"/>
              </a:rPr>
              <a:t> </a:t>
            </a:r>
            <a:r>
              <a:rPr lang="en-US" altLang="ja-JP" dirty="0" err="1">
                <a:latin typeface="Arial" panose="020B0604020202020204" pitchFamily="34" charset="0"/>
              </a:rPr>
              <a:t>gia</a:t>
            </a:r>
            <a:r>
              <a:rPr lang="en-US" altLang="ja-JP" dirty="0">
                <a:latin typeface="Arial" panose="020B0604020202020204" pitchFamily="34" charset="0"/>
              </a:rPr>
              <a:t>́ trị </a:t>
            </a:r>
            <a:r>
              <a:rPr lang="en-US" altLang="ja-JP" dirty="0" err="1">
                <a:latin typeface="Arial" panose="020B0604020202020204" pitchFamily="34" charset="0"/>
              </a:rPr>
              <a:t>sô</a:t>
            </a:r>
            <a:r>
              <a:rPr lang="en-US" altLang="ja-JP" dirty="0">
                <a:latin typeface="Arial" panose="020B0604020202020204" pitchFamily="34" charset="0"/>
              </a:rPr>
              <a:t>́</a:t>
            </a:r>
            <a:r>
              <a:rPr lang="en-US" altLang="en-US" dirty="0">
                <a:latin typeface="Arial" panose="020B0604020202020204" pitchFamily="34" charset="0"/>
              </a:rPr>
              <a:t>（</a:t>
            </a:r>
            <a:r>
              <a:rPr lang="en-US" altLang="ja-JP" dirty="0">
                <a:latin typeface="Arial" panose="020B0604020202020204" pitchFamily="34" charset="0"/>
              </a:rPr>
              <a:t>2</a:t>
            </a:r>
            <a:r>
              <a:rPr lang="en-US" altLang="en-US" dirty="0">
                <a:latin typeface="Arial" panose="020B0604020202020204" pitchFamily="34" charset="0"/>
              </a:rPr>
              <a:t>）</a:t>
            </a:r>
            <a:endParaRPr lang="ja-JP" altLang="en-US" dirty="0">
              <a:latin typeface="Arial" panose="020B0604020202020204" pitchFamily="34" charset="0"/>
            </a:endParaRPr>
          </a:p>
        </p:txBody>
      </p:sp>
      <p:sp>
        <p:nvSpPr>
          <p:cNvPr id="762883" name="Rectangle 3">
            <a:extLst>
              <a:ext uri="{FF2B5EF4-FFF2-40B4-BE49-F238E27FC236}">
                <a16:creationId xmlns:a16="http://schemas.microsoft.com/office/drawing/2014/main" id="{A6AFE231-9FEC-0E7B-03A2-A1B26F0C9A17}"/>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762884" name="Rectangle 4">
            <a:extLst>
              <a:ext uri="{FF2B5EF4-FFF2-40B4-BE49-F238E27FC236}">
                <a16:creationId xmlns:a16="http://schemas.microsoft.com/office/drawing/2014/main" id="{87A1056F-8269-DE08-183A-3153C660C9B0}"/>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Convert từ chuỗi ký tự thành giá trị số</a:t>
            </a:r>
          </a:p>
          <a:p>
            <a:pPr>
              <a:spcBef>
                <a:spcPct val="50000"/>
              </a:spcBef>
              <a:buFont typeface="Wingdings" panose="05000000000000000000" pitchFamily="2" charset="2"/>
              <a:buNone/>
            </a:pPr>
            <a:r>
              <a:rPr lang="en-US" altLang="ja-JP" sz="2000" b="0">
                <a:latin typeface="Arial" panose="020B0604020202020204" pitchFamily="34" charset="0"/>
              </a:rPr>
              <a:t>●Cú pháp cơ bản</a:t>
            </a:r>
          </a:p>
          <a:p>
            <a:pPr>
              <a:spcBef>
                <a:spcPct val="50000"/>
              </a:spcBef>
              <a:buFont typeface="Wingdings" panose="05000000000000000000" pitchFamily="2" charset="2"/>
              <a:buNone/>
            </a:pPr>
            <a:endParaRPr lang="en-US" altLang="ja-JP" sz="2400" b="0">
              <a:latin typeface="Arial" panose="020B0604020202020204" pitchFamily="34" charset="0"/>
            </a:endParaRPr>
          </a:p>
          <a:p>
            <a:pPr lvl="1"/>
            <a:endParaRPr lang="en-US" altLang="ja-JP" sz="2400" b="0">
              <a:latin typeface="Arial" panose="020B0604020202020204" pitchFamily="34" charset="0"/>
            </a:endParaRPr>
          </a:p>
        </p:txBody>
      </p:sp>
      <p:sp>
        <p:nvSpPr>
          <p:cNvPr id="762885" name="Rectangle 5">
            <a:extLst>
              <a:ext uri="{FF2B5EF4-FFF2-40B4-BE49-F238E27FC236}">
                <a16:creationId xmlns:a16="http://schemas.microsoft.com/office/drawing/2014/main" id="{AA0E95D6-8D2F-B3DA-4F4E-1D86064005B6}"/>
              </a:ext>
            </a:extLst>
          </p:cNvPr>
          <p:cNvSpPr>
            <a:spLocks noChangeArrowheads="1"/>
          </p:cNvSpPr>
          <p:nvPr/>
        </p:nvSpPr>
        <p:spPr bwMode="auto">
          <a:xfrm>
            <a:off x="344488" y="2670175"/>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●Ví dụ</a:t>
            </a:r>
            <a:endParaRPr lang="en-US" altLang="ja-JP" sz="2400" b="0">
              <a:latin typeface="Arial" panose="020B0604020202020204" pitchFamily="34" charset="0"/>
            </a:endParaRPr>
          </a:p>
        </p:txBody>
      </p:sp>
      <p:sp>
        <p:nvSpPr>
          <p:cNvPr id="762898" name="Text Box 18">
            <a:extLst>
              <a:ext uri="{FF2B5EF4-FFF2-40B4-BE49-F238E27FC236}">
                <a16:creationId xmlns:a16="http://schemas.microsoft.com/office/drawing/2014/main" id="{AE102E20-81FA-BF42-B13C-E913048BBC70}"/>
              </a:ext>
            </a:extLst>
          </p:cNvPr>
          <p:cNvSpPr txBox="1">
            <a:spLocks noChangeArrowheads="1"/>
          </p:cNvSpPr>
          <p:nvPr/>
        </p:nvSpPr>
        <p:spPr bwMode="auto">
          <a:xfrm>
            <a:off x="344488" y="1811338"/>
            <a:ext cx="9120187" cy="473075"/>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en-US" altLang="ja-JP" sz="2000">
                <a:ea typeface="MS UI Gothic" panose="020B0600070205080204" pitchFamily="50" charset="-128"/>
              </a:rPr>
              <a:t>Wrapperclassname</a:t>
            </a:r>
            <a:r>
              <a:rPr lang="ja-JP" altLang="ja-JP" sz="2000">
                <a:ea typeface="ＭＳ ゴシック" panose="020B0609070205080204" pitchFamily="49" charset="-128"/>
              </a:rPr>
              <a:t>.parse</a:t>
            </a:r>
            <a:r>
              <a:rPr lang="ja-JP" altLang="ja-JP" sz="2000" i="1">
                <a:ea typeface="ＭＳ ゴシック" panose="020B0609070205080204" pitchFamily="49" charset="-128"/>
              </a:rPr>
              <a:t>XXX</a:t>
            </a:r>
            <a:r>
              <a:rPr lang="ja-JP" altLang="ja-JP" sz="2000">
                <a:ea typeface="ＭＳ ゴシック" panose="020B0609070205080204" pitchFamily="49" charset="-128"/>
              </a:rPr>
              <a:t> (</a:t>
            </a:r>
            <a:r>
              <a:rPr lang="en-US" altLang="ja-JP" sz="2000">
                <a:ea typeface="MS UI Gothic" panose="020B0600070205080204" pitchFamily="50" charset="-128"/>
              </a:rPr>
              <a:t>chuỗi ký tự</a:t>
            </a:r>
            <a:r>
              <a:rPr lang="ja-JP" altLang="ja-JP" sz="2000">
                <a:ea typeface="ＭＳ ゴシック" panose="020B0609070205080204" pitchFamily="49" charset="-128"/>
              </a:rPr>
              <a:t>)</a:t>
            </a:r>
          </a:p>
        </p:txBody>
      </p:sp>
      <p:sp>
        <p:nvSpPr>
          <p:cNvPr id="762899" name="AutoShape 19">
            <a:extLst>
              <a:ext uri="{FF2B5EF4-FFF2-40B4-BE49-F238E27FC236}">
                <a16:creationId xmlns:a16="http://schemas.microsoft.com/office/drawing/2014/main" id="{6E3ACBED-F640-E246-EEC4-A933F0B5BE45}"/>
              </a:ext>
            </a:extLst>
          </p:cNvPr>
          <p:cNvSpPr>
            <a:spLocks noChangeArrowheads="1"/>
          </p:cNvSpPr>
          <p:nvPr/>
        </p:nvSpPr>
        <p:spPr bwMode="auto">
          <a:xfrm>
            <a:off x="3779838" y="1260475"/>
            <a:ext cx="3340100" cy="388938"/>
          </a:xfrm>
          <a:prstGeom prst="wedgeRoundRectCallout">
            <a:avLst>
              <a:gd name="adj1" fmla="val -59222"/>
              <a:gd name="adj2" fmla="val 113671"/>
              <a:gd name="adj3" fmla="val 16667"/>
            </a:avLst>
          </a:prstGeom>
          <a:solidFill>
            <a:srgbClr val="FFCC99"/>
          </a:solidFill>
          <a:ln w="12700" algn="ctr">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a:latin typeface="ＭＳ ゴシック" panose="020B0609070205080204" pitchFamily="49" charset="-128"/>
                <a:ea typeface="ＭＳ ゴシック" panose="020B0609070205080204" pitchFamily="49" charset="-128"/>
              </a:rPr>
              <a:t>parseInt, parseDouble</a:t>
            </a:r>
            <a:r>
              <a:rPr lang="en-US" altLang="ja-JP" sz="1800">
                <a:latin typeface="MS UI Gothic" panose="020B0600070205080204" pitchFamily="50" charset="-128"/>
              </a:rPr>
              <a:t> v.v...</a:t>
            </a:r>
          </a:p>
        </p:txBody>
      </p:sp>
      <p:sp>
        <p:nvSpPr>
          <p:cNvPr id="762889" name="Rectangle 9">
            <a:extLst>
              <a:ext uri="{FF2B5EF4-FFF2-40B4-BE49-F238E27FC236}">
                <a16:creationId xmlns:a16="http://schemas.microsoft.com/office/drawing/2014/main" id="{744A9066-0EEB-A098-C3F0-4B8736C6EC37}"/>
              </a:ext>
            </a:extLst>
          </p:cNvPr>
          <p:cNvSpPr>
            <a:spLocks noChangeArrowheads="1"/>
          </p:cNvSpPr>
          <p:nvPr/>
        </p:nvSpPr>
        <p:spPr bwMode="auto">
          <a:xfrm>
            <a:off x="344488" y="3171825"/>
            <a:ext cx="9120187" cy="29765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en-US" altLang="ja-JP" sz="1800" b="0">
                <a:latin typeface="ＭＳ ゴシック" panose="020B0609070205080204" pitchFamily="49" charset="-128"/>
                <a:ea typeface="ＭＳ ゴシック" panose="020B0609070205080204" pitchFamily="49" charset="-128"/>
              </a:rPr>
              <a:t>String str1 = "17";</a:t>
            </a:r>
          </a:p>
          <a:p>
            <a:pPr lvl="1"/>
            <a:r>
              <a:rPr lang="en-US" altLang="ja-JP" sz="1800" b="0">
                <a:latin typeface="ＭＳ ゴシック" panose="020B0609070205080204" pitchFamily="49" charset="-128"/>
                <a:ea typeface="ＭＳ ゴシック" panose="020B0609070205080204" pitchFamily="49" charset="-128"/>
              </a:rPr>
              <a:t>String str2 = "2.6";</a:t>
            </a:r>
          </a:p>
          <a:p>
            <a:pPr lvl="1"/>
            <a:r>
              <a:rPr lang="en-US" altLang="ja-JP" sz="1800" b="0">
                <a:latin typeface="ＭＳ ゴシック" panose="020B0609070205080204" pitchFamily="49" charset="-128"/>
                <a:ea typeface="ＭＳ ゴシック" panose="020B0609070205080204" pitchFamily="49" charset="-128"/>
              </a:rPr>
              <a:t>    </a:t>
            </a:r>
          </a:p>
          <a:p>
            <a:pPr lvl="1"/>
            <a:r>
              <a:rPr lang="en-US" altLang="ja-JP" sz="1800" b="0">
                <a:latin typeface="ＭＳ ゴシック" panose="020B0609070205080204" pitchFamily="49" charset="-128"/>
                <a:ea typeface="ＭＳ ゴシック" panose="020B0609070205080204" pitchFamily="49" charset="-128"/>
              </a:rPr>
              <a:t>int valInt = Integer.parseInt( str1 );</a:t>
            </a:r>
          </a:p>
          <a:p>
            <a:pPr lvl="1"/>
            <a:endParaRPr lang="en-US" altLang="ja-JP" sz="1800" b="0">
              <a:latin typeface="ＭＳ ゴシック" panose="020B0609070205080204" pitchFamily="49" charset="-128"/>
              <a:ea typeface="ＭＳ ゴシック" panose="020B0609070205080204" pitchFamily="49" charset="-128"/>
            </a:endParaRPr>
          </a:p>
          <a:p>
            <a:pPr lvl="1"/>
            <a:r>
              <a:rPr lang="en-US" altLang="ja-JP" sz="1800" b="0">
                <a:latin typeface="ＭＳ ゴシック" panose="020B0609070205080204" pitchFamily="49" charset="-128"/>
                <a:ea typeface="ＭＳ ゴシック" panose="020B0609070205080204" pitchFamily="49" charset="-128"/>
              </a:rPr>
              <a:t>long valLong = Long.parseLong( "1200" );</a:t>
            </a:r>
          </a:p>
          <a:p>
            <a:pPr lvl="1"/>
            <a:endParaRPr lang="en-US" altLang="ja-JP" sz="1800" b="0">
              <a:latin typeface="ＭＳ ゴシック" panose="020B0609070205080204" pitchFamily="49" charset="-128"/>
              <a:ea typeface="ＭＳ ゴシック" panose="020B0609070205080204" pitchFamily="49" charset="-128"/>
            </a:endParaRPr>
          </a:p>
          <a:p>
            <a:pPr lvl="1"/>
            <a:r>
              <a:rPr lang="en-US" altLang="ja-JP" sz="1800" b="0">
                <a:latin typeface="ＭＳ ゴシック" panose="020B0609070205080204" pitchFamily="49" charset="-128"/>
                <a:ea typeface="ＭＳ ゴシック" panose="020B0609070205080204" pitchFamily="49" charset="-128"/>
              </a:rPr>
              <a:t>double valDouble = Double.parseDouble(str2);</a:t>
            </a:r>
          </a:p>
        </p:txBody>
      </p:sp>
      <p:sp>
        <p:nvSpPr>
          <p:cNvPr id="762890" name="Rectangle 10">
            <a:extLst>
              <a:ext uri="{FF2B5EF4-FFF2-40B4-BE49-F238E27FC236}">
                <a16:creationId xmlns:a16="http://schemas.microsoft.com/office/drawing/2014/main" id="{77B0FF45-3D40-8A7D-091C-1D2F3B3A5E09}"/>
              </a:ext>
            </a:extLst>
          </p:cNvPr>
          <p:cNvSpPr>
            <a:spLocks noChangeArrowheads="1"/>
          </p:cNvSpPr>
          <p:nvPr/>
        </p:nvSpPr>
        <p:spPr bwMode="auto">
          <a:xfrm>
            <a:off x="4090988" y="4097338"/>
            <a:ext cx="628650" cy="323850"/>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762891" name="Text Box 11">
            <a:extLst>
              <a:ext uri="{FF2B5EF4-FFF2-40B4-BE49-F238E27FC236}">
                <a16:creationId xmlns:a16="http://schemas.microsoft.com/office/drawing/2014/main" id="{98CE4318-A4E7-4D3B-734B-66FA2B2EF389}"/>
              </a:ext>
            </a:extLst>
          </p:cNvPr>
          <p:cNvSpPr txBox="1">
            <a:spLocks noChangeArrowheads="1"/>
          </p:cNvSpPr>
          <p:nvPr/>
        </p:nvSpPr>
        <p:spPr bwMode="auto">
          <a:xfrm>
            <a:off x="5494338" y="4179888"/>
            <a:ext cx="3768725" cy="941387"/>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800" b="0" dirty="0" err="1">
                <a:latin typeface="+mj-lt"/>
                <a:ea typeface="ＭＳ ゴシック" panose="020B0609070205080204" pitchFamily="49" charset="-128"/>
              </a:rPr>
              <a:t>Chuỗi</a:t>
            </a:r>
            <a:r>
              <a:rPr lang="en-US" altLang="ja-JP" sz="1800" b="0" dirty="0">
                <a:latin typeface="+mj-lt"/>
                <a:ea typeface="ＭＳ ゴシック" panose="020B0609070205080204" pitchFamily="49" charset="-128"/>
              </a:rPr>
              <a:t> </a:t>
            </a:r>
            <a:r>
              <a:rPr lang="en-US" altLang="ja-JP" sz="1800" b="0" dirty="0" err="1">
                <a:latin typeface="+mj-lt"/>
                <a:ea typeface="ＭＳ ゴシック" panose="020B0609070205080204" pitchFamily="49" charset="-128"/>
              </a:rPr>
              <a:t>ky</a:t>
            </a:r>
            <a:r>
              <a:rPr lang="en-US" altLang="ja-JP" sz="1800" b="0" dirty="0">
                <a:latin typeface="+mj-lt"/>
                <a:ea typeface="ＭＳ ゴシック" panose="020B0609070205080204" pitchFamily="49" charset="-128"/>
              </a:rPr>
              <a:t>́ </a:t>
            </a:r>
            <a:r>
              <a:rPr lang="en-US" altLang="ja-JP" sz="1800" b="0" dirty="0" err="1">
                <a:latin typeface="+mj-lt"/>
                <a:ea typeface="ＭＳ ゴシック" panose="020B0609070205080204" pitchFamily="49" charset="-128"/>
              </a:rPr>
              <a:t>tư</a:t>
            </a:r>
            <a:r>
              <a:rPr lang="en-US" altLang="ja-JP" sz="1800" b="0" dirty="0">
                <a:latin typeface="+mj-lt"/>
                <a:ea typeface="ＭＳ ゴシック" panose="020B0609070205080204" pitchFamily="49" charset="-128"/>
              </a:rPr>
              <a:t>̣ sẽ </a:t>
            </a:r>
            <a:r>
              <a:rPr lang="en-US" altLang="ja-JP" sz="1800" b="0" dirty="0" err="1">
                <a:latin typeface="+mj-lt"/>
                <a:ea typeface="ＭＳ ゴシック" panose="020B0609070205080204" pitchFamily="49" charset="-128"/>
              </a:rPr>
              <a:t>truyền</a:t>
            </a:r>
            <a:r>
              <a:rPr lang="en-US" altLang="ja-JP" sz="1800" b="0" dirty="0">
                <a:latin typeface="+mj-lt"/>
                <a:ea typeface="ＭＳ ゴシック" panose="020B0609070205080204" pitchFamily="49" charset="-128"/>
              </a:rPr>
              <a:t> </a:t>
            </a:r>
            <a:r>
              <a:rPr lang="en-US" altLang="ja-JP" sz="1800" b="0" dirty="0" err="1">
                <a:latin typeface="+mj-lt"/>
                <a:ea typeface="ＭＳ ゴシック" panose="020B0609070205080204" pitchFamily="49" charset="-128"/>
              </a:rPr>
              <a:t>cho</a:t>
            </a:r>
            <a:r>
              <a:rPr lang="en-US" altLang="ja-JP" sz="1800" b="0" dirty="0">
                <a:latin typeface="+mj-lt"/>
                <a:ea typeface="ＭＳ ゴシック" panose="020B0609070205080204" pitchFamily="49" charset="-128"/>
              </a:rPr>
              <a:t> </a:t>
            </a:r>
            <a:r>
              <a:rPr lang="en-US" altLang="ja-JP" sz="1800" b="0" dirty="0" err="1">
                <a:latin typeface="+mj-lt"/>
                <a:ea typeface="ＭＳ ゴシック" panose="020B0609070205080204" pitchFamily="49" charset="-128"/>
              </a:rPr>
              <a:t>parse</a:t>
            </a:r>
            <a:r>
              <a:rPr lang="en-US" altLang="ja-JP" sz="1800" b="0" i="1" dirty="0" err="1">
                <a:latin typeface="+mj-lt"/>
                <a:ea typeface="ＭＳ ゴシック" panose="020B0609070205080204" pitchFamily="49" charset="-128"/>
              </a:rPr>
              <a:t>XXX</a:t>
            </a:r>
            <a:r>
              <a:rPr lang="en-US" altLang="ja-JP" sz="1800" b="0" i="1" dirty="0">
                <a:latin typeface="+mj-lt"/>
                <a:ea typeface="ＭＳ ゴシック" panose="020B0609070205080204" pitchFamily="49" charset="-128"/>
              </a:rPr>
              <a:t> </a:t>
            </a:r>
            <a:r>
              <a:rPr lang="en-US" altLang="ja-JP" sz="1800" b="0" dirty="0">
                <a:latin typeface="+mj-lt"/>
                <a:ea typeface="ＭＳ ゴシック" panose="020B0609070205080204" pitchFamily="49" charset="-128"/>
              </a:rPr>
              <a:t>là </a:t>
            </a:r>
            <a:r>
              <a:rPr lang="en-US" altLang="ja-JP" sz="1800" b="0" dirty="0" err="1">
                <a:latin typeface="+mj-lt"/>
                <a:ea typeface="ＭＳ ゴシック" panose="020B0609070205080204" pitchFamily="49" charset="-128"/>
              </a:rPr>
              <a:t>biến</a:t>
            </a:r>
            <a:r>
              <a:rPr lang="en-US" altLang="ja-JP" sz="1800" b="0" dirty="0">
                <a:latin typeface="+mj-lt"/>
                <a:ea typeface="ＭＳ ゴシック" panose="020B0609070205080204" pitchFamily="49" charset="-128"/>
              </a:rPr>
              <a:t> </a:t>
            </a:r>
            <a:r>
              <a:rPr lang="en-US" altLang="ja-JP" sz="1800" b="0" dirty="0" err="1">
                <a:latin typeface="+mj-lt"/>
                <a:ea typeface="ＭＳ ゴシック" panose="020B0609070205080204" pitchFamily="49" charset="-128"/>
              </a:rPr>
              <a:t>sô</a:t>
            </a:r>
            <a:r>
              <a:rPr lang="en-US" altLang="ja-JP" sz="1800" b="0" dirty="0">
                <a:latin typeface="+mj-lt"/>
                <a:ea typeface="ＭＳ ゴシック" panose="020B0609070205080204" pitchFamily="49" charset="-128"/>
              </a:rPr>
              <a:t>́ hay literal </a:t>
            </a:r>
            <a:r>
              <a:rPr lang="en-US" altLang="ja-JP" sz="1800" b="0" dirty="0" err="1">
                <a:latin typeface="+mj-lt"/>
                <a:ea typeface="ＭＳ ゴシック" panose="020B0609070205080204" pitchFamily="49" charset="-128"/>
              </a:rPr>
              <a:t>đều</a:t>
            </a:r>
            <a:r>
              <a:rPr lang="en-US" altLang="ja-JP" sz="1800" b="0" dirty="0">
                <a:latin typeface="+mj-lt"/>
                <a:ea typeface="ＭＳ ゴシック" panose="020B0609070205080204" pitchFamily="49" charset="-128"/>
              </a:rPr>
              <a:t> </a:t>
            </a:r>
            <a:r>
              <a:rPr lang="en-US" altLang="ja-JP" sz="1800" b="0" dirty="0" err="1">
                <a:latin typeface="+mj-lt"/>
                <a:ea typeface="ＭＳ ゴシック" panose="020B0609070205080204" pitchFamily="49" charset="-128"/>
              </a:rPr>
              <a:t>được</a:t>
            </a:r>
            <a:r>
              <a:rPr lang="en-US" altLang="ja-JP" sz="1800" b="0" dirty="0">
                <a:latin typeface="+mj-lt"/>
                <a:ea typeface="ＭＳ ゴシック" panose="020B0609070205080204" pitchFamily="49" charset="-128"/>
              </a:rPr>
              <a:t>.</a:t>
            </a:r>
            <a:endParaRPr lang="en-US" altLang="ja-JP" sz="1800" b="0" dirty="0">
              <a:latin typeface="+mj-lt"/>
            </a:endParaRPr>
          </a:p>
        </p:txBody>
      </p:sp>
      <p:cxnSp>
        <p:nvCxnSpPr>
          <p:cNvPr id="762892" name="AutoShape 12">
            <a:extLst>
              <a:ext uri="{FF2B5EF4-FFF2-40B4-BE49-F238E27FC236}">
                <a16:creationId xmlns:a16="http://schemas.microsoft.com/office/drawing/2014/main" id="{E485468A-C159-CACB-E612-99F09201F4B5}"/>
              </a:ext>
            </a:extLst>
          </p:cNvPr>
          <p:cNvCxnSpPr>
            <a:cxnSpLocks noChangeShapeType="1"/>
            <a:stCxn id="762891" idx="0"/>
            <a:endCxn id="762890" idx="0"/>
          </p:cNvCxnSpPr>
          <p:nvPr/>
        </p:nvCxnSpPr>
        <p:spPr bwMode="auto">
          <a:xfrm rot="5400000" flipH="1">
            <a:off x="5850732" y="2639219"/>
            <a:ext cx="82550" cy="2973387"/>
          </a:xfrm>
          <a:prstGeom prst="bentConnector3">
            <a:avLst>
              <a:gd name="adj1" fmla="val 361537"/>
            </a:avLst>
          </a:prstGeom>
          <a:noFill/>
          <a:ln w="25400">
            <a:solidFill>
              <a:srgbClr val="3FB007"/>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62900" name="Rectangle 20">
            <a:extLst>
              <a:ext uri="{FF2B5EF4-FFF2-40B4-BE49-F238E27FC236}">
                <a16:creationId xmlns:a16="http://schemas.microsoft.com/office/drawing/2014/main" id="{02BA3321-AAD3-A1D1-4882-F6135B219B6A}"/>
              </a:ext>
            </a:extLst>
          </p:cNvPr>
          <p:cNvSpPr>
            <a:spLocks noChangeArrowheads="1"/>
          </p:cNvSpPr>
          <p:nvPr/>
        </p:nvSpPr>
        <p:spPr bwMode="auto">
          <a:xfrm>
            <a:off x="4075113" y="4683125"/>
            <a:ext cx="812800" cy="323850"/>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cxnSp>
        <p:nvCxnSpPr>
          <p:cNvPr id="762901" name="AutoShape 21">
            <a:extLst>
              <a:ext uri="{FF2B5EF4-FFF2-40B4-BE49-F238E27FC236}">
                <a16:creationId xmlns:a16="http://schemas.microsoft.com/office/drawing/2014/main" id="{82A2D4DD-1EAC-0148-5AFA-645B3463F0F5}"/>
              </a:ext>
            </a:extLst>
          </p:cNvPr>
          <p:cNvCxnSpPr>
            <a:cxnSpLocks noChangeShapeType="1"/>
            <a:stCxn id="762891" idx="2"/>
            <a:endCxn id="762900" idx="2"/>
          </p:cNvCxnSpPr>
          <p:nvPr/>
        </p:nvCxnSpPr>
        <p:spPr bwMode="auto">
          <a:xfrm rot="16200000" flipV="1">
            <a:off x="5872957" y="3628231"/>
            <a:ext cx="114300" cy="2897187"/>
          </a:xfrm>
          <a:prstGeom prst="bentConnector3">
            <a:avLst>
              <a:gd name="adj1" fmla="val -187500"/>
            </a:avLst>
          </a:prstGeom>
          <a:noFill/>
          <a:ln w="25400">
            <a:solidFill>
              <a:srgbClr val="3FB007"/>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62903" name="AutoShape 23">
            <a:extLst>
              <a:ext uri="{FF2B5EF4-FFF2-40B4-BE49-F238E27FC236}">
                <a16:creationId xmlns:a16="http://schemas.microsoft.com/office/drawing/2014/main" id="{8C1AA7AD-E61A-2B90-18F2-591DD5A19265}"/>
              </a:ext>
            </a:extLst>
          </p:cNvPr>
          <p:cNvSpPr>
            <a:spLocks noChangeArrowheads="1"/>
          </p:cNvSpPr>
          <p:nvPr/>
        </p:nvSpPr>
        <p:spPr bwMode="auto">
          <a:xfrm>
            <a:off x="1492250" y="5786438"/>
            <a:ext cx="955675" cy="339725"/>
          </a:xfrm>
          <a:prstGeom prst="wedgeRoundRectCallout">
            <a:avLst>
              <a:gd name="adj1" fmla="val -3653"/>
              <a:gd name="adj2" fmla="val -103273"/>
              <a:gd name="adj3" fmla="val 16667"/>
            </a:avLst>
          </a:prstGeom>
          <a:solidFill>
            <a:srgbClr val="CCFFFF"/>
          </a:solidFill>
          <a:ln w="12700" algn="ctr">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a:latin typeface="ＭＳ ゴシック" panose="020B0609070205080204" pitchFamily="49" charset="-128"/>
                <a:ea typeface="ＭＳ ゴシック" panose="020B0609070205080204" pitchFamily="49" charset="-128"/>
              </a:rPr>
              <a:t>2.6</a:t>
            </a:r>
            <a:endParaRPr lang="en-US" altLang="ja-JP" sz="1800">
              <a:latin typeface="MS UI Gothic" panose="020B0600070205080204" pitchFamily="50" charset="-128"/>
            </a:endParaRPr>
          </a:p>
        </p:txBody>
      </p:sp>
      <p:sp>
        <p:nvSpPr>
          <p:cNvPr id="762905" name="AutoShape 25">
            <a:extLst>
              <a:ext uri="{FF2B5EF4-FFF2-40B4-BE49-F238E27FC236}">
                <a16:creationId xmlns:a16="http://schemas.microsoft.com/office/drawing/2014/main" id="{FDC07DEC-D6C1-0AD7-152A-9F36DA534CC5}"/>
              </a:ext>
            </a:extLst>
          </p:cNvPr>
          <p:cNvSpPr>
            <a:spLocks noChangeArrowheads="1"/>
          </p:cNvSpPr>
          <p:nvPr/>
        </p:nvSpPr>
        <p:spPr bwMode="auto">
          <a:xfrm>
            <a:off x="4740275" y="5786438"/>
            <a:ext cx="955675" cy="339725"/>
          </a:xfrm>
          <a:prstGeom prst="wedgeRoundRectCallout">
            <a:avLst>
              <a:gd name="adj1" fmla="val -3653"/>
              <a:gd name="adj2" fmla="val -103273"/>
              <a:gd name="adj3" fmla="val 16667"/>
            </a:avLst>
          </a:prstGeom>
          <a:solidFill>
            <a:srgbClr val="CCFFFF"/>
          </a:solidFill>
          <a:ln w="12700" algn="ctr">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a:latin typeface="ＭＳ ゴシック" panose="020B0609070205080204" pitchFamily="49" charset="-128"/>
                <a:ea typeface="ＭＳ ゴシック" panose="020B0609070205080204" pitchFamily="49" charset="-128"/>
              </a:rPr>
              <a:t>"2.6"</a:t>
            </a:r>
            <a:endParaRPr lang="en-US" altLang="ja-JP" sz="1800">
              <a:latin typeface="MS UI Gothic" panose="020B0600070205080204" pitchFamily="50" charset="-128"/>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B26EA52D-709D-E7A5-CA50-E896A5505F9E}"/>
              </a:ext>
            </a:extLst>
          </p:cNvPr>
          <p:cNvSpPr>
            <a:spLocks noGrp="1"/>
          </p:cNvSpPr>
          <p:nvPr>
            <p:ph type="sldNum" sz="quarter" idx="10"/>
          </p:nvPr>
        </p:nvSpPr>
        <p:spPr/>
        <p:txBody>
          <a:bodyPr/>
          <a:lstStyle/>
          <a:p>
            <a:fld id="{EE0DEE21-5FD2-4A34-A70E-1B9ED605D402}" type="slidenum">
              <a:rPr lang="en-US" altLang="ja-JP"/>
              <a:pPr/>
              <a:t>22</a:t>
            </a:fld>
            <a:endParaRPr lang="en-US" altLang="ja-JP"/>
          </a:p>
        </p:txBody>
      </p:sp>
      <p:sp>
        <p:nvSpPr>
          <p:cNvPr id="746498" name="Rectangle 2">
            <a:extLst>
              <a:ext uri="{FF2B5EF4-FFF2-40B4-BE49-F238E27FC236}">
                <a16:creationId xmlns:a16="http://schemas.microsoft.com/office/drawing/2014/main" id="{6D93A82A-AE82-8BEF-5690-5EF31316FC05}"/>
              </a:ext>
            </a:extLst>
          </p:cNvPr>
          <p:cNvSpPr>
            <a:spLocks noGrp="1" noChangeArrowheads="1"/>
          </p:cNvSpPr>
          <p:nvPr>
            <p:ph type="title"/>
          </p:nvPr>
        </p:nvSpPr>
        <p:spPr>
          <a:xfrm>
            <a:off x="304595" y="338138"/>
            <a:ext cx="9217025" cy="490537"/>
          </a:xfrm>
        </p:spPr>
        <p:txBody>
          <a:bodyPr>
            <a:normAutofit fontScale="90000"/>
          </a:bodyPr>
          <a:lstStyle/>
          <a:p>
            <a:r>
              <a:rPr lang="en-US" altLang="ja-JP" dirty="0">
                <a:latin typeface="Arial" panose="020B0604020202020204" pitchFamily="34" charset="0"/>
                <a:ea typeface="MS UI Gothic" panose="020B0600070205080204" pitchFamily="50" charset="-128"/>
              </a:rPr>
              <a:t>Convert </a:t>
            </a:r>
            <a:r>
              <a:rPr lang="en-US" altLang="ja-JP" dirty="0" err="1">
                <a:latin typeface="Arial" panose="020B0604020202020204" pitchFamily="34" charset="0"/>
                <a:ea typeface="MS UI Gothic" panose="020B0600070205080204" pitchFamily="50" charset="-128"/>
              </a:rPr>
              <a:t>tư</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gia</a:t>
            </a:r>
            <a:r>
              <a:rPr lang="en-US" altLang="ja-JP" dirty="0">
                <a:latin typeface="Arial" panose="020B0604020202020204" pitchFamily="34" charset="0"/>
                <a:ea typeface="MS UI Gothic" panose="020B0600070205080204" pitchFamily="50" charset="-128"/>
              </a:rPr>
              <a:t>́ trị </a:t>
            </a:r>
            <a:r>
              <a:rPr lang="en-US" altLang="ja-JP" dirty="0" err="1">
                <a:latin typeface="Arial" panose="020B0604020202020204" pitchFamily="34" charset="0"/>
                <a:ea typeface="MS UI Gothic" panose="020B0600070205080204" pitchFamily="50" charset="-128"/>
              </a:rPr>
              <a:t>sô</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thành</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chuỗi</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ky</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tư</a:t>
            </a:r>
            <a:r>
              <a:rPr lang="ja-JP" altLang="en-US" dirty="0">
                <a:latin typeface="Arial" panose="020B0604020202020204" pitchFamily="34" charset="0"/>
              </a:rPr>
              <a:t>（</a:t>
            </a:r>
            <a:r>
              <a:rPr lang="en-US" altLang="ja-JP" dirty="0">
                <a:latin typeface="Arial" panose="020B0604020202020204" pitchFamily="34" charset="0"/>
              </a:rPr>
              <a:t>1</a:t>
            </a:r>
            <a:r>
              <a:rPr lang="ja-JP" altLang="en-US" dirty="0">
                <a:latin typeface="Arial" panose="020B0604020202020204" pitchFamily="34" charset="0"/>
              </a:rPr>
              <a:t>）</a:t>
            </a:r>
          </a:p>
        </p:txBody>
      </p:sp>
      <p:sp>
        <p:nvSpPr>
          <p:cNvPr id="746499" name="Rectangle 3">
            <a:extLst>
              <a:ext uri="{FF2B5EF4-FFF2-40B4-BE49-F238E27FC236}">
                <a16:creationId xmlns:a16="http://schemas.microsoft.com/office/drawing/2014/main" id="{E669AB3C-7858-9A85-68E9-F861A1ACF660}"/>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Convert từ giá trị số thành chuỗi ký tự</a:t>
            </a:r>
          </a:p>
          <a:p>
            <a:endParaRPr lang="en-US" altLang="ja-JP" sz="2400" b="0">
              <a:latin typeface="Arial" panose="020B0604020202020204" pitchFamily="34" charset="0"/>
            </a:endParaRPr>
          </a:p>
          <a:p>
            <a:endParaRPr lang="en-US" altLang="ja-JP" sz="2400" b="0">
              <a:latin typeface="Arial" panose="020B0604020202020204" pitchFamily="34" charset="0"/>
            </a:endParaRPr>
          </a:p>
          <a:p>
            <a:pPr>
              <a:buFont typeface="Wingdings" panose="05000000000000000000" pitchFamily="2" charset="2"/>
              <a:buNone/>
            </a:pPr>
            <a:r>
              <a:rPr lang="en-US" altLang="ja-JP" sz="2000" b="0">
                <a:latin typeface="Arial" panose="020B0604020202020204" pitchFamily="34" charset="0"/>
              </a:rPr>
              <a:t>●Ví dụ</a:t>
            </a:r>
          </a:p>
        </p:txBody>
      </p:sp>
      <p:sp>
        <p:nvSpPr>
          <p:cNvPr id="746500" name="Rectangle 4">
            <a:extLst>
              <a:ext uri="{FF2B5EF4-FFF2-40B4-BE49-F238E27FC236}">
                <a16:creationId xmlns:a16="http://schemas.microsoft.com/office/drawing/2014/main" id="{5D6A76DC-3776-4C23-8200-8DD5B8C4E31F}"/>
              </a:ext>
            </a:extLst>
          </p:cNvPr>
          <p:cNvSpPr>
            <a:spLocks noChangeArrowheads="1"/>
          </p:cNvSpPr>
          <p:nvPr/>
        </p:nvSpPr>
        <p:spPr bwMode="auto">
          <a:xfrm>
            <a:off x="344488" y="1282700"/>
            <a:ext cx="9120187" cy="4699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1900">
                <a:latin typeface="Arial" panose="020B0604020202020204" pitchFamily="34" charset="0"/>
              </a:rPr>
              <a:t>Wrapperclassname</a:t>
            </a:r>
            <a:r>
              <a:rPr lang="en-US" altLang="ja-JP" sz="1900">
                <a:latin typeface="Arial" panose="020B0604020202020204" pitchFamily="34" charset="0"/>
                <a:ea typeface="ＭＳ ゴシック" panose="020B0609070205080204" pitchFamily="49" charset="-128"/>
              </a:rPr>
              <a:t>.toString method</a:t>
            </a:r>
            <a:r>
              <a:rPr lang="en-US" altLang="ja-JP" sz="1900">
                <a:latin typeface="Arial" panose="020B0604020202020204" pitchFamily="34" charset="0"/>
              </a:rPr>
              <a:t>, hoặc, sử dụng </a:t>
            </a:r>
            <a:r>
              <a:rPr lang="en-US" altLang="ja-JP" sz="1900">
                <a:latin typeface="Arial" panose="020B0604020202020204" pitchFamily="34" charset="0"/>
                <a:ea typeface="ＭＳ ゴシック" panose="020B0609070205080204" pitchFamily="49" charset="-128"/>
              </a:rPr>
              <a:t>String.valueOf method.</a:t>
            </a:r>
            <a:endParaRPr lang="en-US" altLang="ja-JP" sz="1900">
              <a:latin typeface="Arial" panose="020B0604020202020204" pitchFamily="34" charset="0"/>
            </a:endParaRPr>
          </a:p>
        </p:txBody>
      </p:sp>
      <p:sp>
        <p:nvSpPr>
          <p:cNvPr id="746502" name="Rectangle 6">
            <a:extLst>
              <a:ext uri="{FF2B5EF4-FFF2-40B4-BE49-F238E27FC236}">
                <a16:creationId xmlns:a16="http://schemas.microsoft.com/office/drawing/2014/main" id="{3ABDBABE-B917-2E82-8E4C-691797B5EE17}"/>
              </a:ext>
            </a:extLst>
          </p:cNvPr>
          <p:cNvSpPr>
            <a:spLocks noChangeArrowheads="1"/>
          </p:cNvSpPr>
          <p:nvPr/>
        </p:nvSpPr>
        <p:spPr bwMode="auto">
          <a:xfrm>
            <a:off x="344488" y="2625724"/>
            <a:ext cx="9117013" cy="3452813"/>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46503" name="Text Box 7">
            <a:extLst>
              <a:ext uri="{FF2B5EF4-FFF2-40B4-BE49-F238E27FC236}">
                <a16:creationId xmlns:a16="http://schemas.microsoft.com/office/drawing/2014/main" id="{6B1E372E-6520-54C5-08F8-78ADB01E9FCD}"/>
              </a:ext>
            </a:extLst>
          </p:cNvPr>
          <p:cNvSpPr txBox="1">
            <a:spLocks noChangeArrowheads="1"/>
          </p:cNvSpPr>
          <p:nvPr/>
        </p:nvSpPr>
        <p:spPr bwMode="auto">
          <a:xfrm>
            <a:off x="3389313" y="4562475"/>
            <a:ext cx="781050" cy="376238"/>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800" b="0">
                <a:latin typeface="ＭＳ ゴシック" panose="020B0609070205080204" pitchFamily="49" charset="-128"/>
                <a:ea typeface="ＭＳ ゴシック" panose="020B0609070205080204" pitchFamily="49" charset="-128"/>
              </a:rPr>
              <a:t>xxxx</a:t>
            </a:r>
          </a:p>
        </p:txBody>
      </p:sp>
      <p:sp>
        <p:nvSpPr>
          <p:cNvPr id="746504" name="Text Box 8">
            <a:extLst>
              <a:ext uri="{FF2B5EF4-FFF2-40B4-BE49-F238E27FC236}">
                <a16:creationId xmlns:a16="http://schemas.microsoft.com/office/drawing/2014/main" id="{BD69B535-F23B-B570-432B-E24D47DE7BEF}"/>
              </a:ext>
            </a:extLst>
          </p:cNvPr>
          <p:cNvSpPr txBox="1">
            <a:spLocks noChangeArrowheads="1"/>
          </p:cNvSpPr>
          <p:nvPr/>
        </p:nvSpPr>
        <p:spPr bwMode="auto">
          <a:xfrm>
            <a:off x="2139950" y="4549775"/>
            <a:ext cx="1685925" cy="366713"/>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800" b="0">
                <a:latin typeface="ＭＳ ゴシック" panose="020B0609070205080204" pitchFamily="49" charset="-128"/>
                <a:ea typeface="ＭＳ ゴシック" panose="020B0609070205080204" pitchFamily="49" charset="-128"/>
              </a:rPr>
              <a:t>strAmount</a:t>
            </a:r>
          </a:p>
        </p:txBody>
      </p:sp>
      <p:sp>
        <p:nvSpPr>
          <p:cNvPr id="746505" name="Cloud">
            <a:extLst>
              <a:ext uri="{FF2B5EF4-FFF2-40B4-BE49-F238E27FC236}">
                <a16:creationId xmlns:a16="http://schemas.microsoft.com/office/drawing/2014/main" id="{7CE88109-7B45-3D92-7383-A7E6F1573515}"/>
              </a:ext>
            </a:extLst>
          </p:cNvPr>
          <p:cNvSpPr>
            <a:spLocks noChangeAspect="1" noEditPoints="1" noChangeArrowheads="1"/>
          </p:cNvSpPr>
          <p:nvPr/>
        </p:nvSpPr>
        <p:spPr bwMode="auto">
          <a:xfrm>
            <a:off x="6410325" y="4171950"/>
            <a:ext cx="2605088" cy="1603375"/>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0" y="11192"/>
                  <a:pt x="409" y="12169"/>
                  <a:pt x="1074" y="12702"/>
                </a:cubicBezTo>
                <a:lnTo>
                  <a:pt x="1063" y="12668"/>
                </a:lnTo>
                <a:cubicBezTo>
                  <a:pt x="685" y="13217"/>
                  <a:pt x="475" y="13940"/>
                  <a:pt x="475" y="14690"/>
                </a:cubicBezTo>
                <a:cubicBezTo>
                  <a:pt x="475" y="16325"/>
                  <a:pt x="1451" y="17650"/>
                  <a:pt x="2655" y="17650"/>
                </a:cubicBezTo>
                <a:cubicBezTo>
                  <a:pt x="2739" y="17649"/>
                  <a:pt x="2824" y="17643"/>
                  <a:pt x="2909" y="17629"/>
                </a:cubicBezTo>
                <a:lnTo>
                  <a:pt x="2897" y="17649"/>
                </a:lnTo>
                <a:cubicBezTo>
                  <a:pt x="3585" y="19288"/>
                  <a:pt x="4863" y="20299"/>
                  <a:pt x="6247" y="20299"/>
                </a:cubicBezTo>
                <a:cubicBezTo>
                  <a:pt x="6947" y="20299"/>
                  <a:pt x="7635" y="20039"/>
                  <a:pt x="8235" y="19546"/>
                </a:cubicBezTo>
                <a:lnTo>
                  <a:pt x="8229" y="19550"/>
                </a:lnTo>
                <a:cubicBezTo>
                  <a:pt x="8855" y="20829"/>
                  <a:pt x="9908" y="21596"/>
                  <a:pt x="11036" y="21596"/>
                </a:cubicBezTo>
                <a:cubicBezTo>
                  <a:pt x="12523" y="21596"/>
                  <a:pt x="13836" y="20267"/>
                  <a:pt x="14267" y="18324"/>
                </a:cubicBezTo>
                <a:lnTo>
                  <a:pt x="14270" y="18350"/>
                </a:lnTo>
                <a:cubicBezTo>
                  <a:pt x="14730" y="18740"/>
                  <a:pt x="15260" y="18946"/>
                  <a:pt x="15802" y="18946"/>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0"/>
                  <a:pt x="15367" y="426"/>
                  <a:pt x="14905" y="1165"/>
                </a:cubicBezTo>
                <a:lnTo>
                  <a:pt x="14909" y="1170"/>
                </a:lnTo>
                <a:cubicBezTo>
                  <a:pt x="14497" y="432"/>
                  <a:pt x="13855" y="0"/>
                  <a:pt x="13174" y="0"/>
                </a:cubicBezTo>
                <a:cubicBezTo>
                  <a:pt x="12347" y="0"/>
                  <a:pt x="11590" y="637"/>
                  <a:pt x="11221" y="1645"/>
                </a:cubicBezTo>
                <a:lnTo>
                  <a:pt x="11229" y="1694"/>
                </a:lnTo>
                <a:cubicBezTo>
                  <a:pt x="10730" y="1024"/>
                  <a:pt x="10058" y="650"/>
                  <a:pt x="9358" y="650"/>
                </a:cubicBezTo>
                <a:cubicBezTo>
                  <a:pt x="8372" y="650"/>
                  <a:pt x="7466" y="1391"/>
                  <a:pt x="7003" y="2578"/>
                </a:cubicBezTo>
                <a:lnTo>
                  <a:pt x="6995" y="2602"/>
                </a:lnTo>
                <a:cubicBezTo>
                  <a:pt x="6477" y="2189"/>
                  <a:pt x="5888" y="1972"/>
                  <a:pt x="5288" y="1972"/>
                </a:cubicBezTo>
                <a:cubicBezTo>
                  <a:pt x="3423" y="1972"/>
                  <a:pt x="1912" y="4029"/>
                  <a:pt x="1912" y="6567"/>
                </a:cubicBezTo>
                <a:cubicBezTo>
                  <a:pt x="1912" y="6774"/>
                  <a:pt x="1922" y="6981"/>
                  <a:pt x="1942" y="7186"/>
                </a:cubicBezTo>
                <a:close/>
              </a:path>
              <a:path w="21600" h="21600" fill="none" extrusionOk="0">
                <a:moveTo>
                  <a:pt x="1074" y="12702"/>
                </a:moveTo>
                <a:cubicBezTo>
                  <a:pt x="1407" y="12969"/>
                  <a:pt x="1786" y="13109"/>
                  <a:pt x="2172" y="13109"/>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FFFFCC"/>
          </a:solidFill>
          <a:ln w="9525">
            <a:solidFill>
              <a:srgbClr val="000000"/>
            </a:solidFill>
            <a:miter lim="800000"/>
            <a:headEnd/>
            <a:tailEnd/>
          </a:ln>
          <a:effectLst>
            <a:outerShdw dist="107763" dir="2700000" algn="ctr" rotWithShape="0">
              <a:srgbClr val="808080"/>
            </a:outerShdw>
          </a:effectLst>
        </p:spPr>
        <p:txBody>
          <a:bodyPr/>
          <a:lstStyle/>
          <a:p>
            <a:endParaRPr lang="ja-JP" altLang="en-US"/>
          </a:p>
        </p:txBody>
      </p:sp>
      <p:sp>
        <p:nvSpPr>
          <p:cNvPr id="746506" name="Rectangle 10">
            <a:extLst>
              <a:ext uri="{FF2B5EF4-FFF2-40B4-BE49-F238E27FC236}">
                <a16:creationId xmlns:a16="http://schemas.microsoft.com/office/drawing/2014/main" id="{59AF8035-1F2E-A561-674B-FE15D3BE7BD1}"/>
              </a:ext>
            </a:extLst>
          </p:cNvPr>
          <p:cNvSpPr>
            <a:spLocks noChangeArrowheads="1"/>
          </p:cNvSpPr>
          <p:nvPr/>
        </p:nvSpPr>
        <p:spPr bwMode="auto">
          <a:xfrm>
            <a:off x="5786438" y="4395788"/>
            <a:ext cx="9271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altLang="ja-JP" sz="1800">
                <a:latin typeface="ＭＳ ゴシック" panose="020B0609070205080204" pitchFamily="49" charset="-128"/>
                <a:ea typeface="ＭＳ ゴシック" panose="020B0609070205080204" pitchFamily="49" charset="-128"/>
              </a:rPr>
              <a:t>xxxx</a:t>
            </a:r>
          </a:p>
        </p:txBody>
      </p:sp>
      <p:sp>
        <p:nvSpPr>
          <p:cNvPr id="746507" name="Text Box 11">
            <a:extLst>
              <a:ext uri="{FF2B5EF4-FFF2-40B4-BE49-F238E27FC236}">
                <a16:creationId xmlns:a16="http://schemas.microsoft.com/office/drawing/2014/main" id="{6D40A52D-DB8F-DD2D-FFAB-5439E054ABBE}"/>
              </a:ext>
            </a:extLst>
          </p:cNvPr>
          <p:cNvSpPr txBox="1">
            <a:spLocks noChangeArrowheads="1"/>
          </p:cNvSpPr>
          <p:nvPr/>
        </p:nvSpPr>
        <p:spPr bwMode="auto">
          <a:xfrm>
            <a:off x="3382963" y="3082925"/>
            <a:ext cx="869950" cy="376238"/>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800" b="0">
                <a:latin typeface="ＭＳ ゴシック" panose="020B0609070205080204" pitchFamily="49" charset="-128"/>
                <a:ea typeface="ＭＳ ゴシック" panose="020B0609070205080204" pitchFamily="49" charset="-128"/>
              </a:rPr>
              <a:t>5250</a:t>
            </a:r>
          </a:p>
        </p:txBody>
      </p:sp>
      <p:sp>
        <p:nvSpPr>
          <p:cNvPr id="746508" name="Text Box 12">
            <a:extLst>
              <a:ext uri="{FF2B5EF4-FFF2-40B4-BE49-F238E27FC236}">
                <a16:creationId xmlns:a16="http://schemas.microsoft.com/office/drawing/2014/main" id="{F6B9686E-8D1E-177D-9DAF-928F412E6C77}"/>
              </a:ext>
            </a:extLst>
          </p:cNvPr>
          <p:cNvSpPr txBox="1">
            <a:spLocks noChangeArrowheads="1"/>
          </p:cNvSpPr>
          <p:nvPr/>
        </p:nvSpPr>
        <p:spPr bwMode="auto">
          <a:xfrm>
            <a:off x="2139950" y="3070225"/>
            <a:ext cx="1685925" cy="366713"/>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800" b="0">
                <a:latin typeface="ＭＳ ゴシック" panose="020B0609070205080204" pitchFamily="49" charset="-128"/>
                <a:ea typeface="ＭＳ ゴシック" panose="020B0609070205080204" pitchFamily="49" charset="-128"/>
              </a:rPr>
              <a:t>intAmount</a:t>
            </a:r>
          </a:p>
        </p:txBody>
      </p:sp>
      <p:sp>
        <p:nvSpPr>
          <p:cNvPr id="746509" name="Line 13">
            <a:extLst>
              <a:ext uri="{FF2B5EF4-FFF2-40B4-BE49-F238E27FC236}">
                <a16:creationId xmlns:a16="http://schemas.microsoft.com/office/drawing/2014/main" id="{561B4A1E-11C9-3F73-D6FD-5DCC829D19A2}"/>
              </a:ext>
            </a:extLst>
          </p:cNvPr>
          <p:cNvSpPr>
            <a:spLocks noChangeShapeType="1"/>
          </p:cNvSpPr>
          <p:nvPr/>
        </p:nvSpPr>
        <p:spPr bwMode="auto">
          <a:xfrm flipV="1">
            <a:off x="4198938" y="4743450"/>
            <a:ext cx="1709737" cy="33338"/>
          </a:xfrm>
          <a:prstGeom prst="line">
            <a:avLst/>
          </a:prstGeom>
          <a:noFill/>
          <a:ln w="38100">
            <a:solidFill>
              <a:srgbClr val="00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46510" name="AutoShape 14">
            <a:extLst>
              <a:ext uri="{FF2B5EF4-FFF2-40B4-BE49-F238E27FC236}">
                <a16:creationId xmlns:a16="http://schemas.microsoft.com/office/drawing/2014/main" id="{AD1FDE0B-343C-AA8C-8C2B-2AA2642E4E35}"/>
              </a:ext>
            </a:extLst>
          </p:cNvPr>
          <p:cNvSpPr>
            <a:spLocks noChangeArrowheads="1"/>
          </p:cNvSpPr>
          <p:nvPr/>
        </p:nvSpPr>
        <p:spPr bwMode="auto">
          <a:xfrm rot="5400000">
            <a:off x="3378200" y="3706813"/>
            <a:ext cx="698500" cy="323850"/>
          </a:xfrm>
          <a:prstGeom prst="rightArrow">
            <a:avLst>
              <a:gd name="adj1" fmla="val 50000"/>
              <a:gd name="adj2" fmla="val 53922"/>
            </a:avLst>
          </a:prstGeom>
          <a:solidFill>
            <a:srgbClr val="0000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46511" name="AutoShape 15">
            <a:extLst>
              <a:ext uri="{FF2B5EF4-FFF2-40B4-BE49-F238E27FC236}">
                <a16:creationId xmlns:a16="http://schemas.microsoft.com/office/drawing/2014/main" id="{6B8186F0-A280-E56E-D1C6-75335E0CA9BB}"/>
              </a:ext>
            </a:extLst>
          </p:cNvPr>
          <p:cNvSpPr>
            <a:spLocks noChangeArrowheads="1"/>
          </p:cNvSpPr>
          <p:nvPr/>
        </p:nvSpPr>
        <p:spPr bwMode="auto">
          <a:xfrm>
            <a:off x="5262563" y="2651125"/>
            <a:ext cx="3868737" cy="1460500"/>
          </a:xfrm>
          <a:prstGeom prst="wedgeRoundRectCallout">
            <a:avLst>
              <a:gd name="adj1" fmla="val -67111"/>
              <a:gd name="adj2" fmla="val 19894"/>
              <a:gd name="adj3" fmla="val 16667"/>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5441" tIns="47720" rIns="95441" bIns="47720"/>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77838"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28750"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800" b="0" dirty="0" err="1">
                <a:latin typeface="+mj-lt"/>
                <a:ea typeface="ＭＳ ゴシック" panose="020B0609070205080204" pitchFamily="49" charset="-128"/>
              </a:rPr>
              <a:t>Sư</a:t>
            </a:r>
            <a:r>
              <a:rPr lang="en-US" altLang="ja-JP" sz="1800" b="0" dirty="0">
                <a:latin typeface="+mj-lt"/>
                <a:ea typeface="ＭＳ ゴシック" panose="020B0609070205080204" pitchFamily="49" charset="-128"/>
              </a:rPr>
              <a:t>̉ </a:t>
            </a:r>
            <a:r>
              <a:rPr lang="en-US" altLang="ja-JP" sz="1800" b="0" dirty="0" err="1">
                <a:latin typeface="+mj-lt"/>
                <a:ea typeface="ＭＳ ゴシック" panose="020B0609070205080204" pitchFamily="49" charset="-128"/>
              </a:rPr>
              <a:t>dụng</a:t>
            </a:r>
            <a:r>
              <a:rPr lang="en-US" altLang="ja-JP" sz="1800" b="0" dirty="0">
                <a:latin typeface="+mj-lt"/>
                <a:ea typeface="ＭＳ ゴシック" panose="020B0609070205080204" pitchFamily="49" charset="-128"/>
              </a:rPr>
              <a:t> </a:t>
            </a:r>
            <a:r>
              <a:rPr lang="en-US" altLang="ja-JP" sz="1800" b="0" dirty="0" err="1">
                <a:latin typeface="+mj-lt"/>
                <a:ea typeface="ＭＳ ゴシック" panose="020B0609070205080204" pitchFamily="49" charset="-128"/>
              </a:rPr>
              <a:t>Integer.toString</a:t>
            </a:r>
            <a:r>
              <a:rPr lang="en-US" altLang="ja-JP" sz="1800" b="0" dirty="0">
                <a:latin typeface="+mj-lt"/>
                <a:ea typeface="ＭＳ ゴシック" panose="020B0609070205080204" pitchFamily="49" charset="-128"/>
              </a:rPr>
              <a:t>(</a:t>
            </a:r>
            <a:r>
              <a:rPr lang="en-US" altLang="ja-JP" sz="1800" b="0" dirty="0" err="1">
                <a:latin typeface="+mj-lt"/>
                <a:ea typeface="ＭＳ ゴシック" panose="020B0609070205080204" pitchFamily="49" charset="-128"/>
              </a:rPr>
              <a:t>intAmount</a:t>
            </a:r>
            <a:r>
              <a:rPr lang="en-US" altLang="ja-JP" sz="1800" b="0" dirty="0">
                <a:latin typeface="+mj-lt"/>
                <a:ea typeface="ＭＳ ゴシック" panose="020B0609070205080204" pitchFamily="49" charset="-128"/>
              </a:rPr>
              <a:t>)</a:t>
            </a:r>
            <a:br>
              <a:rPr lang="en-US" altLang="ja-JP" sz="1800" b="0" dirty="0">
                <a:latin typeface="+mj-lt"/>
                <a:ea typeface="ＭＳ ゴシック" panose="020B0609070205080204" pitchFamily="49" charset="-128"/>
              </a:rPr>
            </a:br>
            <a:r>
              <a:rPr lang="en-US" altLang="ja-JP" sz="1800" b="0" dirty="0" err="1">
                <a:latin typeface="+mj-lt"/>
                <a:ea typeface="ＭＳ ゴシック" panose="020B0609070205080204" pitchFamily="49" charset="-128"/>
              </a:rPr>
              <a:t>hoặc</a:t>
            </a:r>
            <a:br>
              <a:rPr lang="en-US" altLang="ja-JP" sz="1800" b="0" dirty="0">
                <a:latin typeface="+mj-lt"/>
                <a:ea typeface="MS UI Gothic" panose="020B0600070205080204" pitchFamily="50" charset="-128"/>
              </a:rPr>
            </a:br>
            <a:r>
              <a:rPr lang="en-US" altLang="ja-JP" sz="1800" b="0" dirty="0" err="1">
                <a:latin typeface="+mj-lt"/>
                <a:ea typeface="ＭＳ ゴシック" panose="020B0609070205080204" pitchFamily="49" charset="-128"/>
              </a:rPr>
              <a:t>String.valueOf</a:t>
            </a:r>
            <a:r>
              <a:rPr lang="en-US" altLang="ja-JP" sz="1800" b="0" dirty="0">
                <a:latin typeface="+mj-lt"/>
                <a:ea typeface="ＭＳ ゴシック" panose="020B0609070205080204" pitchFamily="49" charset="-128"/>
              </a:rPr>
              <a:t>(</a:t>
            </a:r>
            <a:r>
              <a:rPr lang="en-US" altLang="ja-JP" sz="1800" b="0" dirty="0" err="1">
                <a:latin typeface="+mj-lt"/>
                <a:ea typeface="ＭＳ ゴシック" panose="020B0609070205080204" pitchFamily="49" charset="-128"/>
              </a:rPr>
              <a:t>intAmount</a:t>
            </a:r>
            <a:r>
              <a:rPr lang="en-US" altLang="ja-JP" sz="1800" b="0" dirty="0">
                <a:latin typeface="+mj-lt"/>
                <a:ea typeface="ＭＳ ゴシック" panose="020B0609070205080204" pitchFamily="49" charset="-128"/>
              </a:rPr>
              <a:t>)</a:t>
            </a:r>
          </a:p>
          <a:p>
            <a:pPr algn="ctr"/>
            <a:r>
              <a:rPr lang="en-US" altLang="ja-JP" sz="1800" b="0" dirty="0" err="1">
                <a:latin typeface="+mj-lt"/>
                <a:ea typeface="MS UI Gothic" panose="020B0600070205080204" pitchFamily="50" charset="-128"/>
              </a:rPr>
              <a:t>đê</a:t>
            </a:r>
            <a:r>
              <a:rPr lang="en-US" altLang="ja-JP" sz="1800" b="0" dirty="0">
                <a:latin typeface="+mj-lt"/>
                <a:ea typeface="MS UI Gothic" panose="020B0600070205080204" pitchFamily="50" charset="-128"/>
              </a:rPr>
              <a:t>̉ convert</a:t>
            </a:r>
          </a:p>
        </p:txBody>
      </p:sp>
      <p:sp>
        <p:nvSpPr>
          <p:cNvPr id="746512" name="Rectangle 16">
            <a:extLst>
              <a:ext uri="{FF2B5EF4-FFF2-40B4-BE49-F238E27FC236}">
                <a16:creationId xmlns:a16="http://schemas.microsoft.com/office/drawing/2014/main" id="{147FBC8F-5BD4-AA10-EF59-F4267BDD248B}"/>
              </a:ext>
            </a:extLst>
          </p:cNvPr>
          <p:cNvSpPr>
            <a:spLocks noChangeArrowheads="1"/>
          </p:cNvSpPr>
          <p:nvPr/>
        </p:nvSpPr>
        <p:spPr bwMode="auto">
          <a:xfrm>
            <a:off x="3886200" y="3684588"/>
            <a:ext cx="10668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en-US" altLang="ja-JP" sz="1800" dirty="0">
                <a:solidFill>
                  <a:srgbClr val="0000FF"/>
                </a:solidFill>
              </a:rPr>
              <a:t>Convert</a:t>
            </a:r>
          </a:p>
        </p:txBody>
      </p:sp>
      <p:sp>
        <p:nvSpPr>
          <p:cNvPr id="746513" name="Rectangle 17">
            <a:extLst>
              <a:ext uri="{FF2B5EF4-FFF2-40B4-BE49-F238E27FC236}">
                <a16:creationId xmlns:a16="http://schemas.microsoft.com/office/drawing/2014/main" id="{B67F7492-260E-7194-9FB7-5E1C757B1F00}"/>
              </a:ext>
            </a:extLst>
          </p:cNvPr>
          <p:cNvSpPr>
            <a:spLocks noChangeArrowheads="1"/>
          </p:cNvSpPr>
          <p:nvPr/>
        </p:nvSpPr>
        <p:spPr bwMode="auto">
          <a:xfrm>
            <a:off x="674688" y="4135438"/>
            <a:ext cx="8899525"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1800" b="0">
                <a:latin typeface="Arial" panose="020B0604020202020204" pitchFamily="34" charset="0"/>
              </a:rPr>
              <a:t>●Biến số kiểu chuỗi ký tự(</a:t>
            </a:r>
            <a:r>
              <a:rPr lang="en-US" altLang="ja-JP" sz="1800" b="0">
                <a:latin typeface="Arial" panose="020B0604020202020204" pitchFamily="34" charset="0"/>
                <a:ea typeface="ＭＳ ゴシック" panose="020B0609070205080204" pitchFamily="49" charset="-128"/>
              </a:rPr>
              <a:t>String</a:t>
            </a:r>
            <a:r>
              <a:rPr lang="en-US" altLang="ja-JP" sz="1800" b="0">
                <a:latin typeface="Arial" panose="020B0604020202020204" pitchFamily="34" charset="0"/>
              </a:rPr>
              <a:t>)</a:t>
            </a:r>
            <a:endParaRPr lang="en-US" altLang="ja-JP" sz="2400" b="0">
              <a:latin typeface="Arial" panose="020B0604020202020204" pitchFamily="34" charset="0"/>
            </a:endParaRPr>
          </a:p>
        </p:txBody>
      </p:sp>
      <p:sp>
        <p:nvSpPr>
          <p:cNvPr id="746514" name="Rectangle 18">
            <a:extLst>
              <a:ext uri="{FF2B5EF4-FFF2-40B4-BE49-F238E27FC236}">
                <a16:creationId xmlns:a16="http://schemas.microsoft.com/office/drawing/2014/main" id="{CA660843-2637-5AC9-A6E2-94A962C80DA2}"/>
              </a:ext>
            </a:extLst>
          </p:cNvPr>
          <p:cNvSpPr>
            <a:spLocks noChangeArrowheads="1"/>
          </p:cNvSpPr>
          <p:nvPr/>
        </p:nvSpPr>
        <p:spPr bwMode="auto">
          <a:xfrm>
            <a:off x="674688" y="2687638"/>
            <a:ext cx="8899525"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1800" b="0">
                <a:latin typeface="Arial" panose="020B0604020202020204" pitchFamily="34" charset="0"/>
              </a:rPr>
              <a:t>●Biến số kiểu số nguyên (</a:t>
            </a:r>
            <a:r>
              <a:rPr lang="en-US" altLang="ja-JP" sz="1800" b="0">
                <a:latin typeface="Arial" panose="020B0604020202020204" pitchFamily="34" charset="0"/>
                <a:ea typeface="ＭＳ ゴシック" panose="020B0609070205080204" pitchFamily="49" charset="-128"/>
              </a:rPr>
              <a:t>int</a:t>
            </a:r>
            <a:r>
              <a:rPr lang="en-US" altLang="ja-JP" sz="1800" b="0">
                <a:latin typeface="Arial" panose="020B0604020202020204" pitchFamily="34" charset="0"/>
              </a:rPr>
              <a:t>)</a:t>
            </a:r>
            <a:endParaRPr lang="en-US" altLang="ja-JP" sz="2400" b="0">
              <a:latin typeface="Arial" panose="020B0604020202020204" pitchFamily="34" charset="0"/>
            </a:endParaRPr>
          </a:p>
        </p:txBody>
      </p:sp>
      <p:sp>
        <p:nvSpPr>
          <p:cNvPr id="746515" name="Text Box 19">
            <a:extLst>
              <a:ext uri="{FF2B5EF4-FFF2-40B4-BE49-F238E27FC236}">
                <a16:creationId xmlns:a16="http://schemas.microsoft.com/office/drawing/2014/main" id="{24BF08D4-CA32-3A2C-B138-568D5305CCB6}"/>
              </a:ext>
            </a:extLst>
          </p:cNvPr>
          <p:cNvSpPr txBox="1">
            <a:spLocks noChangeArrowheads="1"/>
          </p:cNvSpPr>
          <p:nvPr/>
        </p:nvSpPr>
        <p:spPr bwMode="auto">
          <a:xfrm>
            <a:off x="6889750" y="4740275"/>
            <a:ext cx="1685925" cy="366713"/>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800">
                <a:latin typeface="ＭＳ ゴシック" panose="020B0609070205080204" pitchFamily="49" charset="-128"/>
                <a:ea typeface="ＭＳ ゴシック" panose="020B0609070205080204" pitchFamily="49" charset="-128"/>
              </a:rPr>
              <a:t>"5250"</a:t>
            </a:r>
          </a:p>
        </p:txBody>
      </p:sp>
      <p:sp>
        <p:nvSpPr>
          <p:cNvPr id="746516" name="Oval 20">
            <a:extLst>
              <a:ext uri="{FF2B5EF4-FFF2-40B4-BE49-F238E27FC236}">
                <a16:creationId xmlns:a16="http://schemas.microsoft.com/office/drawing/2014/main" id="{6B1BF7BE-48CD-81BF-F17F-0B81EDACA1D7}"/>
              </a:ext>
            </a:extLst>
          </p:cNvPr>
          <p:cNvSpPr>
            <a:spLocks noChangeArrowheads="1"/>
          </p:cNvSpPr>
          <p:nvPr/>
        </p:nvSpPr>
        <p:spPr bwMode="auto">
          <a:xfrm>
            <a:off x="2962275" y="3676650"/>
            <a:ext cx="438150" cy="447675"/>
          </a:xfrm>
          <a:prstGeom prst="ellipse">
            <a:avLst/>
          </a:prstGeom>
          <a:noFill/>
          <a:ln w="31750" algn="ctr">
            <a:solidFill>
              <a:srgbClr val="FF0000"/>
            </a:solidFill>
            <a:round/>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4D1635C0-30B4-B640-66C4-4DC87CE9ECB6}"/>
              </a:ext>
            </a:extLst>
          </p:cNvPr>
          <p:cNvSpPr>
            <a:spLocks noGrp="1"/>
          </p:cNvSpPr>
          <p:nvPr>
            <p:ph type="sldNum" sz="quarter" idx="10"/>
          </p:nvPr>
        </p:nvSpPr>
        <p:spPr/>
        <p:txBody>
          <a:bodyPr/>
          <a:lstStyle/>
          <a:p>
            <a:fld id="{BDC94CFF-65FE-49A6-AF2B-128D771294CF}" type="slidenum">
              <a:rPr lang="en-US" altLang="ja-JP"/>
              <a:pPr/>
              <a:t>23</a:t>
            </a:fld>
            <a:endParaRPr lang="en-US" altLang="ja-JP"/>
          </a:p>
        </p:txBody>
      </p:sp>
      <p:sp>
        <p:nvSpPr>
          <p:cNvPr id="764930" name="Rectangle 2">
            <a:extLst>
              <a:ext uri="{FF2B5EF4-FFF2-40B4-BE49-F238E27FC236}">
                <a16:creationId xmlns:a16="http://schemas.microsoft.com/office/drawing/2014/main" id="{EAA36732-B8C7-8C7D-FC05-B3C01AFA47E6}"/>
              </a:ext>
            </a:extLst>
          </p:cNvPr>
          <p:cNvSpPr>
            <a:spLocks noGrp="1" noChangeArrowheads="1"/>
          </p:cNvSpPr>
          <p:nvPr>
            <p:ph type="title"/>
          </p:nvPr>
        </p:nvSpPr>
        <p:spPr>
          <a:xfrm>
            <a:off x="344488" y="311102"/>
            <a:ext cx="9217025" cy="490537"/>
          </a:xfrm>
        </p:spPr>
        <p:txBody>
          <a:bodyPr>
            <a:normAutofit fontScale="90000"/>
          </a:bodyPr>
          <a:lstStyle/>
          <a:p>
            <a:r>
              <a:rPr lang="en-US" altLang="ja-JP" dirty="0">
                <a:latin typeface="Arial" panose="020B0604020202020204" pitchFamily="34" charset="0"/>
              </a:rPr>
              <a:t>Convert </a:t>
            </a:r>
            <a:r>
              <a:rPr lang="en-US" altLang="ja-JP" dirty="0" err="1">
                <a:latin typeface="Arial" panose="020B0604020202020204" pitchFamily="34" charset="0"/>
              </a:rPr>
              <a:t>từ</a:t>
            </a:r>
            <a:r>
              <a:rPr lang="en-US" altLang="ja-JP" dirty="0">
                <a:latin typeface="Arial" panose="020B0604020202020204" pitchFamily="34" charset="0"/>
              </a:rPr>
              <a:t> </a:t>
            </a:r>
            <a:r>
              <a:rPr lang="en-US" altLang="ja-JP" dirty="0" err="1">
                <a:latin typeface="Arial" panose="020B0604020202020204" pitchFamily="34" charset="0"/>
              </a:rPr>
              <a:t>gia</a:t>
            </a:r>
            <a:r>
              <a:rPr lang="en-US" altLang="ja-JP" dirty="0">
                <a:latin typeface="Arial" panose="020B0604020202020204" pitchFamily="34" charset="0"/>
              </a:rPr>
              <a:t>́ trị </a:t>
            </a:r>
            <a:r>
              <a:rPr lang="en-US" altLang="ja-JP" dirty="0" err="1">
                <a:latin typeface="Arial" panose="020B0604020202020204" pitchFamily="34" charset="0"/>
              </a:rPr>
              <a:t>sô</a:t>
            </a:r>
            <a:r>
              <a:rPr lang="en-US" altLang="ja-JP" dirty="0">
                <a:latin typeface="Arial" panose="020B0604020202020204" pitchFamily="34" charset="0"/>
              </a:rPr>
              <a:t>́ </a:t>
            </a:r>
            <a:r>
              <a:rPr lang="en-US" altLang="ja-JP" dirty="0" err="1">
                <a:latin typeface="Arial" panose="020B0604020202020204" pitchFamily="34" charset="0"/>
              </a:rPr>
              <a:t>thành</a:t>
            </a:r>
            <a:r>
              <a:rPr lang="en-US" altLang="ja-JP" dirty="0">
                <a:latin typeface="Arial" panose="020B0604020202020204" pitchFamily="34" charset="0"/>
              </a:rPr>
              <a:t> </a:t>
            </a:r>
            <a:r>
              <a:rPr lang="en-US" altLang="ja-JP" dirty="0" err="1">
                <a:latin typeface="Arial" panose="020B0604020202020204" pitchFamily="34" charset="0"/>
              </a:rPr>
              <a:t>chuỗi</a:t>
            </a:r>
            <a:r>
              <a:rPr lang="en-US" altLang="ja-JP" dirty="0">
                <a:latin typeface="Arial" panose="020B0604020202020204" pitchFamily="34" charset="0"/>
              </a:rPr>
              <a:t> </a:t>
            </a:r>
            <a:r>
              <a:rPr lang="en-US" altLang="ja-JP" dirty="0" err="1">
                <a:latin typeface="Arial" panose="020B0604020202020204" pitchFamily="34" charset="0"/>
              </a:rPr>
              <a:t>ky</a:t>
            </a:r>
            <a:r>
              <a:rPr lang="en-US" altLang="ja-JP" dirty="0">
                <a:latin typeface="Arial" panose="020B0604020202020204" pitchFamily="34" charset="0"/>
              </a:rPr>
              <a:t>́ </a:t>
            </a:r>
            <a:r>
              <a:rPr lang="en-US" altLang="ja-JP" dirty="0" err="1">
                <a:latin typeface="Arial" panose="020B0604020202020204" pitchFamily="34" charset="0"/>
              </a:rPr>
              <a:t>tư</a:t>
            </a:r>
            <a:r>
              <a:rPr lang="en-US" altLang="ja-JP" dirty="0">
                <a:latin typeface="Arial" panose="020B0604020202020204" pitchFamily="34" charset="0"/>
              </a:rPr>
              <a:t>̣</a:t>
            </a:r>
            <a:r>
              <a:rPr lang="en-US" altLang="en-US" dirty="0">
                <a:latin typeface="Arial" panose="020B0604020202020204" pitchFamily="34" charset="0"/>
              </a:rPr>
              <a:t>（</a:t>
            </a:r>
            <a:r>
              <a:rPr lang="en-US" altLang="ja-JP" dirty="0">
                <a:latin typeface="Arial" panose="020B0604020202020204" pitchFamily="34" charset="0"/>
              </a:rPr>
              <a:t>2</a:t>
            </a:r>
            <a:r>
              <a:rPr lang="en-US" altLang="en-US" dirty="0">
                <a:latin typeface="Arial" panose="020B0604020202020204" pitchFamily="34" charset="0"/>
              </a:rPr>
              <a:t>）</a:t>
            </a:r>
            <a:endParaRPr lang="ja-JP" altLang="en-US" dirty="0">
              <a:latin typeface="Arial" panose="020B0604020202020204" pitchFamily="34" charset="0"/>
            </a:endParaRPr>
          </a:p>
        </p:txBody>
      </p:sp>
      <p:sp>
        <p:nvSpPr>
          <p:cNvPr id="764931" name="Rectangle 3">
            <a:extLst>
              <a:ext uri="{FF2B5EF4-FFF2-40B4-BE49-F238E27FC236}">
                <a16:creationId xmlns:a16="http://schemas.microsoft.com/office/drawing/2014/main" id="{1B967E8E-3941-A722-5D40-56F5CA7FB055}"/>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764932" name="Rectangle 4">
            <a:extLst>
              <a:ext uri="{FF2B5EF4-FFF2-40B4-BE49-F238E27FC236}">
                <a16:creationId xmlns:a16="http://schemas.microsoft.com/office/drawing/2014/main" id="{AB58F435-C3A1-E9C3-8350-5DBCB117A758}"/>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Convert từ giá trị số thành chuỗi ký tự</a:t>
            </a:r>
          </a:p>
          <a:p>
            <a:pPr>
              <a:spcBef>
                <a:spcPct val="50000"/>
              </a:spcBef>
              <a:buFont typeface="Wingdings" panose="05000000000000000000" pitchFamily="2" charset="2"/>
              <a:buNone/>
            </a:pPr>
            <a:r>
              <a:rPr lang="en-US" altLang="ja-JP" sz="2000" b="0">
                <a:latin typeface="Arial" panose="020B0604020202020204" pitchFamily="34" charset="0"/>
              </a:rPr>
              <a:t>●Cú pháp cơ bản</a:t>
            </a:r>
          </a:p>
          <a:p>
            <a:pPr>
              <a:spcBef>
                <a:spcPct val="50000"/>
              </a:spcBef>
              <a:buFont typeface="Wingdings" panose="05000000000000000000" pitchFamily="2" charset="2"/>
              <a:buNone/>
            </a:pPr>
            <a:endParaRPr lang="en-US" altLang="ja-JP" sz="2400" b="0">
              <a:latin typeface="Arial" panose="020B0604020202020204" pitchFamily="34" charset="0"/>
            </a:endParaRPr>
          </a:p>
        </p:txBody>
      </p:sp>
      <p:sp>
        <p:nvSpPr>
          <p:cNvPr id="764933" name="Rectangle 5">
            <a:extLst>
              <a:ext uri="{FF2B5EF4-FFF2-40B4-BE49-F238E27FC236}">
                <a16:creationId xmlns:a16="http://schemas.microsoft.com/office/drawing/2014/main" id="{4E471A88-C43D-D780-F62B-D5F40AABE145}"/>
              </a:ext>
            </a:extLst>
          </p:cNvPr>
          <p:cNvSpPr>
            <a:spLocks noChangeArrowheads="1"/>
          </p:cNvSpPr>
          <p:nvPr/>
        </p:nvSpPr>
        <p:spPr bwMode="auto">
          <a:xfrm>
            <a:off x="344488" y="3059113"/>
            <a:ext cx="8899525"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●Ví dụ</a:t>
            </a:r>
            <a:endParaRPr lang="en-US" altLang="ja-JP" sz="2400" b="0">
              <a:latin typeface="Arial" panose="020B0604020202020204" pitchFamily="34" charset="0"/>
            </a:endParaRPr>
          </a:p>
        </p:txBody>
      </p:sp>
      <p:sp>
        <p:nvSpPr>
          <p:cNvPr id="764934" name="Text Box 6">
            <a:extLst>
              <a:ext uri="{FF2B5EF4-FFF2-40B4-BE49-F238E27FC236}">
                <a16:creationId xmlns:a16="http://schemas.microsoft.com/office/drawing/2014/main" id="{ED3FEE45-5C3B-5AE5-60BD-2F2595E4A93E}"/>
              </a:ext>
            </a:extLst>
          </p:cNvPr>
          <p:cNvSpPr txBox="1">
            <a:spLocks noChangeArrowheads="1"/>
          </p:cNvSpPr>
          <p:nvPr/>
        </p:nvSpPr>
        <p:spPr bwMode="auto">
          <a:xfrm>
            <a:off x="344488" y="1811338"/>
            <a:ext cx="9120187" cy="473075"/>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en-US" altLang="ja-JP" sz="1800">
                <a:ea typeface="MS UI Gothic" panose="020B0600070205080204" pitchFamily="50" charset="-128"/>
              </a:rPr>
              <a:t>Wrapperclassname</a:t>
            </a:r>
            <a:r>
              <a:rPr lang="ja-JP" altLang="ja-JP" sz="1800">
                <a:ea typeface="ＭＳ ゴシック" panose="020B0609070205080204" pitchFamily="49" charset="-128"/>
              </a:rPr>
              <a:t>.</a:t>
            </a:r>
            <a:r>
              <a:rPr lang="en-US" altLang="ja-JP" sz="1800">
                <a:ea typeface="ＭＳ ゴシック" panose="020B0609070205080204" pitchFamily="49" charset="-128"/>
              </a:rPr>
              <a:t>toString</a:t>
            </a:r>
            <a:r>
              <a:rPr lang="ja-JP" altLang="ja-JP" sz="1800">
                <a:ea typeface="ＭＳ ゴシック" panose="020B0609070205080204" pitchFamily="49" charset="-128"/>
              </a:rPr>
              <a:t>(</a:t>
            </a:r>
            <a:r>
              <a:rPr lang="en-US" altLang="ja-JP" sz="1800">
                <a:ea typeface="ＭＳ ゴシック" panose="020B0609070205080204" pitchFamily="49" charset="-128"/>
              </a:rPr>
              <a:t>Giá trị số của kiểu data cơ bản của wrapper class.</a:t>
            </a:r>
            <a:r>
              <a:rPr lang="ja-JP" altLang="ja-JP" sz="1800">
                <a:ea typeface="ＭＳ ゴシック" panose="020B0609070205080204" pitchFamily="49" charset="-128"/>
              </a:rPr>
              <a:t>)</a:t>
            </a:r>
          </a:p>
        </p:txBody>
      </p:sp>
      <p:sp>
        <p:nvSpPr>
          <p:cNvPr id="764935" name="AutoShape 7">
            <a:extLst>
              <a:ext uri="{FF2B5EF4-FFF2-40B4-BE49-F238E27FC236}">
                <a16:creationId xmlns:a16="http://schemas.microsoft.com/office/drawing/2014/main" id="{C01BECE5-B860-D8F8-6B19-88D115E97B9C}"/>
              </a:ext>
            </a:extLst>
          </p:cNvPr>
          <p:cNvSpPr>
            <a:spLocks noChangeArrowheads="1"/>
          </p:cNvSpPr>
          <p:nvPr/>
        </p:nvSpPr>
        <p:spPr bwMode="auto">
          <a:xfrm>
            <a:off x="3836988" y="1350963"/>
            <a:ext cx="3340100" cy="388937"/>
          </a:xfrm>
          <a:prstGeom prst="wedgeRoundRectCallout">
            <a:avLst>
              <a:gd name="adj1" fmla="val -103231"/>
              <a:gd name="adj2" fmla="val 83468"/>
              <a:gd name="adj3" fmla="val 16667"/>
            </a:avLst>
          </a:prstGeom>
          <a:solidFill>
            <a:srgbClr val="FFCC99"/>
          </a:solidFill>
          <a:ln w="12700" algn="ctr">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a:latin typeface="ＭＳ ゴシック" panose="020B0609070205080204" pitchFamily="49" charset="-128"/>
                <a:ea typeface="ＭＳ ゴシック" panose="020B0609070205080204" pitchFamily="49" charset="-128"/>
              </a:rPr>
              <a:t>Integer, Double</a:t>
            </a:r>
            <a:r>
              <a:rPr lang="en-US" altLang="ja-JP" sz="1800">
                <a:latin typeface="MS UI Gothic" panose="020B0600070205080204" pitchFamily="50" charset="-128"/>
              </a:rPr>
              <a:t> v.v...</a:t>
            </a:r>
          </a:p>
        </p:txBody>
      </p:sp>
      <p:sp>
        <p:nvSpPr>
          <p:cNvPr id="764937" name="Rectangle 9">
            <a:extLst>
              <a:ext uri="{FF2B5EF4-FFF2-40B4-BE49-F238E27FC236}">
                <a16:creationId xmlns:a16="http://schemas.microsoft.com/office/drawing/2014/main" id="{EA34217D-5D12-C03B-A35A-3ED1F9031A77}"/>
              </a:ext>
            </a:extLst>
          </p:cNvPr>
          <p:cNvSpPr>
            <a:spLocks noChangeArrowheads="1"/>
          </p:cNvSpPr>
          <p:nvPr/>
        </p:nvSpPr>
        <p:spPr bwMode="auto">
          <a:xfrm>
            <a:off x="344488" y="3494088"/>
            <a:ext cx="9120187" cy="28717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en-US" altLang="ja-JP" sz="1800" b="0">
                <a:latin typeface="ＭＳ ゴシック" panose="020B0609070205080204" pitchFamily="49" charset="-128"/>
                <a:ea typeface="ＭＳ ゴシック" panose="020B0609070205080204" pitchFamily="49" charset="-128"/>
              </a:rPr>
              <a:t>String str1 = Integer.toString( 12 );</a:t>
            </a:r>
          </a:p>
          <a:p>
            <a:pPr lvl="1"/>
            <a:r>
              <a:rPr lang="en-US" altLang="ja-JP" sz="1800" b="0">
                <a:latin typeface="ＭＳ ゴシック" panose="020B0609070205080204" pitchFamily="49" charset="-128"/>
                <a:ea typeface="ＭＳ ゴシック" panose="020B0609070205080204" pitchFamily="49" charset="-128"/>
              </a:rPr>
              <a:t>int valInt = 123;</a:t>
            </a:r>
          </a:p>
          <a:p>
            <a:pPr lvl="1"/>
            <a:r>
              <a:rPr lang="en-US" altLang="ja-JP" sz="1800" b="0">
                <a:latin typeface="ＭＳ ゴシック" panose="020B0609070205080204" pitchFamily="49" charset="-128"/>
                <a:ea typeface="ＭＳ ゴシック" panose="020B0609070205080204" pitchFamily="49" charset="-128"/>
              </a:rPr>
              <a:t>String str3 = Integer.toString( valInt );</a:t>
            </a:r>
          </a:p>
          <a:p>
            <a:pPr lvl="1"/>
            <a:endParaRPr lang="en-US" altLang="ja-JP" sz="1800" b="0">
              <a:latin typeface="ＭＳ ゴシック" panose="020B0609070205080204" pitchFamily="49" charset="-128"/>
              <a:ea typeface="ＭＳ ゴシック" panose="020B0609070205080204" pitchFamily="49" charset="-128"/>
            </a:endParaRPr>
          </a:p>
          <a:p>
            <a:pPr lvl="1"/>
            <a:endParaRPr lang="en-US" altLang="ja-JP" sz="1800" b="0">
              <a:latin typeface="ＭＳ ゴシック" panose="020B0609070205080204" pitchFamily="49" charset="-128"/>
              <a:ea typeface="ＭＳ ゴシック" panose="020B0609070205080204" pitchFamily="49" charset="-128"/>
            </a:endParaRPr>
          </a:p>
          <a:p>
            <a:pPr lvl="1"/>
            <a:r>
              <a:rPr lang="en-US" altLang="ja-JP" sz="1800" b="0">
                <a:latin typeface="ＭＳ ゴシック" panose="020B0609070205080204" pitchFamily="49" charset="-128"/>
                <a:ea typeface="ＭＳ ゴシック" panose="020B0609070205080204" pitchFamily="49" charset="-128"/>
              </a:rPr>
              <a:t>String str2 = String.valueOf( 12 );</a:t>
            </a:r>
          </a:p>
          <a:p>
            <a:pPr lvl="1"/>
            <a:r>
              <a:rPr lang="en-US" altLang="ja-JP" sz="1800" b="0">
                <a:latin typeface="ＭＳ ゴシック" panose="020B0609070205080204" pitchFamily="49" charset="-128"/>
                <a:ea typeface="ＭＳ ゴシック" panose="020B0609070205080204" pitchFamily="49" charset="-128"/>
              </a:rPr>
              <a:t>long valLong = 570000;</a:t>
            </a:r>
          </a:p>
          <a:p>
            <a:pPr lvl="1"/>
            <a:r>
              <a:rPr lang="en-US" altLang="ja-JP" sz="1800" b="0">
                <a:latin typeface="ＭＳ ゴシック" panose="020B0609070205080204" pitchFamily="49" charset="-128"/>
                <a:ea typeface="ＭＳ ゴシック" panose="020B0609070205080204" pitchFamily="49" charset="-128"/>
              </a:rPr>
              <a:t>String str4 = String.valueOf( valLong );</a:t>
            </a:r>
          </a:p>
        </p:txBody>
      </p:sp>
      <p:sp>
        <p:nvSpPr>
          <p:cNvPr id="764938" name="Rectangle 10">
            <a:extLst>
              <a:ext uri="{FF2B5EF4-FFF2-40B4-BE49-F238E27FC236}">
                <a16:creationId xmlns:a16="http://schemas.microsoft.com/office/drawing/2014/main" id="{69AF27A9-2B99-A956-5F3C-31A9590BF7D3}"/>
              </a:ext>
            </a:extLst>
          </p:cNvPr>
          <p:cNvSpPr>
            <a:spLocks noChangeArrowheads="1"/>
          </p:cNvSpPr>
          <p:nvPr/>
        </p:nvSpPr>
        <p:spPr bwMode="auto">
          <a:xfrm>
            <a:off x="4206875" y="3540125"/>
            <a:ext cx="385763" cy="323850"/>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764939" name="Text Box 11">
            <a:extLst>
              <a:ext uri="{FF2B5EF4-FFF2-40B4-BE49-F238E27FC236}">
                <a16:creationId xmlns:a16="http://schemas.microsoft.com/office/drawing/2014/main" id="{B36E1E20-9433-556B-F35D-774470B857D3}"/>
              </a:ext>
            </a:extLst>
          </p:cNvPr>
          <p:cNvSpPr txBox="1">
            <a:spLocks noChangeArrowheads="1"/>
          </p:cNvSpPr>
          <p:nvPr/>
        </p:nvSpPr>
        <p:spPr bwMode="auto">
          <a:xfrm>
            <a:off x="6091238" y="3587750"/>
            <a:ext cx="3159125" cy="941388"/>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800" b="0" dirty="0">
                <a:latin typeface="+mj-lt"/>
                <a:ea typeface="ＭＳ ゴシック" panose="020B0609070205080204" pitchFamily="49" charset="-128"/>
              </a:rPr>
              <a:t>Giá trị </a:t>
            </a:r>
            <a:r>
              <a:rPr lang="en-US" altLang="ja-JP" sz="1800" b="0" dirty="0" err="1">
                <a:latin typeface="+mj-lt"/>
                <a:ea typeface="ＭＳ ゴシック" panose="020B0609070205080204" pitchFamily="49" charset="-128"/>
              </a:rPr>
              <a:t>sô</a:t>
            </a:r>
            <a:r>
              <a:rPr lang="en-US" altLang="ja-JP" sz="1800" b="0" dirty="0">
                <a:latin typeface="+mj-lt"/>
                <a:ea typeface="ＭＳ ゴシック" panose="020B0609070205080204" pitchFamily="49" charset="-128"/>
              </a:rPr>
              <a:t>́ sẽ </a:t>
            </a:r>
            <a:r>
              <a:rPr lang="en-US" altLang="ja-JP" sz="1800" b="0" dirty="0" err="1">
                <a:latin typeface="+mj-lt"/>
                <a:ea typeface="ＭＳ ゴシック" panose="020B0609070205080204" pitchFamily="49" charset="-128"/>
              </a:rPr>
              <a:t>truyền</a:t>
            </a:r>
            <a:r>
              <a:rPr lang="en-US" altLang="ja-JP" sz="1800" b="0" dirty="0">
                <a:latin typeface="+mj-lt"/>
                <a:ea typeface="ＭＳ ゴシック" panose="020B0609070205080204" pitchFamily="49" charset="-128"/>
              </a:rPr>
              <a:t> </a:t>
            </a:r>
            <a:r>
              <a:rPr lang="en-US" altLang="ja-JP" sz="1800" b="0" dirty="0" err="1">
                <a:latin typeface="+mj-lt"/>
                <a:ea typeface="ＭＳ ゴシック" panose="020B0609070205080204" pitchFamily="49" charset="-128"/>
              </a:rPr>
              <a:t>vào</a:t>
            </a:r>
            <a:r>
              <a:rPr lang="en-US" altLang="ja-JP" sz="1800" b="0" dirty="0">
                <a:latin typeface="+mj-lt"/>
                <a:ea typeface="ＭＳ ゴシック" panose="020B0609070205080204" pitchFamily="49" charset="-128"/>
              </a:rPr>
              <a:t> </a:t>
            </a:r>
            <a:r>
              <a:rPr lang="en-US" altLang="ja-JP" sz="1800" b="0" dirty="0" err="1">
                <a:latin typeface="+mj-lt"/>
                <a:ea typeface="ＭＳ ゴシック" panose="020B0609070205080204" pitchFamily="49" charset="-128"/>
              </a:rPr>
              <a:t>toString</a:t>
            </a:r>
            <a:r>
              <a:rPr lang="en-US" altLang="ja-JP" sz="1800" b="0" dirty="0">
                <a:latin typeface="+mj-lt"/>
              </a:rPr>
              <a:t> là </a:t>
            </a:r>
            <a:r>
              <a:rPr lang="en-US" altLang="ja-JP" sz="1800" b="0" dirty="0" err="1">
                <a:latin typeface="+mj-lt"/>
              </a:rPr>
              <a:t>biến</a:t>
            </a:r>
            <a:r>
              <a:rPr lang="en-US" altLang="ja-JP" sz="1800" b="0" dirty="0">
                <a:latin typeface="+mj-lt"/>
              </a:rPr>
              <a:t> </a:t>
            </a:r>
            <a:r>
              <a:rPr lang="en-US" altLang="ja-JP" sz="1800" b="0" dirty="0" err="1">
                <a:latin typeface="+mj-lt"/>
              </a:rPr>
              <a:t>sô</a:t>
            </a:r>
            <a:r>
              <a:rPr lang="en-US" altLang="ja-JP" sz="1800" b="0" dirty="0">
                <a:latin typeface="+mj-lt"/>
              </a:rPr>
              <a:t>́, literal </a:t>
            </a:r>
            <a:r>
              <a:rPr lang="en-US" altLang="ja-JP" sz="1800" b="0" dirty="0" err="1">
                <a:latin typeface="+mj-lt"/>
              </a:rPr>
              <a:t>đều</a:t>
            </a:r>
            <a:r>
              <a:rPr lang="en-US" altLang="ja-JP" sz="1800" b="0" dirty="0">
                <a:latin typeface="+mj-lt"/>
              </a:rPr>
              <a:t> </a:t>
            </a:r>
            <a:r>
              <a:rPr lang="en-US" altLang="ja-JP" sz="1800" b="0" dirty="0" err="1">
                <a:latin typeface="+mj-lt"/>
              </a:rPr>
              <a:t>được</a:t>
            </a:r>
            <a:r>
              <a:rPr lang="en-US" altLang="ja-JP" sz="1800" b="0" dirty="0">
                <a:latin typeface="+mj-lt"/>
              </a:rPr>
              <a:t>.</a:t>
            </a:r>
          </a:p>
        </p:txBody>
      </p:sp>
      <p:cxnSp>
        <p:nvCxnSpPr>
          <p:cNvPr id="764940" name="AutoShape 12">
            <a:extLst>
              <a:ext uri="{FF2B5EF4-FFF2-40B4-BE49-F238E27FC236}">
                <a16:creationId xmlns:a16="http://schemas.microsoft.com/office/drawing/2014/main" id="{411E57C3-6C55-D9C6-9ED1-709D607B1BA5}"/>
              </a:ext>
            </a:extLst>
          </p:cNvPr>
          <p:cNvCxnSpPr>
            <a:cxnSpLocks noChangeShapeType="1"/>
            <a:stCxn id="764938" idx="0"/>
            <a:endCxn id="764939" idx="0"/>
          </p:cNvCxnSpPr>
          <p:nvPr/>
        </p:nvCxnSpPr>
        <p:spPr bwMode="auto">
          <a:xfrm rot="5400000" flipV="1">
            <a:off x="6011862" y="1916113"/>
            <a:ext cx="47625" cy="3270250"/>
          </a:xfrm>
          <a:prstGeom prst="bentConnector3">
            <a:avLst>
              <a:gd name="adj1" fmla="val -453333"/>
            </a:avLst>
          </a:prstGeom>
          <a:noFill/>
          <a:ln w="25400">
            <a:solidFill>
              <a:srgbClr val="3FB007"/>
            </a:solidFill>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64941" name="Rectangle 13">
            <a:extLst>
              <a:ext uri="{FF2B5EF4-FFF2-40B4-BE49-F238E27FC236}">
                <a16:creationId xmlns:a16="http://schemas.microsoft.com/office/drawing/2014/main" id="{CAD6452A-FC1B-27EB-31ED-AC778366EA90}"/>
              </a:ext>
            </a:extLst>
          </p:cNvPr>
          <p:cNvSpPr>
            <a:spLocks noChangeArrowheads="1"/>
          </p:cNvSpPr>
          <p:nvPr/>
        </p:nvSpPr>
        <p:spPr bwMode="auto">
          <a:xfrm>
            <a:off x="4211638" y="4129088"/>
            <a:ext cx="812800" cy="323850"/>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cxnSp>
        <p:nvCxnSpPr>
          <p:cNvPr id="764942" name="AutoShape 14">
            <a:extLst>
              <a:ext uri="{FF2B5EF4-FFF2-40B4-BE49-F238E27FC236}">
                <a16:creationId xmlns:a16="http://schemas.microsoft.com/office/drawing/2014/main" id="{4ED32306-5200-A4FC-D193-24BFE5BC092B}"/>
              </a:ext>
            </a:extLst>
          </p:cNvPr>
          <p:cNvCxnSpPr>
            <a:cxnSpLocks noChangeShapeType="1"/>
            <a:stCxn id="764939" idx="2"/>
            <a:endCxn id="764941" idx="2"/>
          </p:cNvCxnSpPr>
          <p:nvPr/>
        </p:nvCxnSpPr>
        <p:spPr bwMode="auto">
          <a:xfrm rot="16200000" flipV="1">
            <a:off x="6106319" y="2977357"/>
            <a:ext cx="76200" cy="3052762"/>
          </a:xfrm>
          <a:prstGeom prst="bentConnector3">
            <a:avLst>
              <a:gd name="adj1" fmla="val -281250"/>
            </a:avLst>
          </a:prstGeom>
          <a:noFill/>
          <a:ln w="25400">
            <a:solidFill>
              <a:srgbClr val="3FB007"/>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64943" name="AutoShape 15">
            <a:extLst>
              <a:ext uri="{FF2B5EF4-FFF2-40B4-BE49-F238E27FC236}">
                <a16:creationId xmlns:a16="http://schemas.microsoft.com/office/drawing/2014/main" id="{7762AD4E-09CD-9417-84E4-8C5872894563}"/>
              </a:ext>
            </a:extLst>
          </p:cNvPr>
          <p:cNvSpPr>
            <a:spLocks noChangeArrowheads="1"/>
          </p:cNvSpPr>
          <p:nvPr/>
        </p:nvSpPr>
        <p:spPr bwMode="auto">
          <a:xfrm>
            <a:off x="2932113" y="6140450"/>
            <a:ext cx="1349375" cy="388938"/>
          </a:xfrm>
          <a:prstGeom prst="wedgeRoundRectCallout">
            <a:avLst>
              <a:gd name="adj1" fmla="val 43648"/>
              <a:gd name="adj2" fmla="val -84694"/>
              <a:gd name="adj3" fmla="val 16667"/>
            </a:avLst>
          </a:prstGeom>
          <a:solidFill>
            <a:srgbClr val="CCFFFF"/>
          </a:solidFill>
          <a:ln w="12700" algn="ctr">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a:latin typeface="ＭＳ ゴシック" panose="020B0609070205080204" pitchFamily="49" charset="-128"/>
                <a:ea typeface="ＭＳ ゴシック" panose="020B0609070205080204" pitchFamily="49" charset="-128"/>
              </a:rPr>
              <a:t>570000</a:t>
            </a:r>
            <a:endParaRPr lang="en-US" altLang="ja-JP" sz="1800">
              <a:latin typeface="MS UI Gothic" panose="020B0600070205080204" pitchFamily="50" charset="-128"/>
            </a:endParaRPr>
          </a:p>
        </p:txBody>
      </p:sp>
      <p:sp>
        <p:nvSpPr>
          <p:cNvPr id="764945" name="AutoShape 17">
            <a:extLst>
              <a:ext uri="{FF2B5EF4-FFF2-40B4-BE49-F238E27FC236}">
                <a16:creationId xmlns:a16="http://schemas.microsoft.com/office/drawing/2014/main" id="{547D385E-DE01-87BD-262E-B0FA99519CF9}"/>
              </a:ext>
            </a:extLst>
          </p:cNvPr>
          <p:cNvSpPr>
            <a:spLocks noChangeArrowheads="1"/>
          </p:cNvSpPr>
          <p:nvPr/>
        </p:nvSpPr>
        <p:spPr bwMode="auto">
          <a:xfrm>
            <a:off x="1052513" y="6143625"/>
            <a:ext cx="1349375" cy="388938"/>
          </a:xfrm>
          <a:prstGeom prst="wedgeRoundRectCallout">
            <a:avLst>
              <a:gd name="adj1" fmla="val -6472"/>
              <a:gd name="adj2" fmla="val -108778"/>
              <a:gd name="adj3" fmla="val 16667"/>
            </a:avLst>
          </a:prstGeom>
          <a:solidFill>
            <a:srgbClr val="CCFFFF"/>
          </a:solidFill>
          <a:ln w="12700" algn="ctr">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a:latin typeface="ＭＳ ゴシック" panose="020B0609070205080204" pitchFamily="49" charset="-128"/>
                <a:ea typeface="ＭＳ ゴシック" panose="020B0609070205080204" pitchFamily="49" charset="-128"/>
              </a:rPr>
              <a:t>"570000"</a:t>
            </a:r>
            <a:endParaRPr lang="en-US" altLang="ja-JP" sz="1800">
              <a:latin typeface="MS UI Gothic" panose="020B0600070205080204" pitchFamily="50" charset="-128"/>
            </a:endParaRPr>
          </a:p>
        </p:txBody>
      </p:sp>
      <p:sp>
        <p:nvSpPr>
          <p:cNvPr id="764947" name="Text Box 19">
            <a:extLst>
              <a:ext uri="{FF2B5EF4-FFF2-40B4-BE49-F238E27FC236}">
                <a16:creationId xmlns:a16="http://schemas.microsoft.com/office/drawing/2014/main" id="{5C90E2DD-FF88-4793-393F-9CD937AD6AFA}"/>
              </a:ext>
            </a:extLst>
          </p:cNvPr>
          <p:cNvSpPr txBox="1">
            <a:spLocks noChangeArrowheads="1"/>
          </p:cNvSpPr>
          <p:nvPr/>
        </p:nvSpPr>
        <p:spPr bwMode="auto">
          <a:xfrm>
            <a:off x="347663" y="2568575"/>
            <a:ext cx="9120187" cy="473075"/>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en-US" altLang="ja-JP" sz="2000">
                <a:ea typeface="ＭＳ ゴシック" panose="020B0609070205080204" pitchFamily="49" charset="-128"/>
              </a:rPr>
              <a:t>String</a:t>
            </a:r>
            <a:r>
              <a:rPr lang="ja-JP" altLang="ja-JP" sz="2000">
                <a:ea typeface="ＭＳ ゴシック" panose="020B0609070205080204" pitchFamily="49" charset="-128"/>
              </a:rPr>
              <a:t>.</a:t>
            </a:r>
            <a:r>
              <a:rPr lang="en-US" altLang="ja-JP" sz="2000">
                <a:ea typeface="ＭＳ ゴシック" panose="020B0609070205080204" pitchFamily="49" charset="-128"/>
              </a:rPr>
              <a:t>valueOf</a:t>
            </a:r>
            <a:r>
              <a:rPr lang="ja-JP" altLang="ja-JP" sz="2000">
                <a:ea typeface="ＭＳ ゴシック" panose="020B0609070205080204" pitchFamily="49" charset="-128"/>
              </a:rPr>
              <a:t>(</a:t>
            </a:r>
            <a:r>
              <a:rPr lang="en-US" altLang="ja-JP" sz="2000">
                <a:ea typeface="ＭＳ ゴシック" panose="020B0609070205080204" pitchFamily="49" charset="-128"/>
              </a:rPr>
              <a:t>Giá trị số</a:t>
            </a:r>
            <a:r>
              <a:rPr lang="ja-JP" altLang="ja-JP" sz="2000">
                <a:ea typeface="ＭＳ ゴシック" panose="020B0609070205080204" pitchFamily="49" charset="-128"/>
              </a:rPr>
              <a:t>)</a:t>
            </a:r>
          </a:p>
        </p:txBody>
      </p:sp>
      <p:sp>
        <p:nvSpPr>
          <p:cNvPr id="764948" name="Rectangle 20">
            <a:extLst>
              <a:ext uri="{FF2B5EF4-FFF2-40B4-BE49-F238E27FC236}">
                <a16:creationId xmlns:a16="http://schemas.microsoft.com/office/drawing/2014/main" id="{42F40066-1D8B-3748-1044-277CBFB1A376}"/>
              </a:ext>
            </a:extLst>
          </p:cNvPr>
          <p:cNvSpPr>
            <a:spLocks noChangeArrowheads="1"/>
          </p:cNvSpPr>
          <p:nvPr/>
        </p:nvSpPr>
        <p:spPr bwMode="auto">
          <a:xfrm>
            <a:off x="4006850" y="5048250"/>
            <a:ext cx="319088" cy="323850"/>
          </a:xfrm>
          <a:prstGeom prst="rect">
            <a:avLst/>
          </a:prstGeom>
          <a:noFill/>
          <a:ln w="38100" algn="ctr">
            <a:solidFill>
              <a:srgbClr val="FF9900"/>
            </a:solidFill>
            <a:prstDash val="sysDot"/>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50000"/>
              </a:spcBef>
            </a:pPr>
            <a:endParaRPr lang="ja-JP" altLang="ja-JP" sz="1800" b="0">
              <a:latin typeface="ＭＳ ゴシック" panose="020B0609070205080204" pitchFamily="49" charset="-128"/>
              <a:ea typeface="ＭＳ ゴシック" panose="020B0609070205080204" pitchFamily="49" charset="-128"/>
            </a:endParaRPr>
          </a:p>
        </p:txBody>
      </p:sp>
      <p:sp>
        <p:nvSpPr>
          <p:cNvPr id="764949" name="Text Box 21">
            <a:extLst>
              <a:ext uri="{FF2B5EF4-FFF2-40B4-BE49-F238E27FC236}">
                <a16:creationId xmlns:a16="http://schemas.microsoft.com/office/drawing/2014/main" id="{C8F27E93-4CF3-39C9-B642-669318D05CDB}"/>
              </a:ext>
            </a:extLst>
          </p:cNvPr>
          <p:cNvSpPr txBox="1">
            <a:spLocks noChangeArrowheads="1"/>
          </p:cNvSpPr>
          <p:nvPr/>
        </p:nvSpPr>
        <p:spPr bwMode="auto">
          <a:xfrm>
            <a:off x="6078538" y="5046663"/>
            <a:ext cx="3286125" cy="981075"/>
          </a:xfrm>
          <a:prstGeom prst="rect">
            <a:avLst/>
          </a:prstGeom>
          <a:noFill/>
          <a:ln w="38100" algn="ctr">
            <a:solidFill>
              <a:srgbClr val="FF9900"/>
            </a:solidFill>
            <a:prstDash val="sysDot"/>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50000"/>
              </a:spcBef>
            </a:pPr>
            <a:r>
              <a:rPr lang="en-US" altLang="ja-JP" sz="1600" b="0" dirty="0">
                <a:latin typeface="+mj-lt"/>
                <a:ea typeface="ＭＳ ゴシック" panose="020B0609070205080204" pitchFamily="49" charset="-128"/>
              </a:rPr>
              <a:t>Giá trị </a:t>
            </a:r>
            <a:r>
              <a:rPr lang="en-US" altLang="ja-JP" sz="1600" b="0" dirty="0" err="1">
                <a:latin typeface="+mj-lt"/>
                <a:ea typeface="ＭＳ ゴシック" panose="020B0609070205080204" pitchFamily="49" charset="-128"/>
              </a:rPr>
              <a:t>sô</a:t>
            </a:r>
            <a:r>
              <a:rPr lang="en-US" altLang="ja-JP" sz="1600" b="0" dirty="0">
                <a:latin typeface="+mj-lt"/>
                <a:ea typeface="ＭＳ ゴシック" panose="020B0609070205080204" pitchFamily="49" charset="-128"/>
              </a:rPr>
              <a:t>́ sẽ </a:t>
            </a:r>
            <a:r>
              <a:rPr lang="en-US" altLang="ja-JP" sz="1600" b="0" dirty="0" err="1">
                <a:latin typeface="+mj-lt"/>
                <a:ea typeface="ＭＳ ゴシック" panose="020B0609070205080204" pitchFamily="49" charset="-128"/>
              </a:rPr>
              <a:t>truyền</a:t>
            </a:r>
            <a:r>
              <a:rPr lang="en-US" altLang="ja-JP" sz="1600" b="0" dirty="0">
                <a:latin typeface="+mj-lt"/>
                <a:ea typeface="ＭＳ ゴシック" panose="020B0609070205080204" pitchFamily="49" charset="-128"/>
              </a:rPr>
              <a:t> </a:t>
            </a:r>
            <a:r>
              <a:rPr lang="en-US" altLang="ja-JP" sz="1600" b="0" dirty="0" err="1">
                <a:latin typeface="+mj-lt"/>
                <a:ea typeface="ＭＳ ゴシック" panose="020B0609070205080204" pitchFamily="49" charset="-128"/>
              </a:rPr>
              <a:t>vào</a:t>
            </a:r>
            <a:r>
              <a:rPr lang="en-US" altLang="ja-JP" sz="1600" b="0" dirty="0">
                <a:latin typeface="+mj-lt"/>
                <a:ea typeface="ＭＳ ゴシック" panose="020B0609070205080204" pitchFamily="49" charset="-128"/>
              </a:rPr>
              <a:t> </a:t>
            </a:r>
          </a:p>
          <a:p>
            <a:pPr algn="ctr">
              <a:spcBef>
                <a:spcPct val="50000"/>
              </a:spcBef>
            </a:pPr>
            <a:r>
              <a:rPr lang="en-US" altLang="ja-JP" sz="1600" b="0" dirty="0" err="1">
                <a:latin typeface="+mj-lt"/>
                <a:ea typeface="ＭＳ ゴシック" panose="020B0609070205080204" pitchFamily="49" charset="-128"/>
              </a:rPr>
              <a:t>valueOf</a:t>
            </a:r>
            <a:r>
              <a:rPr lang="en-US" altLang="ja-JP" sz="1600" b="0" dirty="0">
                <a:latin typeface="+mj-lt"/>
                <a:ea typeface="ＭＳ ゴシック" panose="020B0609070205080204" pitchFamily="49" charset="-128"/>
              </a:rPr>
              <a:t> là </a:t>
            </a:r>
            <a:r>
              <a:rPr lang="en-US" altLang="ja-JP" sz="1600" b="0" dirty="0" err="1">
                <a:latin typeface="+mj-lt"/>
                <a:ea typeface="ＭＳ ゴシック" panose="020B0609070205080204" pitchFamily="49" charset="-128"/>
              </a:rPr>
              <a:t>biến</a:t>
            </a:r>
            <a:r>
              <a:rPr lang="en-US" altLang="ja-JP" sz="1600" b="0" dirty="0">
                <a:latin typeface="+mj-lt"/>
                <a:ea typeface="ＭＳ ゴシック" panose="020B0609070205080204" pitchFamily="49" charset="-128"/>
              </a:rPr>
              <a:t> </a:t>
            </a:r>
            <a:r>
              <a:rPr lang="en-US" altLang="ja-JP" sz="1600" b="0" dirty="0" err="1">
                <a:latin typeface="+mj-lt"/>
                <a:ea typeface="ＭＳ ゴシック" panose="020B0609070205080204" pitchFamily="49" charset="-128"/>
              </a:rPr>
              <a:t>sô</a:t>
            </a:r>
            <a:r>
              <a:rPr lang="en-US" altLang="ja-JP" sz="1600" b="0" dirty="0">
                <a:latin typeface="+mj-lt"/>
                <a:ea typeface="ＭＳ ゴシック" panose="020B0609070205080204" pitchFamily="49" charset="-128"/>
              </a:rPr>
              <a:t>́, literal </a:t>
            </a:r>
          </a:p>
          <a:p>
            <a:pPr algn="ctr">
              <a:spcBef>
                <a:spcPct val="50000"/>
              </a:spcBef>
            </a:pPr>
            <a:r>
              <a:rPr lang="en-US" altLang="ja-JP" sz="1600" b="0" dirty="0" err="1">
                <a:latin typeface="+mj-lt"/>
                <a:ea typeface="ＭＳ ゴシック" panose="020B0609070205080204" pitchFamily="49" charset="-128"/>
              </a:rPr>
              <a:t>đều</a:t>
            </a:r>
            <a:r>
              <a:rPr lang="en-US" altLang="ja-JP" sz="1600" b="0" dirty="0">
                <a:latin typeface="+mj-lt"/>
                <a:ea typeface="ＭＳ ゴシック" panose="020B0609070205080204" pitchFamily="49" charset="-128"/>
              </a:rPr>
              <a:t> </a:t>
            </a:r>
            <a:r>
              <a:rPr lang="en-US" altLang="ja-JP" sz="1600" b="0" dirty="0" err="1">
                <a:latin typeface="+mj-lt"/>
                <a:ea typeface="ＭＳ ゴシック" panose="020B0609070205080204" pitchFamily="49" charset="-128"/>
              </a:rPr>
              <a:t>được</a:t>
            </a:r>
            <a:r>
              <a:rPr lang="en-US" altLang="ja-JP" sz="1600" b="0" dirty="0">
                <a:latin typeface="+mj-lt"/>
                <a:ea typeface="ＭＳ ゴシック" panose="020B0609070205080204" pitchFamily="49" charset="-128"/>
              </a:rPr>
              <a:t>.</a:t>
            </a:r>
            <a:endParaRPr lang="en-US" altLang="ja-JP" sz="1600" b="0" dirty="0">
              <a:latin typeface="+mj-lt"/>
            </a:endParaRPr>
          </a:p>
        </p:txBody>
      </p:sp>
      <p:cxnSp>
        <p:nvCxnSpPr>
          <p:cNvPr id="764950" name="AutoShape 22">
            <a:extLst>
              <a:ext uri="{FF2B5EF4-FFF2-40B4-BE49-F238E27FC236}">
                <a16:creationId xmlns:a16="http://schemas.microsoft.com/office/drawing/2014/main" id="{B5DED2CC-3849-53CE-B915-4ABCF9FBBCB1}"/>
              </a:ext>
            </a:extLst>
          </p:cNvPr>
          <p:cNvCxnSpPr>
            <a:cxnSpLocks noChangeShapeType="1"/>
            <a:stCxn id="764948" idx="0"/>
            <a:endCxn id="764949" idx="0"/>
          </p:cNvCxnSpPr>
          <p:nvPr/>
        </p:nvCxnSpPr>
        <p:spPr bwMode="auto">
          <a:xfrm rot="16200000">
            <a:off x="5943600" y="3251201"/>
            <a:ext cx="1587" cy="3554412"/>
          </a:xfrm>
          <a:prstGeom prst="bentConnector3">
            <a:avLst>
              <a:gd name="adj1" fmla="val 13300000"/>
            </a:avLst>
          </a:prstGeom>
          <a:noFill/>
          <a:ln w="38100">
            <a:solidFill>
              <a:srgbClr val="FF9900"/>
            </a:solidFill>
            <a:prstDash val="sysDot"/>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64951" name="Rectangle 23">
            <a:extLst>
              <a:ext uri="{FF2B5EF4-FFF2-40B4-BE49-F238E27FC236}">
                <a16:creationId xmlns:a16="http://schemas.microsoft.com/office/drawing/2014/main" id="{ECE42686-F9EC-D301-55EE-B18F58971EC5}"/>
              </a:ext>
            </a:extLst>
          </p:cNvPr>
          <p:cNvSpPr>
            <a:spLocks noChangeArrowheads="1"/>
          </p:cNvSpPr>
          <p:nvPr/>
        </p:nvSpPr>
        <p:spPr bwMode="auto">
          <a:xfrm>
            <a:off x="4002088" y="5675313"/>
            <a:ext cx="889000" cy="323850"/>
          </a:xfrm>
          <a:prstGeom prst="rect">
            <a:avLst/>
          </a:prstGeom>
          <a:noFill/>
          <a:ln w="38100" algn="ctr">
            <a:solidFill>
              <a:srgbClr val="FF9900"/>
            </a:solidFill>
            <a:prstDash val="sysDot"/>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50000"/>
              </a:spcBef>
            </a:pPr>
            <a:endParaRPr lang="ja-JP" altLang="ja-JP" sz="1800" b="0">
              <a:latin typeface="ＭＳ ゴシック" panose="020B0609070205080204" pitchFamily="49" charset="-128"/>
              <a:ea typeface="ＭＳ ゴシック" panose="020B0609070205080204" pitchFamily="49" charset="-128"/>
            </a:endParaRPr>
          </a:p>
        </p:txBody>
      </p:sp>
      <p:cxnSp>
        <p:nvCxnSpPr>
          <p:cNvPr id="764952" name="AutoShape 24">
            <a:extLst>
              <a:ext uri="{FF2B5EF4-FFF2-40B4-BE49-F238E27FC236}">
                <a16:creationId xmlns:a16="http://schemas.microsoft.com/office/drawing/2014/main" id="{5B52F723-BC38-789E-6188-CB2F7C956510}"/>
              </a:ext>
            </a:extLst>
          </p:cNvPr>
          <p:cNvCxnSpPr>
            <a:cxnSpLocks noChangeShapeType="1"/>
            <a:stCxn id="764949" idx="2"/>
            <a:endCxn id="764951" idx="2"/>
          </p:cNvCxnSpPr>
          <p:nvPr/>
        </p:nvCxnSpPr>
        <p:spPr bwMode="auto">
          <a:xfrm rot="16200000" flipV="1">
            <a:off x="6069806" y="4394995"/>
            <a:ext cx="28575" cy="3275012"/>
          </a:xfrm>
          <a:prstGeom prst="bentConnector3">
            <a:avLst>
              <a:gd name="adj1" fmla="val -733333"/>
            </a:avLst>
          </a:prstGeom>
          <a:noFill/>
          <a:ln w="38100">
            <a:solidFill>
              <a:srgbClr val="FF9900"/>
            </a:solidFill>
            <a:prstDash val="sysDot"/>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FD942B-A945-66BE-2F10-510E942B8FB9}"/>
              </a:ext>
            </a:extLst>
          </p:cNvPr>
          <p:cNvSpPr>
            <a:spLocks noGrp="1"/>
          </p:cNvSpPr>
          <p:nvPr>
            <p:ph type="sldNum" sz="quarter" idx="10"/>
          </p:nvPr>
        </p:nvSpPr>
        <p:spPr bwMode="auto">
          <a:xfrm>
            <a:off x="7616825" y="6381750"/>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ja-JP"/>
            </a:defPPr>
            <a:lvl1pPr algn="r" rtl="0" fontAlgn="base">
              <a:spcBef>
                <a:spcPct val="0"/>
              </a:spcBef>
              <a:spcAft>
                <a:spcPct val="0"/>
              </a:spcAft>
              <a:defRPr kumimoji="1" sz="1400" b="0" kern="1200">
                <a:solidFill>
                  <a:schemeClr val="tx1"/>
                </a:solidFill>
                <a:latin typeface="Arial" panose="020B0604020202020204" pitchFamily="34" charset="0"/>
                <a:ea typeface="+mj-ea"/>
                <a:cs typeface="+mn-cs"/>
              </a:defRPr>
            </a:lvl1pPr>
            <a:lvl2pPr marL="457200" algn="l" rtl="0" fontAlgn="base">
              <a:spcBef>
                <a:spcPct val="0"/>
              </a:spcBef>
              <a:spcAft>
                <a:spcPct val="0"/>
              </a:spcAft>
              <a:defRPr kumimoji="1" sz="1000" b="1" kern="1200">
                <a:solidFill>
                  <a:schemeClr val="tx1"/>
                </a:solidFill>
                <a:latin typeface="Arial" panose="020B0604020202020204" pitchFamily="34" charset="0"/>
                <a:ea typeface="MS UI Gothic" panose="020B0600070205080204" pitchFamily="50" charset="-128"/>
                <a:cs typeface="+mn-cs"/>
              </a:defRPr>
            </a:lvl2pPr>
            <a:lvl3pPr marL="914400" algn="l" rtl="0" fontAlgn="base">
              <a:spcBef>
                <a:spcPct val="0"/>
              </a:spcBef>
              <a:spcAft>
                <a:spcPct val="0"/>
              </a:spcAft>
              <a:defRPr kumimoji="1" sz="1000" b="1" kern="1200">
                <a:solidFill>
                  <a:schemeClr val="tx1"/>
                </a:solidFill>
                <a:latin typeface="Arial" panose="020B0604020202020204" pitchFamily="34" charset="0"/>
                <a:ea typeface="MS UI Gothic" panose="020B0600070205080204" pitchFamily="50" charset="-128"/>
                <a:cs typeface="+mn-cs"/>
              </a:defRPr>
            </a:lvl3pPr>
            <a:lvl4pPr marL="1371600" algn="l" rtl="0" fontAlgn="base">
              <a:spcBef>
                <a:spcPct val="0"/>
              </a:spcBef>
              <a:spcAft>
                <a:spcPct val="0"/>
              </a:spcAft>
              <a:defRPr kumimoji="1" sz="1000" b="1" kern="1200">
                <a:solidFill>
                  <a:schemeClr val="tx1"/>
                </a:solidFill>
                <a:latin typeface="Arial" panose="020B0604020202020204" pitchFamily="34" charset="0"/>
                <a:ea typeface="MS UI Gothic" panose="020B0600070205080204" pitchFamily="50" charset="-128"/>
                <a:cs typeface="+mn-cs"/>
              </a:defRPr>
            </a:lvl4pPr>
            <a:lvl5pPr marL="1828800" algn="l" rtl="0" fontAlgn="base">
              <a:spcBef>
                <a:spcPct val="0"/>
              </a:spcBef>
              <a:spcAft>
                <a:spcPct val="0"/>
              </a:spcAft>
              <a:defRPr kumimoji="1" sz="1000" b="1" kern="1200">
                <a:solidFill>
                  <a:schemeClr val="tx1"/>
                </a:solidFill>
                <a:latin typeface="Arial" panose="020B0604020202020204" pitchFamily="34" charset="0"/>
                <a:ea typeface="MS UI Gothic" panose="020B0600070205080204" pitchFamily="50" charset="-128"/>
                <a:cs typeface="+mn-cs"/>
              </a:defRPr>
            </a:lvl5pPr>
            <a:lvl6pPr marL="2286000" algn="l" defTabSz="914400" rtl="0" eaLnBrk="1" latinLnBrk="0" hangingPunct="1">
              <a:defRPr kumimoji="1" sz="1000" b="1" kern="1200">
                <a:solidFill>
                  <a:schemeClr val="tx1"/>
                </a:solidFill>
                <a:latin typeface="Arial" panose="020B0604020202020204" pitchFamily="34" charset="0"/>
                <a:ea typeface="MS UI Gothic" panose="020B0600070205080204" pitchFamily="50" charset="-128"/>
                <a:cs typeface="+mn-cs"/>
              </a:defRPr>
            </a:lvl6pPr>
            <a:lvl7pPr marL="2743200" algn="l" defTabSz="914400" rtl="0" eaLnBrk="1" latinLnBrk="0" hangingPunct="1">
              <a:defRPr kumimoji="1" sz="1000" b="1" kern="1200">
                <a:solidFill>
                  <a:schemeClr val="tx1"/>
                </a:solidFill>
                <a:latin typeface="Arial" panose="020B0604020202020204" pitchFamily="34" charset="0"/>
                <a:ea typeface="MS UI Gothic" panose="020B0600070205080204" pitchFamily="50" charset="-128"/>
                <a:cs typeface="+mn-cs"/>
              </a:defRPr>
            </a:lvl7pPr>
            <a:lvl8pPr marL="3200400" algn="l" defTabSz="914400" rtl="0" eaLnBrk="1" latinLnBrk="0" hangingPunct="1">
              <a:defRPr kumimoji="1" sz="1000" b="1" kern="1200">
                <a:solidFill>
                  <a:schemeClr val="tx1"/>
                </a:solidFill>
                <a:latin typeface="Arial" panose="020B0604020202020204" pitchFamily="34" charset="0"/>
                <a:ea typeface="MS UI Gothic" panose="020B0600070205080204" pitchFamily="50" charset="-128"/>
                <a:cs typeface="+mn-cs"/>
              </a:defRPr>
            </a:lvl8pPr>
            <a:lvl9pPr marL="3657600" algn="l" defTabSz="914400" rtl="0" eaLnBrk="1" latinLnBrk="0" hangingPunct="1">
              <a:defRPr kumimoji="1" sz="1000" b="1" kern="1200">
                <a:solidFill>
                  <a:schemeClr val="tx1"/>
                </a:solidFill>
                <a:latin typeface="Arial" panose="020B0604020202020204" pitchFamily="34" charset="0"/>
                <a:ea typeface="MS UI Gothic" panose="020B0600070205080204" pitchFamily="50" charset="-128"/>
                <a:cs typeface="+mn-cs"/>
              </a:defRPr>
            </a:lvl9pPr>
          </a:lstStyle>
          <a:p>
            <a:fld id="{E0698196-915A-425E-B65E-A623C0A95E4C}" type="slidenum">
              <a:rPr lang="en-US" altLang="ja-JP" smtClean="0"/>
              <a:pPr/>
              <a:t>24</a:t>
            </a:fld>
            <a:endParaRPr lang="en-US" altLang="ja-JP"/>
          </a:p>
        </p:txBody>
      </p:sp>
      <p:sp>
        <p:nvSpPr>
          <p:cNvPr id="256003" name="Text Box 3">
            <a:extLst>
              <a:ext uri="{FF2B5EF4-FFF2-40B4-BE49-F238E27FC236}">
                <a16:creationId xmlns:a16="http://schemas.microsoft.com/office/drawing/2014/main" id="{2C3E37E9-713B-F367-31E9-E12FEB6FC14D}"/>
              </a:ext>
            </a:extLst>
          </p:cNvPr>
          <p:cNvSpPr txBox="1">
            <a:spLocks noChangeArrowheads="1"/>
          </p:cNvSpPr>
          <p:nvPr/>
        </p:nvSpPr>
        <p:spPr bwMode="auto">
          <a:xfrm>
            <a:off x="2273300" y="2336800"/>
            <a:ext cx="5049838" cy="119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2643" tIns="56322" rIns="112643" bIns="56322">
            <a:spAutoFit/>
          </a:bodyPr>
          <a:lstStyle>
            <a:lvl1pPr defTabSz="1063625">
              <a:defRPr kumimoji="1">
                <a:solidFill>
                  <a:schemeClr val="tx1"/>
                </a:solidFill>
                <a:latin typeface="Arial" panose="020B0604020202020204" pitchFamily="34" charset="0"/>
                <a:ea typeface="ＭＳ Ｐゴシック" panose="020B0600070205080204" pitchFamily="50" charset="-128"/>
              </a:defRPr>
            </a:lvl1pPr>
            <a:lvl2pPr marL="563563" defTabSz="1063625">
              <a:defRPr kumimoji="1">
                <a:solidFill>
                  <a:schemeClr val="tx1"/>
                </a:solidFill>
                <a:latin typeface="Arial" panose="020B0604020202020204" pitchFamily="34" charset="0"/>
                <a:ea typeface="ＭＳ Ｐゴシック" panose="020B0600070205080204" pitchFamily="50" charset="-128"/>
              </a:defRPr>
            </a:lvl2pPr>
            <a:lvl3pPr marL="1125538" defTabSz="1063625">
              <a:defRPr kumimoji="1">
                <a:solidFill>
                  <a:schemeClr val="tx1"/>
                </a:solidFill>
                <a:latin typeface="Arial" panose="020B0604020202020204" pitchFamily="34" charset="0"/>
                <a:ea typeface="ＭＳ Ｐゴシック" panose="020B0600070205080204" pitchFamily="50" charset="-128"/>
              </a:defRPr>
            </a:lvl3pPr>
            <a:lvl4pPr marL="1689100" defTabSz="1063625">
              <a:defRPr kumimoji="1">
                <a:solidFill>
                  <a:schemeClr val="tx1"/>
                </a:solidFill>
                <a:latin typeface="Arial" panose="020B0604020202020204" pitchFamily="34" charset="0"/>
                <a:ea typeface="ＭＳ Ｐゴシック" panose="020B0600070205080204" pitchFamily="50" charset="-128"/>
              </a:defRPr>
            </a:lvl4pPr>
            <a:lvl5pPr marL="2254250" defTabSz="1063625">
              <a:defRPr kumimoji="1">
                <a:solidFill>
                  <a:schemeClr val="tx1"/>
                </a:solidFill>
                <a:latin typeface="Arial" panose="020B0604020202020204" pitchFamily="34" charset="0"/>
                <a:ea typeface="ＭＳ Ｐゴシック" panose="020B0600070205080204" pitchFamily="50" charset="-128"/>
              </a:defRPr>
            </a:lvl5pPr>
            <a:lvl6pPr marL="27114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31686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6258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40830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br>
              <a:rPr lang="en-US" altLang="ja-JP" sz="2100" b="0" dirty="0">
                <a:ea typeface="ヒラギノ明朝 Pro W6" pitchFamily="18" charset="-128"/>
              </a:rPr>
            </a:br>
            <a:r>
              <a:rPr lang="en-US" altLang="ja-JP" sz="4700" b="0" dirty="0" err="1">
                <a:ea typeface="ヒラギノ明朝 Pro W6" pitchFamily="18" charset="-128"/>
              </a:rPr>
              <a:t>Câu</a:t>
            </a:r>
            <a:r>
              <a:rPr lang="en-US" altLang="ja-JP" sz="4700" b="0" dirty="0">
                <a:ea typeface="ヒラギノ明朝 Pro W6" pitchFamily="18" charset="-128"/>
              </a:rPr>
              <a:t> </a:t>
            </a:r>
            <a:r>
              <a:rPr lang="en-US" altLang="ja-JP" sz="4700" b="0" dirty="0" err="1">
                <a:ea typeface="ヒラギノ明朝 Pro W6" pitchFamily="18" charset="-128"/>
              </a:rPr>
              <a:t>lệnh</a:t>
            </a:r>
            <a:r>
              <a:rPr lang="en-US" altLang="ja-JP" sz="4700" b="0" dirty="0">
                <a:ea typeface="ヒラギノ明朝 Pro W6" pitchFamily="18" charset="-128"/>
              </a:rPr>
              <a:t> control</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302DF5F9-588D-F20A-96C7-2336B4634BB9}"/>
              </a:ext>
            </a:extLst>
          </p:cNvPr>
          <p:cNvSpPr>
            <a:spLocks noGrp="1"/>
          </p:cNvSpPr>
          <p:nvPr>
            <p:ph type="sldNum" sz="quarter" idx="10"/>
          </p:nvPr>
        </p:nvSpPr>
        <p:spPr/>
        <p:txBody>
          <a:bodyPr/>
          <a:lstStyle/>
          <a:p>
            <a:fld id="{A7B8BA64-0EE3-4433-AB90-5E6493BD0698}" type="slidenum">
              <a:rPr lang="en-US" altLang="ja-JP"/>
              <a:pPr/>
              <a:t>25</a:t>
            </a:fld>
            <a:endParaRPr lang="en-US" altLang="ja-JP"/>
          </a:p>
        </p:txBody>
      </p:sp>
      <p:sp>
        <p:nvSpPr>
          <p:cNvPr id="688130" name="Rectangle 2">
            <a:extLst>
              <a:ext uri="{FF2B5EF4-FFF2-40B4-BE49-F238E27FC236}">
                <a16:creationId xmlns:a16="http://schemas.microsoft.com/office/drawing/2014/main" id="{5EFC53F7-F835-565F-CF98-7569401E4137}"/>
              </a:ext>
            </a:extLst>
          </p:cNvPr>
          <p:cNvSpPr>
            <a:spLocks noGrp="1" noChangeArrowheads="1"/>
          </p:cNvSpPr>
          <p:nvPr>
            <p:ph type="title"/>
          </p:nvPr>
        </p:nvSpPr>
        <p:spPr>
          <a:xfrm>
            <a:off x="362743" y="346500"/>
            <a:ext cx="9217025" cy="490537"/>
          </a:xfrm>
        </p:spPr>
        <p:txBody>
          <a:bodyPr>
            <a:normAutofit fontScale="90000"/>
          </a:bodyPr>
          <a:lstStyle/>
          <a:p>
            <a:r>
              <a:rPr lang="en-US" altLang="ja-JP" dirty="0" err="1">
                <a:latin typeface="Arial" panose="020B0604020202020204" pitchFamily="34" charset="0"/>
                <a:ea typeface="MS UI Gothic" panose="020B0600070205080204" pitchFamily="50" charset="-128"/>
              </a:rPr>
              <a:t>Câu</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lệnh</a:t>
            </a:r>
            <a:r>
              <a:rPr lang="en-US" altLang="ja-JP" dirty="0">
                <a:latin typeface="Arial" panose="020B0604020202020204" pitchFamily="34" charset="0"/>
                <a:ea typeface="MS UI Gothic" panose="020B0600070205080204" pitchFamily="50" charset="-128"/>
              </a:rPr>
              <a:t> control </a:t>
            </a:r>
            <a:r>
              <a:rPr lang="en-US" altLang="ja-JP" dirty="0" err="1">
                <a:latin typeface="Arial" panose="020B0604020202020204" pitchFamily="34" charset="0"/>
                <a:ea typeface="MS UI Gothic" panose="020B0600070205080204" pitchFamily="50" charset="-128"/>
              </a:rPr>
              <a:t>là</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gì</a:t>
            </a:r>
            <a:endParaRPr lang="en-US" altLang="ja-JP" dirty="0">
              <a:latin typeface="Arial" panose="020B0604020202020204" pitchFamily="34" charset="0"/>
              <a:ea typeface="MS UI Gothic" panose="020B0600070205080204" pitchFamily="50" charset="-128"/>
            </a:endParaRPr>
          </a:p>
        </p:txBody>
      </p:sp>
      <p:sp>
        <p:nvSpPr>
          <p:cNvPr id="688131" name="Rectangle 3">
            <a:extLst>
              <a:ext uri="{FF2B5EF4-FFF2-40B4-BE49-F238E27FC236}">
                <a16:creationId xmlns:a16="http://schemas.microsoft.com/office/drawing/2014/main" id="{9914686D-E7E0-D28A-4437-5FA0FDAFE608}"/>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688132" name="Rectangle 4">
            <a:extLst>
              <a:ext uri="{FF2B5EF4-FFF2-40B4-BE49-F238E27FC236}">
                <a16:creationId xmlns:a16="http://schemas.microsoft.com/office/drawing/2014/main" id="{B8617C17-E5E2-B5B2-E592-AE3430012771}"/>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Câu lệnh control là</a:t>
            </a:r>
          </a:p>
          <a:p>
            <a:endParaRPr lang="en-US" altLang="ja-JP" sz="2400" b="0"/>
          </a:p>
          <a:p>
            <a:endParaRPr lang="en-US" altLang="ja-JP" sz="2400" b="0"/>
          </a:p>
          <a:p>
            <a:endParaRPr lang="en-US" altLang="ja-JP" sz="2400" b="0"/>
          </a:p>
          <a:p>
            <a:r>
              <a:rPr lang="en-US" altLang="zh-TW" sz="2400" b="0">
                <a:latin typeface="Arial" panose="020B0604020202020204" pitchFamily="34" charset="0"/>
              </a:rPr>
              <a:t>3 cấu trúc cơ bản</a:t>
            </a:r>
            <a:endParaRPr lang="en-US" altLang="ja-JP" sz="2400" b="0">
              <a:latin typeface="Arial" panose="020B0604020202020204" pitchFamily="34" charset="0"/>
            </a:endParaRPr>
          </a:p>
          <a:p>
            <a:endParaRPr lang="en-US" altLang="ja-JP" sz="2400" b="0"/>
          </a:p>
          <a:p>
            <a:endParaRPr lang="en-US" altLang="ja-JP" sz="2400" b="0"/>
          </a:p>
        </p:txBody>
      </p:sp>
      <p:sp>
        <p:nvSpPr>
          <p:cNvPr id="688133" name="Rectangle 5">
            <a:extLst>
              <a:ext uri="{FF2B5EF4-FFF2-40B4-BE49-F238E27FC236}">
                <a16:creationId xmlns:a16="http://schemas.microsoft.com/office/drawing/2014/main" id="{C61F846D-8628-284D-1514-4486F3715EEA}"/>
              </a:ext>
            </a:extLst>
          </p:cNvPr>
          <p:cNvSpPr>
            <a:spLocks noChangeArrowheads="1"/>
          </p:cNvSpPr>
          <p:nvPr/>
        </p:nvSpPr>
        <p:spPr bwMode="auto">
          <a:xfrm>
            <a:off x="344488" y="1249363"/>
            <a:ext cx="9120187" cy="528637"/>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a:latin typeface="Arial" panose="020B0604020202020204" pitchFamily="34" charset="0"/>
              </a:rPr>
              <a:t>Cú pháp để control flow xử lý của program.</a:t>
            </a:r>
          </a:p>
        </p:txBody>
      </p:sp>
      <p:grpSp>
        <p:nvGrpSpPr>
          <p:cNvPr id="688178" name="Group 50">
            <a:extLst>
              <a:ext uri="{FF2B5EF4-FFF2-40B4-BE49-F238E27FC236}">
                <a16:creationId xmlns:a16="http://schemas.microsoft.com/office/drawing/2014/main" id="{1E108B9B-DCFF-7A9B-AE69-FE1E6F5AF215}"/>
              </a:ext>
            </a:extLst>
          </p:cNvPr>
          <p:cNvGrpSpPr>
            <a:grpSpLocks/>
          </p:cNvGrpSpPr>
          <p:nvPr/>
        </p:nvGrpSpPr>
        <p:grpSpPr bwMode="auto">
          <a:xfrm>
            <a:off x="457200" y="2921000"/>
            <a:ext cx="2887663" cy="3082925"/>
            <a:chOff x="360" y="2208"/>
            <a:chExt cx="1819" cy="1942"/>
          </a:xfrm>
        </p:grpSpPr>
        <p:sp>
          <p:nvSpPr>
            <p:cNvPr id="688153" name="Rectangle 25">
              <a:extLst>
                <a:ext uri="{FF2B5EF4-FFF2-40B4-BE49-F238E27FC236}">
                  <a16:creationId xmlns:a16="http://schemas.microsoft.com/office/drawing/2014/main" id="{4E5F3964-971E-B38A-3CE7-68768D00278C}"/>
                </a:ext>
              </a:extLst>
            </p:cNvPr>
            <p:cNvSpPr>
              <a:spLocks noChangeArrowheads="1"/>
            </p:cNvSpPr>
            <p:nvPr/>
          </p:nvSpPr>
          <p:spPr bwMode="auto">
            <a:xfrm>
              <a:off x="360" y="2208"/>
              <a:ext cx="1819" cy="1942"/>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688143" name="Line 15">
              <a:extLst>
                <a:ext uri="{FF2B5EF4-FFF2-40B4-BE49-F238E27FC236}">
                  <a16:creationId xmlns:a16="http://schemas.microsoft.com/office/drawing/2014/main" id="{3B1F6F98-41A9-872B-3914-F59F653BB966}"/>
                </a:ext>
              </a:extLst>
            </p:cNvPr>
            <p:cNvSpPr>
              <a:spLocks noChangeShapeType="1"/>
            </p:cNvSpPr>
            <p:nvPr/>
          </p:nvSpPr>
          <p:spPr bwMode="auto">
            <a:xfrm>
              <a:off x="1268" y="2731"/>
              <a:ext cx="8" cy="1307"/>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688163" name="Text Box 35">
              <a:extLst>
                <a:ext uri="{FF2B5EF4-FFF2-40B4-BE49-F238E27FC236}">
                  <a16:creationId xmlns:a16="http://schemas.microsoft.com/office/drawing/2014/main" id="{E8CB3F77-B030-4A27-B041-3C77AE276D47}"/>
                </a:ext>
              </a:extLst>
            </p:cNvPr>
            <p:cNvSpPr txBox="1">
              <a:spLocks noChangeArrowheads="1"/>
            </p:cNvSpPr>
            <p:nvPr/>
          </p:nvSpPr>
          <p:spPr bwMode="auto">
            <a:xfrm>
              <a:off x="408" y="2264"/>
              <a:ext cx="1712" cy="25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2000" dirty="0" err="1">
                  <a:latin typeface="+mj-lt"/>
                </a:rPr>
                <a:t>Cấu</a:t>
              </a:r>
              <a:r>
                <a:rPr lang="en-US" altLang="ja-JP" sz="2000" dirty="0">
                  <a:latin typeface="+mj-lt"/>
                </a:rPr>
                <a:t> </a:t>
              </a:r>
              <a:r>
                <a:rPr lang="en-US" altLang="ja-JP" sz="2000" dirty="0" err="1">
                  <a:latin typeface="+mj-lt"/>
                </a:rPr>
                <a:t>trúc</a:t>
              </a:r>
              <a:r>
                <a:rPr lang="en-US" altLang="ja-JP" sz="2000" dirty="0">
                  <a:latin typeface="+mj-lt"/>
                </a:rPr>
                <a:t> </a:t>
              </a:r>
              <a:r>
                <a:rPr lang="en-US" altLang="ja-JP" sz="2000" dirty="0" err="1">
                  <a:latin typeface="+mj-lt"/>
                </a:rPr>
                <a:t>tuần</a:t>
              </a:r>
              <a:r>
                <a:rPr lang="en-US" altLang="ja-JP" sz="2000" dirty="0">
                  <a:latin typeface="+mj-lt"/>
                </a:rPr>
                <a:t> </a:t>
              </a:r>
              <a:r>
                <a:rPr lang="en-US" altLang="ja-JP" sz="2000" dirty="0" err="1">
                  <a:latin typeface="+mj-lt"/>
                </a:rPr>
                <a:t>tự</a:t>
              </a:r>
              <a:endParaRPr lang="en-US" altLang="ja-JP" sz="2000" dirty="0">
                <a:latin typeface="+mj-lt"/>
              </a:endParaRPr>
            </a:p>
          </p:txBody>
        </p:sp>
        <p:sp>
          <p:nvSpPr>
            <p:cNvPr id="688175" name="AutoShape 47">
              <a:extLst>
                <a:ext uri="{FF2B5EF4-FFF2-40B4-BE49-F238E27FC236}">
                  <a16:creationId xmlns:a16="http://schemas.microsoft.com/office/drawing/2014/main" id="{0056E3CE-393F-C5B5-86B0-B7B5F477F868}"/>
                </a:ext>
              </a:extLst>
            </p:cNvPr>
            <p:cNvSpPr>
              <a:spLocks noChangeArrowheads="1"/>
            </p:cNvSpPr>
            <p:nvPr/>
          </p:nvSpPr>
          <p:spPr bwMode="auto">
            <a:xfrm>
              <a:off x="843" y="3651"/>
              <a:ext cx="835" cy="281"/>
            </a:xfrm>
            <a:prstGeom prst="flowChartProcess">
              <a:avLst/>
            </a:prstGeom>
            <a:solidFill>
              <a:srgbClr val="FFFFCC"/>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nchor="ctr"/>
            <a:lstStyle/>
            <a:p>
              <a:pPr algn="ctr"/>
              <a:r>
                <a:rPr lang="en-US" altLang="ja-JP" sz="1600" b="0"/>
                <a:t>Xử lý</a:t>
              </a:r>
              <a:endParaRPr lang="en-US" altLang="ja-JP" sz="1600"/>
            </a:p>
          </p:txBody>
        </p:sp>
        <p:sp>
          <p:nvSpPr>
            <p:cNvPr id="688176" name="AutoShape 48">
              <a:extLst>
                <a:ext uri="{FF2B5EF4-FFF2-40B4-BE49-F238E27FC236}">
                  <a16:creationId xmlns:a16="http://schemas.microsoft.com/office/drawing/2014/main" id="{7C125609-BAB2-727E-43DA-123A1BBC13A3}"/>
                </a:ext>
              </a:extLst>
            </p:cNvPr>
            <p:cNvSpPr>
              <a:spLocks noChangeArrowheads="1"/>
            </p:cNvSpPr>
            <p:nvPr/>
          </p:nvSpPr>
          <p:spPr bwMode="auto">
            <a:xfrm>
              <a:off x="843" y="3263"/>
              <a:ext cx="835" cy="281"/>
            </a:xfrm>
            <a:prstGeom prst="flowChartProcess">
              <a:avLst/>
            </a:prstGeom>
            <a:solidFill>
              <a:srgbClr val="FFFFCC"/>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nchor="ctr"/>
            <a:lstStyle/>
            <a:p>
              <a:pPr algn="ctr"/>
              <a:r>
                <a:rPr lang="en-US" altLang="ja-JP" sz="1600" b="0"/>
                <a:t>Xử lý</a:t>
              </a:r>
              <a:endParaRPr lang="en-US" altLang="ja-JP" sz="1600"/>
            </a:p>
          </p:txBody>
        </p:sp>
        <p:sp>
          <p:nvSpPr>
            <p:cNvPr id="688177" name="AutoShape 49">
              <a:extLst>
                <a:ext uri="{FF2B5EF4-FFF2-40B4-BE49-F238E27FC236}">
                  <a16:creationId xmlns:a16="http://schemas.microsoft.com/office/drawing/2014/main" id="{0A3E1CAB-2A1A-705B-6D54-91CD08CAF325}"/>
                </a:ext>
              </a:extLst>
            </p:cNvPr>
            <p:cNvSpPr>
              <a:spLocks noChangeArrowheads="1"/>
            </p:cNvSpPr>
            <p:nvPr/>
          </p:nvSpPr>
          <p:spPr bwMode="auto">
            <a:xfrm>
              <a:off x="843" y="2875"/>
              <a:ext cx="835" cy="281"/>
            </a:xfrm>
            <a:prstGeom prst="flowChartProcess">
              <a:avLst/>
            </a:prstGeom>
            <a:solidFill>
              <a:srgbClr val="FFFFCC"/>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nchor="ctr"/>
            <a:lstStyle/>
            <a:p>
              <a:pPr algn="ctr"/>
              <a:r>
                <a:rPr lang="en-AU" altLang="ja-JP" sz="1600" b="0"/>
                <a:t>Xử lý</a:t>
              </a:r>
              <a:endParaRPr lang="en-US" altLang="ja-JP" sz="1600"/>
            </a:p>
          </p:txBody>
        </p:sp>
      </p:grpSp>
      <p:grpSp>
        <p:nvGrpSpPr>
          <p:cNvPr id="688197" name="Group 69">
            <a:extLst>
              <a:ext uri="{FF2B5EF4-FFF2-40B4-BE49-F238E27FC236}">
                <a16:creationId xmlns:a16="http://schemas.microsoft.com/office/drawing/2014/main" id="{998D5EA0-1DA4-D071-281C-E1A940335CB2}"/>
              </a:ext>
            </a:extLst>
          </p:cNvPr>
          <p:cNvGrpSpPr>
            <a:grpSpLocks/>
          </p:cNvGrpSpPr>
          <p:nvPr/>
        </p:nvGrpSpPr>
        <p:grpSpPr bwMode="auto">
          <a:xfrm>
            <a:off x="3527425" y="2938463"/>
            <a:ext cx="2887663" cy="3082925"/>
            <a:chOff x="2088" y="2152"/>
            <a:chExt cx="1819" cy="1942"/>
          </a:xfrm>
        </p:grpSpPr>
        <p:sp>
          <p:nvSpPr>
            <p:cNvPr id="688165" name="Rectangle 37">
              <a:extLst>
                <a:ext uri="{FF2B5EF4-FFF2-40B4-BE49-F238E27FC236}">
                  <a16:creationId xmlns:a16="http://schemas.microsoft.com/office/drawing/2014/main" id="{C8F8E8B3-ACFF-22C0-158B-71080D287EBA}"/>
                </a:ext>
              </a:extLst>
            </p:cNvPr>
            <p:cNvSpPr>
              <a:spLocks noChangeArrowheads="1"/>
            </p:cNvSpPr>
            <p:nvPr/>
          </p:nvSpPr>
          <p:spPr bwMode="auto">
            <a:xfrm>
              <a:off x="2088" y="2152"/>
              <a:ext cx="1819" cy="1942"/>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688166" name="Line 38">
              <a:extLst>
                <a:ext uri="{FF2B5EF4-FFF2-40B4-BE49-F238E27FC236}">
                  <a16:creationId xmlns:a16="http://schemas.microsoft.com/office/drawing/2014/main" id="{D314B99D-9F22-3F4B-59D3-17C7905899B8}"/>
                </a:ext>
              </a:extLst>
            </p:cNvPr>
            <p:cNvSpPr>
              <a:spLocks noChangeShapeType="1"/>
            </p:cNvSpPr>
            <p:nvPr/>
          </p:nvSpPr>
          <p:spPr bwMode="auto">
            <a:xfrm>
              <a:off x="2676" y="2675"/>
              <a:ext cx="8" cy="1307"/>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688167" name="AutoShape 39">
              <a:extLst>
                <a:ext uri="{FF2B5EF4-FFF2-40B4-BE49-F238E27FC236}">
                  <a16:creationId xmlns:a16="http://schemas.microsoft.com/office/drawing/2014/main" id="{4A8A1B3D-6207-102F-71E4-30AFA9C14837}"/>
                </a:ext>
              </a:extLst>
            </p:cNvPr>
            <p:cNvSpPr>
              <a:spLocks noChangeArrowheads="1"/>
            </p:cNvSpPr>
            <p:nvPr/>
          </p:nvSpPr>
          <p:spPr bwMode="auto">
            <a:xfrm>
              <a:off x="2159" y="2833"/>
              <a:ext cx="1035" cy="374"/>
            </a:xfrm>
            <a:prstGeom prst="flowChartDecision">
              <a:avLst/>
            </a:prstGeom>
            <a:solidFill>
              <a:srgbClr val="FFCC99"/>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pPr algn="ctr">
                <a:lnSpc>
                  <a:spcPct val="96000"/>
                </a:lnSpc>
              </a:pPr>
              <a:r>
                <a:rPr lang="en-US" altLang="ja-JP" sz="1400" b="0" dirty="0" err="1">
                  <a:latin typeface="+mj-lt"/>
                </a:rPr>
                <a:t>Biểu</a:t>
              </a:r>
              <a:r>
                <a:rPr lang="en-US" altLang="ja-JP" sz="1400" b="0" dirty="0">
                  <a:latin typeface="+mj-lt"/>
                </a:rPr>
                <a:t> </a:t>
              </a:r>
              <a:r>
                <a:rPr lang="en-US" altLang="ja-JP" sz="1400" b="0" dirty="0" err="1">
                  <a:latin typeface="+mj-lt"/>
                </a:rPr>
                <a:t>thức</a:t>
              </a:r>
              <a:r>
                <a:rPr lang="en-US" altLang="ja-JP" sz="1400" b="0" dirty="0">
                  <a:latin typeface="+mj-lt"/>
                </a:rPr>
                <a:t> </a:t>
              </a:r>
              <a:r>
                <a:rPr lang="en-US" altLang="ja-JP" sz="1400" b="0" dirty="0" err="1">
                  <a:latin typeface="+mj-lt"/>
                </a:rPr>
                <a:t>điều</a:t>
              </a:r>
              <a:r>
                <a:rPr lang="en-US" altLang="ja-JP" sz="1400" b="0" dirty="0">
                  <a:latin typeface="+mj-lt"/>
                </a:rPr>
                <a:t> </a:t>
              </a:r>
              <a:r>
                <a:rPr lang="en-US" altLang="ja-JP" sz="1400" b="0" dirty="0" err="1">
                  <a:latin typeface="+mj-lt"/>
                </a:rPr>
                <a:t>kiện</a:t>
              </a:r>
              <a:endParaRPr lang="en-US" altLang="ja-JP" sz="1400" dirty="0">
                <a:latin typeface="+mj-lt"/>
              </a:endParaRPr>
            </a:p>
          </p:txBody>
        </p:sp>
        <p:sp>
          <p:nvSpPr>
            <p:cNvPr id="688168" name="AutoShape 40">
              <a:extLst>
                <a:ext uri="{FF2B5EF4-FFF2-40B4-BE49-F238E27FC236}">
                  <a16:creationId xmlns:a16="http://schemas.microsoft.com/office/drawing/2014/main" id="{2E22F953-84DB-8C94-FB9E-04A8AAA84F04}"/>
                </a:ext>
              </a:extLst>
            </p:cNvPr>
            <p:cNvSpPr>
              <a:spLocks noChangeArrowheads="1"/>
            </p:cNvSpPr>
            <p:nvPr/>
          </p:nvSpPr>
          <p:spPr bwMode="auto">
            <a:xfrm>
              <a:off x="2243" y="3395"/>
              <a:ext cx="835" cy="281"/>
            </a:xfrm>
            <a:prstGeom prst="flowChartProcess">
              <a:avLst/>
            </a:prstGeom>
            <a:solidFill>
              <a:srgbClr val="FFFFCC"/>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nchor="ctr"/>
            <a:lstStyle/>
            <a:p>
              <a:pPr algn="ctr"/>
              <a:r>
                <a:rPr lang="en-US" altLang="ja-JP" sz="1600" b="0"/>
                <a:t>Xử lý</a:t>
              </a:r>
              <a:endParaRPr lang="en-US" altLang="ja-JP" sz="1600"/>
            </a:p>
          </p:txBody>
        </p:sp>
        <p:sp>
          <p:nvSpPr>
            <p:cNvPr id="688169" name="Line 41">
              <a:extLst>
                <a:ext uri="{FF2B5EF4-FFF2-40B4-BE49-F238E27FC236}">
                  <a16:creationId xmlns:a16="http://schemas.microsoft.com/office/drawing/2014/main" id="{5FA28634-A4C2-ADAD-01A9-CE086408238E}"/>
                </a:ext>
              </a:extLst>
            </p:cNvPr>
            <p:cNvSpPr>
              <a:spLocks noChangeShapeType="1"/>
            </p:cNvSpPr>
            <p:nvPr/>
          </p:nvSpPr>
          <p:spPr bwMode="auto">
            <a:xfrm>
              <a:off x="3192" y="3020"/>
              <a:ext cx="601"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688170" name="Line 42">
              <a:extLst>
                <a:ext uri="{FF2B5EF4-FFF2-40B4-BE49-F238E27FC236}">
                  <a16:creationId xmlns:a16="http://schemas.microsoft.com/office/drawing/2014/main" id="{F4C43B63-E5D2-1830-0E55-F558CDD5BFD5}"/>
                </a:ext>
              </a:extLst>
            </p:cNvPr>
            <p:cNvSpPr>
              <a:spLocks noChangeShapeType="1"/>
            </p:cNvSpPr>
            <p:nvPr/>
          </p:nvSpPr>
          <p:spPr bwMode="auto">
            <a:xfrm>
              <a:off x="3789" y="3014"/>
              <a:ext cx="8" cy="819"/>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688171" name="Text Box 43">
              <a:extLst>
                <a:ext uri="{FF2B5EF4-FFF2-40B4-BE49-F238E27FC236}">
                  <a16:creationId xmlns:a16="http://schemas.microsoft.com/office/drawing/2014/main" id="{77478F8D-CE9B-039A-7785-73D0D81A13C9}"/>
                </a:ext>
              </a:extLst>
            </p:cNvPr>
            <p:cNvSpPr txBox="1">
              <a:spLocks noChangeArrowheads="1"/>
            </p:cNvSpPr>
            <p:nvPr/>
          </p:nvSpPr>
          <p:spPr bwMode="auto">
            <a:xfrm>
              <a:off x="2734" y="3146"/>
              <a:ext cx="333" cy="1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just">
                <a:lnSpc>
                  <a:spcPct val="96000"/>
                </a:lnSpc>
              </a:pPr>
              <a:r>
                <a:rPr lang="en-US" altLang="ja-JP" sz="1800">
                  <a:latin typeface="MS UI Gothic" panose="020B0600070205080204" pitchFamily="50" charset="-128"/>
                </a:rPr>
                <a:t>true</a:t>
              </a:r>
            </a:p>
          </p:txBody>
        </p:sp>
        <p:sp>
          <p:nvSpPr>
            <p:cNvPr id="688172" name="Text Box 44">
              <a:extLst>
                <a:ext uri="{FF2B5EF4-FFF2-40B4-BE49-F238E27FC236}">
                  <a16:creationId xmlns:a16="http://schemas.microsoft.com/office/drawing/2014/main" id="{AE454188-A19E-7492-DD8D-E0C64B222C99}"/>
                </a:ext>
              </a:extLst>
            </p:cNvPr>
            <p:cNvSpPr txBox="1">
              <a:spLocks noChangeArrowheads="1"/>
            </p:cNvSpPr>
            <p:nvPr/>
          </p:nvSpPr>
          <p:spPr bwMode="auto">
            <a:xfrm>
              <a:off x="3239" y="2820"/>
              <a:ext cx="334" cy="1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just">
                <a:lnSpc>
                  <a:spcPct val="96000"/>
                </a:lnSpc>
              </a:pPr>
              <a:r>
                <a:rPr lang="en-US" altLang="ja-JP" sz="1800">
                  <a:latin typeface="MS UI Gothic" panose="020B0600070205080204" pitchFamily="50" charset="-128"/>
                </a:rPr>
                <a:t>false</a:t>
              </a:r>
            </a:p>
          </p:txBody>
        </p:sp>
        <p:sp>
          <p:nvSpPr>
            <p:cNvPr id="688174" name="Text Box 46">
              <a:extLst>
                <a:ext uri="{FF2B5EF4-FFF2-40B4-BE49-F238E27FC236}">
                  <a16:creationId xmlns:a16="http://schemas.microsoft.com/office/drawing/2014/main" id="{81DB8DF3-6F15-3C7D-89ED-073525EE13E4}"/>
                </a:ext>
              </a:extLst>
            </p:cNvPr>
            <p:cNvSpPr txBox="1">
              <a:spLocks noChangeArrowheads="1"/>
            </p:cNvSpPr>
            <p:nvPr/>
          </p:nvSpPr>
          <p:spPr bwMode="auto">
            <a:xfrm>
              <a:off x="2136" y="2208"/>
              <a:ext cx="1712" cy="446"/>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2000" dirty="0" err="1">
                  <a:latin typeface="+mj-lt"/>
                </a:rPr>
                <a:t>Cấu</a:t>
              </a:r>
              <a:r>
                <a:rPr lang="en-US" altLang="ja-JP" sz="2000" dirty="0">
                  <a:latin typeface="+mj-lt"/>
                </a:rPr>
                <a:t> </a:t>
              </a:r>
              <a:r>
                <a:rPr lang="en-US" altLang="ja-JP" sz="2000" dirty="0" err="1">
                  <a:latin typeface="+mj-lt"/>
                </a:rPr>
                <a:t>trúc</a:t>
              </a:r>
              <a:r>
                <a:rPr lang="en-US" altLang="ja-JP" sz="2000" dirty="0">
                  <a:latin typeface="+mj-lt"/>
                </a:rPr>
                <a:t> </a:t>
              </a:r>
              <a:r>
                <a:rPr lang="en-US" altLang="ja-JP" sz="2000" dirty="0" err="1">
                  <a:latin typeface="+mj-lt"/>
                </a:rPr>
                <a:t>phân</a:t>
              </a:r>
              <a:r>
                <a:rPr lang="en-US" altLang="ja-JP" sz="2000" dirty="0">
                  <a:latin typeface="+mj-lt"/>
                </a:rPr>
                <a:t> </a:t>
              </a:r>
              <a:r>
                <a:rPr lang="en-US" altLang="ja-JP" sz="2000" dirty="0" err="1">
                  <a:latin typeface="+mj-lt"/>
                </a:rPr>
                <a:t>nhánh</a:t>
              </a:r>
              <a:endParaRPr lang="en-US" altLang="ja-JP" sz="2000" dirty="0">
                <a:latin typeface="+mj-lt"/>
              </a:endParaRPr>
            </a:p>
          </p:txBody>
        </p:sp>
        <p:sp>
          <p:nvSpPr>
            <p:cNvPr id="688180" name="Line 52">
              <a:extLst>
                <a:ext uri="{FF2B5EF4-FFF2-40B4-BE49-F238E27FC236}">
                  <a16:creationId xmlns:a16="http://schemas.microsoft.com/office/drawing/2014/main" id="{CA6E2C6B-C4AD-83CC-96AE-BB1E6A737EFA}"/>
                </a:ext>
              </a:extLst>
            </p:cNvPr>
            <p:cNvSpPr>
              <a:spLocks noChangeShapeType="1"/>
            </p:cNvSpPr>
            <p:nvPr/>
          </p:nvSpPr>
          <p:spPr bwMode="auto">
            <a:xfrm>
              <a:off x="2682" y="3828"/>
              <a:ext cx="1118" cy="0"/>
            </a:xfrm>
            <a:prstGeom prst="line">
              <a:avLst/>
            </a:prstGeom>
            <a:noFill/>
            <a:ln w="19050">
              <a:solidFill>
                <a:srgbClr val="000000"/>
              </a:solidFill>
              <a:round/>
              <a:headEnd type="triangle" w="lg"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grpSp>
      <p:grpSp>
        <p:nvGrpSpPr>
          <p:cNvPr id="688199" name="Group 71">
            <a:extLst>
              <a:ext uri="{FF2B5EF4-FFF2-40B4-BE49-F238E27FC236}">
                <a16:creationId xmlns:a16="http://schemas.microsoft.com/office/drawing/2014/main" id="{98C256C3-7861-60ED-650A-F687F869269F}"/>
              </a:ext>
            </a:extLst>
          </p:cNvPr>
          <p:cNvGrpSpPr>
            <a:grpSpLocks/>
          </p:cNvGrpSpPr>
          <p:nvPr/>
        </p:nvGrpSpPr>
        <p:grpSpPr bwMode="auto">
          <a:xfrm>
            <a:off x="6578600" y="2921000"/>
            <a:ext cx="2887663" cy="3082925"/>
            <a:chOff x="3984" y="1584"/>
            <a:chExt cx="1819" cy="1942"/>
          </a:xfrm>
        </p:grpSpPr>
        <p:sp>
          <p:nvSpPr>
            <p:cNvPr id="688183" name="Rectangle 55">
              <a:extLst>
                <a:ext uri="{FF2B5EF4-FFF2-40B4-BE49-F238E27FC236}">
                  <a16:creationId xmlns:a16="http://schemas.microsoft.com/office/drawing/2014/main" id="{125C08F2-D356-80C4-B28C-4963FB7B66E4}"/>
                </a:ext>
              </a:extLst>
            </p:cNvPr>
            <p:cNvSpPr>
              <a:spLocks noChangeArrowheads="1"/>
            </p:cNvSpPr>
            <p:nvPr/>
          </p:nvSpPr>
          <p:spPr bwMode="auto">
            <a:xfrm>
              <a:off x="3984" y="1584"/>
              <a:ext cx="1819" cy="1942"/>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688184" name="Line 56">
              <a:extLst>
                <a:ext uri="{FF2B5EF4-FFF2-40B4-BE49-F238E27FC236}">
                  <a16:creationId xmlns:a16="http://schemas.microsoft.com/office/drawing/2014/main" id="{8048D6EF-DC7C-1475-F8BD-7F4E98270658}"/>
                </a:ext>
              </a:extLst>
            </p:cNvPr>
            <p:cNvSpPr>
              <a:spLocks noChangeShapeType="1"/>
            </p:cNvSpPr>
            <p:nvPr/>
          </p:nvSpPr>
          <p:spPr bwMode="auto">
            <a:xfrm flipH="1">
              <a:off x="4904" y="2047"/>
              <a:ext cx="8" cy="120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688186" name="AutoShape 58">
              <a:extLst>
                <a:ext uri="{FF2B5EF4-FFF2-40B4-BE49-F238E27FC236}">
                  <a16:creationId xmlns:a16="http://schemas.microsoft.com/office/drawing/2014/main" id="{1DA5B2F1-F91E-E7EB-CFCD-B58E02F48956}"/>
                </a:ext>
              </a:extLst>
            </p:cNvPr>
            <p:cNvSpPr>
              <a:spLocks noChangeArrowheads="1"/>
            </p:cNvSpPr>
            <p:nvPr/>
          </p:nvSpPr>
          <p:spPr bwMode="auto">
            <a:xfrm>
              <a:off x="4475" y="2827"/>
              <a:ext cx="835" cy="281"/>
            </a:xfrm>
            <a:prstGeom prst="flowChartProcess">
              <a:avLst/>
            </a:prstGeom>
            <a:solidFill>
              <a:srgbClr val="FFFFCC"/>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nchor="ctr"/>
            <a:lstStyle/>
            <a:p>
              <a:pPr algn="ctr"/>
              <a:r>
                <a:rPr lang="en-US" altLang="ja-JP" sz="1600" b="0"/>
                <a:t>Xử lý</a:t>
              </a:r>
              <a:endParaRPr lang="en-US" altLang="ja-JP" sz="1600"/>
            </a:p>
          </p:txBody>
        </p:sp>
        <p:sp>
          <p:nvSpPr>
            <p:cNvPr id="688187" name="Line 59">
              <a:extLst>
                <a:ext uri="{FF2B5EF4-FFF2-40B4-BE49-F238E27FC236}">
                  <a16:creationId xmlns:a16="http://schemas.microsoft.com/office/drawing/2014/main" id="{45EB1271-018C-CC43-4017-1F22117E2FCD}"/>
                </a:ext>
              </a:extLst>
            </p:cNvPr>
            <p:cNvSpPr>
              <a:spLocks noChangeShapeType="1"/>
            </p:cNvSpPr>
            <p:nvPr/>
          </p:nvSpPr>
          <p:spPr bwMode="auto">
            <a:xfrm>
              <a:off x="5090" y="2452"/>
              <a:ext cx="601"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688188" name="Line 60">
              <a:extLst>
                <a:ext uri="{FF2B5EF4-FFF2-40B4-BE49-F238E27FC236}">
                  <a16:creationId xmlns:a16="http://schemas.microsoft.com/office/drawing/2014/main" id="{6184A0DD-B40E-62E2-9105-F9B046967F59}"/>
                </a:ext>
              </a:extLst>
            </p:cNvPr>
            <p:cNvSpPr>
              <a:spLocks noChangeShapeType="1"/>
            </p:cNvSpPr>
            <p:nvPr/>
          </p:nvSpPr>
          <p:spPr bwMode="auto">
            <a:xfrm>
              <a:off x="5691" y="2446"/>
              <a:ext cx="8" cy="947"/>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688189" name="Text Box 61">
              <a:extLst>
                <a:ext uri="{FF2B5EF4-FFF2-40B4-BE49-F238E27FC236}">
                  <a16:creationId xmlns:a16="http://schemas.microsoft.com/office/drawing/2014/main" id="{DB03416F-191E-4722-06F7-D84D5E84E97F}"/>
                </a:ext>
              </a:extLst>
            </p:cNvPr>
            <p:cNvSpPr txBox="1">
              <a:spLocks noChangeArrowheads="1"/>
            </p:cNvSpPr>
            <p:nvPr/>
          </p:nvSpPr>
          <p:spPr bwMode="auto">
            <a:xfrm>
              <a:off x="4966" y="2578"/>
              <a:ext cx="333" cy="1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just">
                <a:lnSpc>
                  <a:spcPct val="96000"/>
                </a:lnSpc>
              </a:pPr>
              <a:r>
                <a:rPr lang="en-US" altLang="ja-JP" sz="1800">
                  <a:latin typeface="MS UI Gothic" panose="020B0600070205080204" pitchFamily="50" charset="-128"/>
                </a:rPr>
                <a:t>true</a:t>
              </a:r>
            </a:p>
          </p:txBody>
        </p:sp>
        <p:sp>
          <p:nvSpPr>
            <p:cNvPr id="688190" name="Text Box 62">
              <a:extLst>
                <a:ext uri="{FF2B5EF4-FFF2-40B4-BE49-F238E27FC236}">
                  <a16:creationId xmlns:a16="http://schemas.microsoft.com/office/drawing/2014/main" id="{CDD49DD4-1F5E-0285-EB85-D0FC15C084AC}"/>
                </a:ext>
              </a:extLst>
            </p:cNvPr>
            <p:cNvSpPr txBox="1">
              <a:spLocks noChangeArrowheads="1"/>
            </p:cNvSpPr>
            <p:nvPr/>
          </p:nvSpPr>
          <p:spPr bwMode="auto">
            <a:xfrm>
              <a:off x="5399" y="2236"/>
              <a:ext cx="334" cy="1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just">
                <a:lnSpc>
                  <a:spcPct val="96000"/>
                </a:lnSpc>
              </a:pPr>
              <a:r>
                <a:rPr lang="en-US" altLang="ja-JP" sz="1800">
                  <a:latin typeface="MS UI Gothic" panose="020B0600070205080204" pitchFamily="50" charset="-128"/>
                </a:rPr>
                <a:t>false</a:t>
              </a:r>
            </a:p>
          </p:txBody>
        </p:sp>
        <p:sp>
          <p:nvSpPr>
            <p:cNvPr id="688191" name="Text Box 63">
              <a:extLst>
                <a:ext uri="{FF2B5EF4-FFF2-40B4-BE49-F238E27FC236}">
                  <a16:creationId xmlns:a16="http://schemas.microsoft.com/office/drawing/2014/main" id="{BE1BB9E4-B6F8-84FC-7453-2B0084DA1EA6}"/>
                </a:ext>
              </a:extLst>
            </p:cNvPr>
            <p:cNvSpPr txBox="1">
              <a:spLocks noChangeArrowheads="1"/>
            </p:cNvSpPr>
            <p:nvPr/>
          </p:nvSpPr>
          <p:spPr bwMode="auto">
            <a:xfrm>
              <a:off x="4032" y="1640"/>
              <a:ext cx="1712" cy="25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2000" dirty="0" err="1">
                  <a:latin typeface="+mj-lt"/>
                </a:rPr>
                <a:t>Cấu</a:t>
              </a:r>
              <a:r>
                <a:rPr lang="en-US" altLang="ja-JP" sz="2000" dirty="0">
                  <a:latin typeface="+mj-lt"/>
                </a:rPr>
                <a:t> </a:t>
              </a:r>
              <a:r>
                <a:rPr lang="en-US" altLang="ja-JP" sz="2000" dirty="0" err="1">
                  <a:latin typeface="+mj-lt"/>
                </a:rPr>
                <a:t>trúc</a:t>
              </a:r>
              <a:r>
                <a:rPr lang="en-US" altLang="ja-JP" sz="2000" dirty="0">
                  <a:latin typeface="+mj-lt"/>
                </a:rPr>
                <a:t> </a:t>
              </a:r>
              <a:r>
                <a:rPr lang="en-US" altLang="ja-JP" sz="2000" dirty="0" err="1">
                  <a:latin typeface="+mj-lt"/>
                </a:rPr>
                <a:t>lặp</a:t>
              </a:r>
              <a:endParaRPr lang="en-US" altLang="ja-JP" sz="2000" dirty="0">
                <a:latin typeface="+mj-lt"/>
              </a:endParaRPr>
            </a:p>
          </p:txBody>
        </p:sp>
        <p:sp>
          <p:nvSpPr>
            <p:cNvPr id="688185" name="AutoShape 57">
              <a:extLst>
                <a:ext uri="{FF2B5EF4-FFF2-40B4-BE49-F238E27FC236}">
                  <a16:creationId xmlns:a16="http://schemas.microsoft.com/office/drawing/2014/main" id="{008E45B6-61FF-F191-01CA-5282A8A5899F}"/>
                </a:ext>
              </a:extLst>
            </p:cNvPr>
            <p:cNvSpPr>
              <a:spLocks noChangeArrowheads="1"/>
            </p:cNvSpPr>
            <p:nvPr/>
          </p:nvSpPr>
          <p:spPr bwMode="auto">
            <a:xfrm>
              <a:off x="4391" y="2265"/>
              <a:ext cx="1035" cy="374"/>
            </a:xfrm>
            <a:prstGeom prst="flowChartDecision">
              <a:avLst/>
            </a:prstGeom>
            <a:solidFill>
              <a:srgbClr val="CC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pPr algn="ctr">
                <a:lnSpc>
                  <a:spcPct val="96000"/>
                </a:lnSpc>
              </a:pPr>
              <a:r>
                <a:rPr lang="en-US" altLang="ja-JP" sz="1400" b="0" dirty="0" err="1">
                  <a:latin typeface="+mj-lt"/>
                </a:rPr>
                <a:t>Biểu</a:t>
              </a:r>
              <a:r>
                <a:rPr lang="en-US" altLang="ja-JP" sz="1400" b="0" dirty="0">
                  <a:latin typeface="+mj-lt"/>
                </a:rPr>
                <a:t> </a:t>
              </a:r>
              <a:r>
                <a:rPr lang="en-US" altLang="ja-JP" sz="1400" b="0" dirty="0" err="1">
                  <a:latin typeface="+mj-lt"/>
                </a:rPr>
                <a:t>thức</a:t>
              </a:r>
              <a:r>
                <a:rPr lang="en-US" altLang="ja-JP" sz="1400" b="0" dirty="0">
                  <a:latin typeface="+mj-lt"/>
                </a:rPr>
                <a:t> </a:t>
              </a:r>
              <a:r>
                <a:rPr lang="en-US" altLang="ja-JP" sz="1400" b="0" dirty="0" err="1">
                  <a:latin typeface="+mj-lt"/>
                </a:rPr>
                <a:t>điều</a:t>
              </a:r>
              <a:r>
                <a:rPr lang="en-US" altLang="ja-JP" sz="1400" b="0" dirty="0">
                  <a:latin typeface="+mj-lt"/>
                </a:rPr>
                <a:t> </a:t>
              </a:r>
              <a:r>
                <a:rPr lang="en-US" altLang="ja-JP" sz="1400" b="0" dirty="0" err="1">
                  <a:latin typeface="+mj-lt"/>
                </a:rPr>
                <a:t>kiện</a:t>
              </a:r>
              <a:endParaRPr lang="en-US" altLang="ja-JP" sz="1400" dirty="0">
                <a:latin typeface="+mj-lt"/>
              </a:endParaRPr>
            </a:p>
          </p:txBody>
        </p:sp>
        <p:sp>
          <p:nvSpPr>
            <p:cNvPr id="688193" name="Line 65">
              <a:extLst>
                <a:ext uri="{FF2B5EF4-FFF2-40B4-BE49-F238E27FC236}">
                  <a16:creationId xmlns:a16="http://schemas.microsoft.com/office/drawing/2014/main" id="{71182972-3322-C6FA-E4D8-309DA404227B}"/>
                </a:ext>
              </a:extLst>
            </p:cNvPr>
            <p:cNvSpPr>
              <a:spLocks noChangeShapeType="1"/>
            </p:cNvSpPr>
            <p:nvPr/>
          </p:nvSpPr>
          <p:spPr bwMode="auto">
            <a:xfrm>
              <a:off x="4306" y="3244"/>
              <a:ext cx="601"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688194" name="Line 66">
              <a:extLst>
                <a:ext uri="{FF2B5EF4-FFF2-40B4-BE49-F238E27FC236}">
                  <a16:creationId xmlns:a16="http://schemas.microsoft.com/office/drawing/2014/main" id="{57214B20-F9E6-F422-1B12-83DF1B1F7433}"/>
                </a:ext>
              </a:extLst>
            </p:cNvPr>
            <p:cNvSpPr>
              <a:spLocks noChangeShapeType="1"/>
            </p:cNvSpPr>
            <p:nvPr/>
          </p:nvSpPr>
          <p:spPr bwMode="auto">
            <a:xfrm flipH="1">
              <a:off x="4312" y="2151"/>
              <a:ext cx="8" cy="109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688195" name="Line 67">
              <a:extLst>
                <a:ext uri="{FF2B5EF4-FFF2-40B4-BE49-F238E27FC236}">
                  <a16:creationId xmlns:a16="http://schemas.microsoft.com/office/drawing/2014/main" id="{BB86E12F-EC8A-95A2-2356-E72D4AE11FC6}"/>
                </a:ext>
              </a:extLst>
            </p:cNvPr>
            <p:cNvSpPr>
              <a:spLocks noChangeShapeType="1"/>
            </p:cNvSpPr>
            <p:nvPr/>
          </p:nvSpPr>
          <p:spPr bwMode="auto">
            <a:xfrm flipV="1">
              <a:off x="4893" y="3388"/>
              <a:ext cx="806" cy="1"/>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688196" name="Line 68">
              <a:extLst>
                <a:ext uri="{FF2B5EF4-FFF2-40B4-BE49-F238E27FC236}">
                  <a16:creationId xmlns:a16="http://schemas.microsoft.com/office/drawing/2014/main" id="{D35B2946-BDAD-20AF-B2DE-1D05F12CB2D5}"/>
                </a:ext>
              </a:extLst>
            </p:cNvPr>
            <p:cNvSpPr>
              <a:spLocks noChangeShapeType="1"/>
            </p:cNvSpPr>
            <p:nvPr/>
          </p:nvSpPr>
          <p:spPr bwMode="auto">
            <a:xfrm flipH="1">
              <a:off x="4895" y="3383"/>
              <a:ext cx="1" cy="129"/>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688198" name="Line 70">
              <a:extLst>
                <a:ext uri="{FF2B5EF4-FFF2-40B4-BE49-F238E27FC236}">
                  <a16:creationId xmlns:a16="http://schemas.microsoft.com/office/drawing/2014/main" id="{2B41D008-3611-E037-8C33-1C211CF235B7}"/>
                </a:ext>
              </a:extLst>
            </p:cNvPr>
            <p:cNvSpPr>
              <a:spLocks noChangeShapeType="1"/>
            </p:cNvSpPr>
            <p:nvPr/>
          </p:nvSpPr>
          <p:spPr bwMode="auto">
            <a:xfrm>
              <a:off x="4320" y="2156"/>
              <a:ext cx="601" cy="0"/>
            </a:xfrm>
            <a:prstGeom prst="line">
              <a:avLst/>
            </a:prstGeom>
            <a:noFill/>
            <a:ln w="19050">
              <a:solidFill>
                <a:srgbClr val="00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grpSp>
      <p:sp>
        <p:nvSpPr>
          <p:cNvPr id="688200" name="AutoShape 72">
            <a:extLst>
              <a:ext uri="{FF2B5EF4-FFF2-40B4-BE49-F238E27FC236}">
                <a16:creationId xmlns:a16="http://schemas.microsoft.com/office/drawing/2014/main" id="{C14A6B8C-1F5A-2947-4546-194FF0B67918}"/>
              </a:ext>
            </a:extLst>
          </p:cNvPr>
          <p:cNvSpPr>
            <a:spLocks noChangeArrowheads="1"/>
          </p:cNvSpPr>
          <p:nvPr/>
        </p:nvSpPr>
        <p:spPr bwMode="auto">
          <a:xfrm>
            <a:off x="3025775" y="1793875"/>
            <a:ext cx="3424238" cy="781050"/>
          </a:xfrm>
          <a:prstGeom prst="wedgeRoundRectCallout">
            <a:avLst>
              <a:gd name="adj1" fmla="val 5356"/>
              <a:gd name="adj2" fmla="val 105894"/>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400" dirty="0">
                <a:latin typeface="+mj-lt"/>
              </a:rPr>
              <a:t>Trường </a:t>
            </a:r>
            <a:r>
              <a:rPr lang="en-US" altLang="ja-JP" sz="1400" dirty="0" err="1">
                <a:latin typeface="+mj-lt"/>
              </a:rPr>
              <a:t>hợp</a:t>
            </a:r>
            <a:r>
              <a:rPr lang="en-US" altLang="ja-JP" sz="1400" dirty="0">
                <a:latin typeface="+mj-lt"/>
              </a:rPr>
              <a:t> </a:t>
            </a:r>
            <a:r>
              <a:rPr lang="en-US" altLang="ja-JP" sz="1400" dirty="0" err="1">
                <a:latin typeface="+mj-lt"/>
              </a:rPr>
              <a:t>phân</a:t>
            </a:r>
            <a:r>
              <a:rPr lang="en-US" altLang="ja-JP" sz="1400" dirty="0">
                <a:latin typeface="+mj-lt"/>
              </a:rPr>
              <a:t> </a:t>
            </a:r>
            <a:r>
              <a:rPr lang="en-US" altLang="ja-JP" sz="1400" dirty="0" err="1">
                <a:latin typeface="+mj-lt"/>
              </a:rPr>
              <a:t>nhánh</a:t>
            </a:r>
            <a:r>
              <a:rPr lang="en-US" altLang="ja-JP" sz="1400" dirty="0">
                <a:latin typeface="+mj-lt"/>
              </a:rPr>
              <a:t> </a:t>
            </a:r>
            <a:r>
              <a:rPr lang="en-US" altLang="ja-JP" sz="1400" dirty="0" err="1">
                <a:latin typeface="+mj-lt"/>
              </a:rPr>
              <a:t>xử</a:t>
            </a:r>
            <a:r>
              <a:rPr lang="en-US" altLang="ja-JP" sz="1400" dirty="0">
                <a:latin typeface="+mj-lt"/>
              </a:rPr>
              <a:t> </a:t>
            </a:r>
            <a:r>
              <a:rPr lang="en-US" altLang="ja-JP" sz="1400" dirty="0" err="1">
                <a:latin typeface="+mj-lt"/>
              </a:rPr>
              <a:t>lý</a:t>
            </a:r>
            <a:r>
              <a:rPr lang="en-US" altLang="ja-JP" sz="1400" dirty="0">
                <a:latin typeface="+mj-lt"/>
              </a:rPr>
              <a:t> </a:t>
            </a:r>
            <a:r>
              <a:rPr lang="en-US" altLang="ja-JP" sz="1400" dirty="0" err="1">
                <a:latin typeface="+mj-lt"/>
              </a:rPr>
              <a:t>theo</a:t>
            </a:r>
            <a:r>
              <a:rPr lang="en-US" altLang="ja-JP" sz="1400" dirty="0">
                <a:latin typeface="+mj-lt"/>
              </a:rPr>
              <a:t> </a:t>
            </a:r>
            <a:r>
              <a:rPr lang="en-US" altLang="ja-JP" sz="1400" dirty="0" err="1">
                <a:latin typeface="+mj-lt"/>
              </a:rPr>
              <a:t>điều</a:t>
            </a:r>
            <a:r>
              <a:rPr lang="en-US" altLang="ja-JP" sz="1400" dirty="0">
                <a:latin typeface="+mj-lt"/>
              </a:rPr>
              <a:t> </a:t>
            </a:r>
            <a:r>
              <a:rPr lang="en-US" altLang="ja-JP" sz="1400" dirty="0" err="1">
                <a:latin typeface="+mj-lt"/>
              </a:rPr>
              <a:t>kiện</a:t>
            </a:r>
            <a:r>
              <a:rPr lang="en-US" altLang="ja-JP" sz="1400" dirty="0">
                <a:latin typeface="+mj-lt"/>
              </a:rPr>
              <a:t> </a:t>
            </a:r>
            <a:r>
              <a:rPr lang="en-US" altLang="ja-JP" sz="1400" dirty="0" err="1">
                <a:latin typeface="+mj-lt"/>
              </a:rPr>
              <a:t>thì</a:t>
            </a:r>
            <a:r>
              <a:rPr lang="en-US" altLang="ja-JP" sz="1400" dirty="0">
                <a:latin typeface="+mj-lt"/>
              </a:rPr>
              <a:t> </a:t>
            </a:r>
            <a:r>
              <a:rPr lang="en-US" altLang="ja-JP" sz="1400" dirty="0" err="1">
                <a:latin typeface="+mj-lt"/>
              </a:rPr>
              <a:t>sẽ</a:t>
            </a:r>
            <a:r>
              <a:rPr lang="en-US" altLang="ja-JP" sz="1400" dirty="0">
                <a:latin typeface="+mj-lt"/>
              </a:rPr>
              <a:t> </a:t>
            </a:r>
            <a:r>
              <a:rPr lang="en-US" altLang="ja-JP" sz="1400" dirty="0" err="1">
                <a:latin typeface="+mj-lt"/>
              </a:rPr>
              <a:t>sử</a:t>
            </a:r>
            <a:r>
              <a:rPr lang="en-US" altLang="ja-JP" sz="1400" dirty="0">
                <a:latin typeface="+mj-lt"/>
              </a:rPr>
              <a:t> </a:t>
            </a:r>
            <a:r>
              <a:rPr lang="en-US" altLang="ja-JP" sz="1400" dirty="0" err="1">
                <a:latin typeface="+mj-lt"/>
              </a:rPr>
              <a:t>dụng</a:t>
            </a:r>
            <a:r>
              <a:rPr lang="en-US" altLang="ja-JP" sz="1400" dirty="0">
                <a:latin typeface="+mj-lt"/>
              </a:rPr>
              <a:t> </a:t>
            </a:r>
            <a:r>
              <a:rPr lang="en-US" altLang="ja-JP" sz="1400" dirty="0" err="1">
                <a:latin typeface="+mj-lt"/>
              </a:rPr>
              <a:t>ví</a:t>
            </a:r>
            <a:r>
              <a:rPr lang="en-US" altLang="ja-JP" sz="1400" dirty="0">
                <a:latin typeface="+mj-lt"/>
              </a:rPr>
              <a:t> </a:t>
            </a:r>
            <a:r>
              <a:rPr lang="en-US" altLang="ja-JP" sz="1400" dirty="0" err="1">
                <a:latin typeface="+mj-lt"/>
              </a:rPr>
              <a:t>dụ</a:t>
            </a:r>
            <a:r>
              <a:rPr lang="en-US" altLang="ja-JP" sz="1400" dirty="0">
                <a:latin typeface="+mj-lt"/>
              </a:rPr>
              <a:t> </a:t>
            </a:r>
            <a:r>
              <a:rPr lang="en-US" altLang="ja-JP" sz="1400" dirty="0" err="1">
                <a:latin typeface="+mj-lt"/>
              </a:rPr>
              <a:t>như</a:t>
            </a:r>
            <a:r>
              <a:rPr lang="en-US" altLang="ja-JP" sz="1400" dirty="0">
                <a:latin typeface="+mj-lt"/>
              </a:rPr>
              <a:t> </a:t>
            </a:r>
            <a:r>
              <a:rPr lang="en-US" altLang="ja-JP" sz="1400" dirty="0" err="1">
                <a:latin typeface="+mj-lt"/>
              </a:rPr>
              <a:t>câu</a:t>
            </a:r>
            <a:r>
              <a:rPr lang="en-US" altLang="ja-JP" sz="1400" dirty="0">
                <a:latin typeface="+mj-lt"/>
              </a:rPr>
              <a:t> </a:t>
            </a:r>
            <a:r>
              <a:rPr lang="en-US" altLang="ja-JP" sz="1400" dirty="0" err="1">
                <a:latin typeface="+mj-lt"/>
              </a:rPr>
              <a:t>lệnh</a:t>
            </a:r>
            <a:r>
              <a:rPr lang="en-US" altLang="ja-JP" sz="1400" dirty="0">
                <a:latin typeface="+mj-lt"/>
              </a:rPr>
              <a:t> if.</a:t>
            </a:r>
          </a:p>
        </p:txBody>
      </p:sp>
      <p:sp>
        <p:nvSpPr>
          <p:cNvPr id="688201" name="AutoShape 73">
            <a:extLst>
              <a:ext uri="{FF2B5EF4-FFF2-40B4-BE49-F238E27FC236}">
                <a16:creationId xmlns:a16="http://schemas.microsoft.com/office/drawing/2014/main" id="{586C99BE-EEEC-DD29-E460-46BE8A39C056}"/>
              </a:ext>
            </a:extLst>
          </p:cNvPr>
          <p:cNvSpPr>
            <a:spLocks noChangeArrowheads="1"/>
          </p:cNvSpPr>
          <p:nvPr/>
        </p:nvSpPr>
        <p:spPr bwMode="auto">
          <a:xfrm>
            <a:off x="6577013" y="1774825"/>
            <a:ext cx="3098800" cy="931863"/>
          </a:xfrm>
          <a:prstGeom prst="wedgeRoundRectCallout">
            <a:avLst>
              <a:gd name="adj1" fmla="val -12245"/>
              <a:gd name="adj2" fmla="val 78620"/>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300" dirty="0">
                <a:latin typeface="+mj-lt"/>
              </a:rPr>
              <a:t>Trường </a:t>
            </a:r>
            <a:r>
              <a:rPr lang="en-US" altLang="ja-JP" sz="1300" dirty="0" err="1">
                <a:latin typeface="+mj-lt"/>
              </a:rPr>
              <a:t>hợp</a:t>
            </a:r>
            <a:r>
              <a:rPr lang="en-US" altLang="ja-JP" sz="1300" dirty="0">
                <a:latin typeface="+mj-lt"/>
              </a:rPr>
              <a:t> </a:t>
            </a:r>
            <a:r>
              <a:rPr lang="en-US" altLang="ja-JP" sz="1300" dirty="0" err="1">
                <a:latin typeface="+mj-lt"/>
              </a:rPr>
              <a:t>thực</a:t>
            </a:r>
            <a:r>
              <a:rPr lang="en-US" altLang="ja-JP" sz="1300" dirty="0">
                <a:latin typeface="+mj-lt"/>
              </a:rPr>
              <a:t> </a:t>
            </a:r>
            <a:r>
              <a:rPr lang="en-US" altLang="ja-JP" sz="1300" dirty="0" err="1">
                <a:latin typeface="+mj-lt"/>
              </a:rPr>
              <a:t>hiện</a:t>
            </a:r>
            <a:r>
              <a:rPr lang="en-US" altLang="ja-JP" sz="1300" dirty="0">
                <a:latin typeface="+mj-lt"/>
              </a:rPr>
              <a:t> </a:t>
            </a:r>
            <a:r>
              <a:rPr lang="en-US" altLang="ja-JP" sz="1300" dirty="0" err="1">
                <a:latin typeface="+mj-lt"/>
              </a:rPr>
              <a:t>xử</a:t>
            </a:r>
            <a:r>
              <a:rPr lang="en-US" altLang="ja-JP" sz="1300" dirty="0">
                <a:latin typeface="+mj-lt"/>
              </a:rPr>
              <a:t> </a:t>
            </a:r>
            <a:r>
              <a:rPr lang="en-US" altLang="ja-JP" sz="1300" dirty="0" err="1">
                <a:latin typeface="+mj-lt"/>
              </a:rPr>
              <a:t>lý</a:t>
            </a:r>
            <a:r>
              <a:rPr lang="en-US" altLang="ja-JP" sz="1300" dirty="0">
                <a:latin typeface="+mj-lt"/>
              </a:rPr>
              <a:t> </a:t>
            </a:r>
            <a:r>
              <a:rPr lang="en-US" altLang="ja-JP" sz="1300" dirty="0" err="1">
                <a:latin typeface="+mj-lt"/>
              </a:rPr>
              <a:t>lặp</a:t>
            </a:r>
            <a:r>
              <a:rPr lang="en-US" altLang="ja-JP" sz="1300" dirty="0">
                <a:latin typeface="+mj-lt"/>
              </a:rPr>
              <a:t> </a:t>
            </a:r>
            <a:r>
              <a:rPr lang="en-US" altLang="ja-JP" sz="1300" dirty="0" err="1">
                <a:latin typeface="+mj-lt"/>
              </a:rPr>
              <a:t>lại</a:t>
            </a:r>
            <a:r>
              <a:rPr lang="en-US" altLang="ja-JP" sz="1300" dirty="0">
                <a:latin typeface="+mj-lt"/>
              </a:rPr>
              <a:t> </a:t>
            </a:r>
            <a:r>
              <a:rPr lang="en-US" altLang="ja-JP" sz="1300" dirty="0" err="1">
                <a:latin typeface="+mj-lt"/>
              </a:rPr>
              <a:t>thì</a:t>
            </a:r>
            <a:r>
              <a:rPr lang="en-US" altLang="ja-JP" sz="1300" dirty="0">
                <a:latin typeface="+mj-lt"/>
              </a:rPr>
              <a:t> </a:t>
            </a:r>
            <a:r>
              <a:rPr lang="en-US" altLang="ja-JP" sz="1300" dirty="0" err="1">
                <a:latin typeface="+mj-lt"/>
              </a:rPr>
              <a:t>sẽ</a:t>
            </a:r>
            <a:r>
              <a:rPr lang="en-US" altLang="ja-JP" sz="1300" dirty="0">
                <a:latin typeface="+mj-lt"/>
              </a:rPr>
              <a:t> </a:t>
            </a:r>
            <a:r>
              <a:rPr lang="en-US" altLang="ja-JP" sz="1300" dirty="0" err="1">
                <a:latin typeface="+mj-lt"/>
              </a:rPr>
              <a:t>sử</a:t>
            </a:r>
            <a:r>
              <a:rPr lang="en-US" altLang="ja-JP" sz="1300" dirty="0">
                <a:latin typeface="+mj-lt"/>
              </a:rPr>
              <a:t> </a:t>
            </a:r>
            <a:r>
              <a:rPr lang="en-US" altLang="ja-JP" sz="1300" dirty="0" err="1">
                <a:latin typeface="+mj-lt"/>
              </a:rPr>
              <a:t>dụng</a:t>
            </a:r>
            <a:r>
              <a:rPr lang="en-US" altLang="ja-JP" sz="1300" dirty="0">
                <a:latin typeface="+mj-lt"/>
              </a:rPr>
              <a:t> </a:t>
            </a:r>
            <a:r>
              <a:rPr lang="en-US" altLang="ja-JP" sz="1300" dirty="0" err="1">
                <a:latin typeface="+mj-lt"/>
              </a:rPr>
              <a:t>ví</a:t>
            </a:r>
            <a:r>
              <a:rPr lang="en-US" altLang="ja-JP" sz="1300" dirty="0">
                <a:latin typeface="+mj-lt"/>
              </a:rPr>
              <a:t> </a:t>
            </a:r>
            <a:r>
              <a:rPr lang="en-US" altLang="ja-JP" sz="1300" dirty="0" err="1">
                <a:latin typeface="+mj-lt"/>
              </a:rPr>
              <a:t>dụ</a:t>
            </a:r>
            <a:r>
              <a:rPr lang="en-US" altLang="ja-JP" sz="1300" dirty="0">
                <a:latin typeface="+mj-lt"/>
              </a:rPr>
              <a:t> </a:t>
            </a:r>
            <a:r>
              <a:rPr lang="en-US" altLang="ja-JP" sz="1300" dirty="0" err="1">
                <a:latin typeface="+mj-lt"/>
              </a:rPr>
              <a:t>như</a:t>
            </a:r>
            <a:r>
              <a:rPr lang="en-US" altLang="ja-JP" sz="1300" dirty="0">
                <a:latin typeface="+mj-lt"/>
              </a:rPr>
              <a:t> </a:t>
            </a:r>
            <a:r>
              <a:rPr lang="en-US" altLang="ja-JP" sz="1300" dirty="0" err="1">
                <a:latin typeface="+mj-lt"/>
              </a:rPr>
              <a:t>câu</a:t>
            </a:r>
            <a:r>
              <a:rPr lang="en-US" altLang="ja-JP" sz="1300" dirty="0">
                <a:latin typeface="+mj-lt"/>
              </a:rPr>
              <a:t> </a:t>
            </a:r>
            <a:r>
              <a:rPr lang="en-US" altLang="ja-JP" sz="1300" dirty="0" err="1">
                <a:latin typeface="+mj-lt"/>
              </a:rPr>
              <a:t>lệnh</a:t>
            </a:r>
            <a:br>
              <a:rPr lang="en-US" altLang="ja-JP" sz="1300" dirty="0">
                <a:latin typeface="+mj-lt"/>
              </a:rPr>
            </a:br>
            <a:r>
              <a:rPr lang="en-US" altLang="ja-JP" sz="1300" dirty="0">
                <a:latin typeface="+mj-lt"/>
              </a:rPr>
              <a:t>while </a:t>
            </a:r>
            <a:r>
              <a:rPr lang="en-US" altLang="ja-JP" sz="1300" dirty="0" err="1">
                <a:latin typeface="+mj-lt"/>
              </a:rPr>
              <a:t>và</a:t>
            </a:r>
            <a:r>
              <a:rPr lang="en-US" altLang="ja-JP" sz="1300" dirty="0">
                <a:latin typeface="+mj-lt"/>
              </a:rPr>
              <a:t> </a:t>
            </a:r>
            <a:r>
              <a:rPr lang="en-US" altLang="ja-JP" sz="1300" dirty="0" err="1">
                <a:latin typeface="+mj-lt"/>
              </a:rPr>
              <a:t>câu</a:t>
            </a:r>
            <a:r>
              <a:rPr lang="en-US" altLang="ja-JP" sz="1300" dirty="0">
                <a:latin typeface="+mj-lt"/>
              </a:rPr>
              <a:t> </a:t>
            </a:r>
            <a:r>
              <a:rPr lang="en-US" altLang="ja-JP" sz="1300" dirty="0" err="1">
                <a:latin typeface="+mj-lt"/>
              </a:rPr>
              <a:t>lệnh</a:t>
            </a:r>
            <a:r>
              <a:rPr lang="en-US" altLang="ja-JP" sz="1300" dirty="0">
                <a:latin typeface="+mj-lt"/>
              </a:rPr>
              <a:t> for.</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1682" name="Rectangle 2">
            <a:extLst>
              <a:ext uri="{FF2B5EF4-FFF2-40B4-BE49-F238E27FC236}">
                <a16:creationId xmlns:a16="http://schemas.microsoft.com/office/drawing/2014/main" id="{92F87140-1734-5DFD-4B59-BCBB47DEC5D0}"/>
              </a:ext>
            </a:extLst>
          </p:cNvPr>
          <p:cNvSpPr>
            <a:spLocks noGrp="1" noChangeArrowheads="1"/>
          </p:cNvSpPr>
          <p:nvPr>
            <p:ph type="title"/>
          </p:nvPr>
        </p:nvSpPr>
        <p:spPr>
          <a:xfrm>
            <a:off x="344487" y="290465"/>
            <a:ext cx="9217025" cy="490537"/>
          </a:xfrm>
        </p:spPr>
        <p:txBody>
          <a:bodyPr>
            <a:normAutofit fontScale="90000"/>
          </a:bodyPr>
          <a:lstStyle/>
          <a:p>
            <a:r>
              <a:rPr lang="en-US" altLang="ja-JP" dirty="0" err="1">
                <a:latin typeface="Arial" panose="020B0604020202020204" pitchFamily="34" charset="0"/>
              </a:rPr>
              <a:t>Biểu</a:t>
            </a:r>
            <a:r>
              <a:rPr lang="en-US" altLang="ja-JP" dirty="0">
                <a:latin typeface="Arial" panose="020B0604020202020204" pitchFamily="34" charset="0"/>
              </a:rPr>
              <a:t> </a:t>
            </a:r>
            <a:r>
              <a:rPr lang="en-US" altLang="ja-JP" dirty="0" err="1">
                <a:latin typeface="Arial" panose="020B0604020202020204" pitchFamily="34" charset="0"/>
              </a:rPr>
              <a:t>thức</a:t>
            </a:r>
            <a:r>
              <a:rPr lang="en-US" altLang="ja-JP" dirty="0">
                <a:latin typeface="Arial" panose="020B0604020202020204" pitchFamily="34" charset="0"/>
              </a:rPr>
              <a:t> </a:t>
            </a:r>
            <a:r>
              <a:rPr lang="en-US" altLang="ja-JP" dirty="0" err="1">
                <a:latin typeface="Arial" panose="020B0604020202020204" pitchFamily="34" charset="0"/>
              </a:rPr>
              <a:t>điều</a:t>
            </a:r>
            <a:r>
              <a:rPr lang="en-US" altLang="ja-JP" dirty="0">
                <a:latin typeface="Arial" panose="020B0604020202020204" pitchFamily="34" charset="0"/>
              </a:rPr>
              <a:t> </a:t>
            </a:r>
            <a:r>
              <a:rPr lang="en-US" altLang="ja-JP" dirty="0" err="1">
                <a:latin typeface="Arial" panose="020B0604020202020204" pitchFamily="34" charset="0"/>
              </a:rPr>
              <a:t>kiện</a:t>
            </a:r>
            <a:endParaRPr lang="en-US" altLang="ja-JP" dirty="0">
              <a:latin typeface="Arial" panose="020B0604020202020204" pitchFamily="34" charset="0"/>
              <a:ea typeface="MS UI Gothic" panose="020B0600070205080204" pitchFamily="50" charset="-128"/>
            </a:endParaRPr>
          </a:p>
        </p:txBody>
      </p:sp>
      <p:sp>
        <p:nvSpPr>
          <p:cNvPr id="711683" name="Rectangle 3">
            <a:extLst>
              <a:ext uri="{FF2B5EF4-FFF2-40B4-BE49-F238E27FC236}">
                <a16:creationId xmlns:a16="http://schemas.microsoft.com/office/drawing/2014/main" id="{A5D87BF4-5DBC-0FDA-643E-B98178129A02}"/>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Biểu thức điều kiện là gì</a:t>
            </a:r>
          </a:p>
          <a:p>
            <a:endParaRPr lang="en-US" altLang="ja-JP" sz="2400" b="0"/>
          </a:p>
          <a:p>
            <a:endParaRPr lang="en-US" altLang="ja-JP" sz="2400" b="0"/>
          </a:p>
          <a:p>
            <a:pPr>
              <a:buFont typeface="Wingdings" panose="05000000000000000000" pitchFamily="2" charset="2"/>
              <a:buNone/>
            </a:pPr>
            <a:r>
              <a:rPr lang="en-US" altLang="ja-JP" sz="2000" b="0"/>
              <a:t>●</a:t>
            </a:r>
            <a:r>
              <a:rPr lang="en-US" altLang="ja-JP" sz="2000" b="0">
                <a:latin typeface="Arial" panose="020B0604020202020204" pitchFamily="34" charset="0"/>
              </a:rPr>
              <a:t>Ví dụ của biểu thức điều kiện</a:t>
            </a:r>
          </a:p>
        </p:txBody>
      </p:sp>
      <p:sp>
        <p:nvSpPr>
          <p:cNvPr id="711684" name="Rectangle 4">
            <a:extLst>
              <a:ext uri="{FF2B5EF4-FFF2-40B4-BE49-F238E27FC236}">
                <a16:creationId xmlns:a16="http://schemas.microsoft.com/office/drawing/2014/main" id="{E55EA21B-5E32-355D-A3D9-6A159D697E1B}"/>
              </a:ext>
            </a:extLst>
          </p:cNvPr>
          <p:cNvSpPr>
            <a:spLocks noChangeArrowheads="1"/>
          </p:cNvSpPr>
          <p:nvPr/>
        </p:nvSpPr>
        <p:spPr bwMode="auto">
          <a:xfrm>
            <a:off x="344488" y="1282700"/>
            <a:ext cx="9120187" cy="4699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a:latin typeface="Arial" panose="020B0604020202020204" pitchFamily="34" charset="0"/>
              </a:rPr>
              <a:t>Là biểu thức mà kết quả đánh giá là </a:t>
            </a:r>
            <a:r>
              <a:rPr lang="en-US" altLang="ja-JP" sz="2000">
                <a:latin typeface="Arial" panose="020B0604020202020204" pitchFamily="34" charset="0"/>
                <a:ea typeface="ＭＳ ゴシック" panose="020B0609070205080204" pitchFamily="49" charset="-128"/>
              </a:rPr>
              <a:t>true</a:t>
            </a:r>
            <a:r>
              <a:rPr lang="en-US" altLang="ja-JP" sz="2000">
                <a:latin typeface="Arial" panose="020B0604020202020204" pitchFamily="34" charset="0"/>
              </a:rPr>
              <a:t> hoặc </a:t>
            </a:r>
            <a:r>
              <a:rPr lang="en-US" altLang="ja-JP" sz="2000">
                <a:latin typeface="Arial" panose="020B0604020202020204" pitchFamily="34" charset="0"/>
                <a:ea typeface="ＭＳ ゴシック" panose="020B0609070205080204" pitchFamily="49" charset="-128"/>
              </a:rPr>
              <a:t>false</a:t>
            </a:r>
            <a:r>
              <a:rPr lang="en-US" altLang="ja-JP" sz="2000">
                <a:latin typeface="Arial" panose="020B0604020202020204" pitchFamily="34" charset="0"/>
              </a:rPr>
              <a:t>.</a:t>
            </a:r>
          </a:p>
        </p:txBody>
      </p:sp>
      <p:grpSp>
        <p:nvGrpSpPr>
          <p:cNvPr id="711703" name="Group 23">
            <a:extLst>
              <a:ext uri="{FF2B5EF4-FFF2-40B4-BE49-F238E27FC236}">
                <a16:creationId xmlns:a16="http://schemas.microsoft.com/office/drawing/2014/main" id="{278AEFE0-5885-FB92-7CF6-3FE72AAC6152}"/>
              </a:ext>
            </a:extLst>
          </p:cNvPr>
          <p:cNvGrpSpPr>
            <a:grpSpLocks/>
          </p:cNvGrpSpPr>
          <p:nvPr/>
        </p:nvGrpSpPr>
        <p:grpSpPr bwMode="auto">
          <a:xfrm>
            <a:off x="309563" y="2370138"/>
            <a:ext cx="9118599" cy="4035425"/>
            <a:chOff x="216" y="1537"/>
            <a:chExt cx="5744" cy="2542"/>
          </a:xfrm>
        </p:grpSpPr>
        <p:sp>
          <p:nvSpPr>
            <p:cNvPr id="711686" name="Rectangle 6">
              <a:extLst>
                <a:ext uri="{FF2B5EF4-FFF2-40B4-BE49-F238E27FC236}">
                  <a16:creationId xmlns:a16="http://schemas.microsoft.com/office/drawing/2014/main" id="{8DD4123A-0D21-93CE-429C-56EE9B1661DC}"/>
                </a:ext>
              </a:extLst>
            </p:cNvPr>
            <p:cNvSpPr>
              <a:spLocks noChangeArrowheads="1"/>
            </p:cNvSpPr>
            <p:nvPr/>
          </p:nvSpPr>
          <p:spPr bwMode="auto">
            <a:xfrm>
              <a:off x="216" y="1537"/>
              <a:ext cx="5743" cy="2542"/>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11687" name="Rectangle 7">
              <a:extLst>
                <a:ext uri="{FF2B5EF4-FFF2-40B4-BE49-F238E27FC236}">
                  <a16:creationId xmlns:a16="http://schemas.microsoft.com/office/drawing/2014/main" id="{4A2CB7CB-620B-E6C3-C931-EBEBEA79D280}"/>
                </a:ext>
              </a:extLst>
            </p:cNvPr>
            <p:cNvSpPr>
              <a:spLocks noChangeArrowheads="1"/>
            </p:cNvSpPr>
            <p:nvPr/>
          </p:nvSpPr>
          <p:spPr bwMode="auto">
            <a:xfrm>
              <a:off x="1464" y="3424"/>
              <a:ext cx="1640" cy="528"/>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11688" name="Rectangle 8">
              <a:extLst>
                <a:ext uri="{FF2B5EF4-FFF2-40B4-BE49-F238E27FC236}">
                  <a16:creationId xmlns:a16="http://schemas.microsoft.com/office/drawing/2014/main" id="{4F93D19F-8D48-A55D-D374-0726F9BAC4C1}"/>
                </a:ext>
              </a:extLst>
            </p:cNvPr>
            <p:cNvSpPr>
              <a:spLocks noChangeArrowheads="1"/>
            </p:cNvSpPr>
            <p:nvPr/>
          </p:nvSpPr>
          <p:spPr bwMode="auto">
            <a:xfrm>
              <a:off x="416" y="1768"/>
              <a:ext cx="3425" cy="1376"/>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11689" name="Text Box 9">
              <a:extLst>
                <a:ext uri="{FF2B5EF4-FFF2-40B4-BE49-F238E27FC236}">
                  <a16:creationId xmlns:a16="http://schemas.microsoft.com/office/drawing/2014/main" id="{8B2692FA-3AE7-EBC0-7F80-97CC7C8DB54F}"/>
                </a:ext>
              </a:extLst>
            </p:cNvPr>
            <p:cNvSpPr txBox="1">
              <a:spLocks noChangeArrowheads="1"/>
            </p:cNvSpPr>
            <p:nvPr/>
          </p:nvSpPr>
          <p:spPr bwMode="auto">
            <a:xfrm>
              <a:off x="360" y="2328"/>
              <a:ext cx="3568" cy="404"/>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3600" b="0" dirty="0" err="1">
                  <a:latin typeface="+mj-lt"/>
                </a:rPr>
                <a:t>Biến</a:t>
              </a:r>
              <a:r>
                <a:rPr lang="en-US" altLang="ja-JP" sz="3600" b="0" dirty="0">
                  <a:latin typeface="+mj-lt"/>
                </a:rPr>
                <a:t> </a:t>
              </a:r>
              <a:r>
                <a:rPr lang="en-US" altLang="ja-JP" sz="3600" b="0" dirty="0" err="1">
                  <a:latin typeface="+mj-lt"/>
                </a:rPr>
                <a:t>số</a:t>
              </a:r>
              <a:r>
                <a:rPr lang="en-US" altLang="ja-JP" sz="3600" b="0" dirty="0">
                  <a:latin typeface="+mj-lt"/>
                </a:rPr>
                <a:t> 1   </a:t>
              </a:r>
              <a:r>
                <a:rPr lang="en-US" altLang="ja-JP" sz="3600" b="0" dirty="0">
                  <a:latin typeface="+mj-lt"/>
                  <a:ea typeface="ＭＳ ゴシック" panose="020B0609070205080204" pitchFamily="49" charset="-128"/>
                </a:rPr>
                <a:t>&gt;</a:t>
              </a:r>
              <a:r>
                <a:rPr lang="en-US" altLang="ja-JP" sz="3600" b="0" dirty="0">
                  <a:latin typeface="+mj-lt"/>
                </a:rPr>
                <a:t>   </a:t>
              </a:r>
              <a:r>
                <a:rPr lang="en-US" altLang="ja-JP" sz="3600" b="0" dirty="0" err="1">
                  <a:latin typeface="+mj-lt"/>
                </a:rPr>
                <a:t>Biến</a:t>
              </a:r>
              <a:r>
                <a:rPr lang="en-US" altLang="ja-JP" sz="3600" b="0" dirty="0">
                  <a:latin typeface="+mj-lt"/>
                </a:rPr>
                <a:t> </a:t>
              </a:r>
              <a:r>
                <a:rPr lang="en-US" altLang="ja-JP" sz="3600" b="0" dirty="0" err="1">
                  <a:latin typeface="+mj-lt"/>
                </a:rPr>
                <a:t>số</a:t>
              </a:r>
              <a:r>
                <a:rPr lang="en-US" altLang="ja-JP" sz="3600" b="0" dirty="0">
                  <a:latin typeface="+mj-lt"/>
                </a:rPr>
                <a:t> 2</a:t>
              </a:r>
            </a:p>
          </p:txBody>
        </p:sp>
        <p:sp>
          <p:nvSpPr>
            <p:cNvPr id="711690" name="Rectangle 10">
              <a:extLst>
                <a:ext uri="{FF2B5EF4-FFF2-40B4-BE49-F238E27FC236}">
                  <a16:creationId xmlns:a16="http://schemas.microsoft.com/office/drawing/2014/main" id="{8193F5D7-ACE6-6382-7842-73E18D328ABE}"/>
                </a:ext>
              </a:extLst>
            </p:cNvPr>
            <p:cNvSpPr>
              <a:spLocks noChangeArrowheads="1"/>
            </p:cNvSpPr>
            <p:nvPr/>
          </p:nvSpPr>
          <p:spPr bwMode="auto">
            <a:xfrm>
              <a:off x="608" y="2320"/>
              <a:ext cx="1168" cy="648"/>
            </a:xfrm>
            <a:prstGeom prst="rect">
              <a:avLst/>
            </a:prstGeom>
            <a:noFill/>
            <a:ln w="38100" algn="ctr">
              <a:solidFill>
                <a:srgbClr val="3FB007"/>
              </a:solidFill>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11691" name="Rectangle 11">
              <a:extLst>
                <a:ext uri="{FF2B5EF4-FFF2-40B4-BE49-F238E27FC236}">
                  <a16:creationId xmlns:a16="http://schemas.microsoft.com/office/drawing/2014/main" id="{3EC49754-F34F-E9B5-29F0-42F8F397FFDC}"/>
                </a:ext>
              </a:extLst>
            </p:cNvPr>
            <p:cNvSpPr>
              <a:spLocks noChangeArrowheads="1"/>
            </p:cNvSpPr>
            <p:nvPr/>
          </p:nvSpPr>
          <p:spPr bwMode="auto">
            <a:xfrm>
              <a:off x="2472" y="2320"/>
              <a:ext cx="1168" cy="648"/>
            </a:xfrm>
            <a:prstGeom prst="rect">
              <a:avLst/>
            </a:prstGeom>
            <a:noFill/>
            <a:ln w="38100" algn="ctr">
              <a:solidFill>
                <a:srgbClr val="3FB007"/>
              </a:solidFill>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11692" name="Rectangle 12">
              <a:extLst>
                <a:ext uri="{FF2B5EF4-FFF2-40B4-BE49-F238E27FC236}">
                  <a16:creationId xmlns:a16="http://schemas.microsoft.com/office/drawing/2014/main" id="{74FAE493-1E26-FEF6-2794-662998452A67}"/>
                </a:ext>
              </a:extLst>
            </p:cNvPr>
            <p:cNvSpPr>
              <a:spLocks noChangeArrowheads="1"/>
            </p:cNvSpPr>
            <p:nvPr/>
          </p:nvSpPr>
          <p:spPr bwMode="auto">
            <a:xfrm>
              <a:off x="1928" y="2320"/>
              <a:ext cx="408" cy="648"/>
            </a:xfrm>
            <a:prstGeom prst="rect">
              <a:avLst/>
            </a:prstGeom>
            <a:noFill/>
            <a:ln w="38100" algn="ctr">
              <a:solidFill>
                <a:srgbClr val="3FB007"/>
              </a:solidFill>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11693" name="Rectangle 13">
              <a:extLst>
                <a:ext uri="{FF2B5EF4-FFF2-40B4-BE49-F238E27FC236}">
                  <a16:creationId xmlns:a16="http://schemas.microsoft.com/office/drawing/2014/main" id="{7A1108D3-31FE-76D5-0A87-A17A3F8889B6}"/>
                </a:ext>
              </a:extLst>
            </p:cNvPr>
            <p:cNvSpPr>
              <a:spLocks noChangeArrowheads="1"/>
            </p:cNvSpPr>
            <p:nvPr/>
          </p:nvSpPr>
          <p:spPr bwMode="auto">
            <a:xfrm>
              <a:off x="416" y="1768"/>
              <a:ext cx="3408" cy="1376"/>
            </a:xfrm>
            <a:prstGeom prst="rect">
              <a:avLst/>
            </a:prstGeom>
            <a:noFill/>
            <a:ln w="38100" algn="ctr">
              <a:solidFill>
                <a:srgbClr val="FF9900"/>
              </a:solidFill>
              <a:prstDash val="sysDot"/>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11694" name="Line 14">
              <a:extLst>
                <a:ext uri="{FF2B5EF4-FFF2-40B4-BE49-F238E27FC236}">
                  <a16:creationId xmlns:a16="http://schemas.microsoft.com/office/drawing/2014/main" id="{4D3336FF-FA9C-59B6-07E0-CF171E172AAB}"/>
                </a:ext>
              </a:extLst>
            </p:cNvPr>
            <p:cNvSpPr>
              <a:spLocks noChangeShapeType="1"/>
            </p:cNvSpPr>
            <p:nvPr/>
          </p:nvSpPr>
          <p:spPr bwMode="auto">
            <a:xfrm>
              <a:off x="2248" y="3136"/>
              <a:ext cx="0" cy="288"/>
            </a:xfrm>
            <a:prstGeom prst="line">
              <a:avLst/>
            </a:prstGeom>
            <a:noFill/>
            <a:ln w="38100">
              <a:solidFill>
                <a:srgbClr val="FF9900"/>
              </a:solidFill>
              <a:prstDash val="sysDot"/>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11695" name="Rectangle 15">
              <a:extLst>
                <a:ext uri="{FF2B5EF4-FFF2-40B4-BE49-F238E27FC236}">
                  <a16:creationId xmlns:a16="http://schemas.microsoft.com/office/drawing/2014/main" id="{77880E40-4CFF-617F-4C58-CA216B39D856}"/>
                </a:ext>
              </a:extLst>
            </p:cNvPr>
            <p:cNvSpPr>
              <a:spLocks noChangeArrowheads="1"/>
            </p:cNvSpPr>
            <p:nvPr/>
          </p:nvSpPr>
          <p:spPr bwMode="auto">
            <a:xfrm>
              <a:off x="1472" y="3432"/>
              <a:ext cx="1648" cy="512"/>
            </a:xfrm>
            <a:prstGeom prst="rect">
              <a:avLst/>
            </a:prstGeom>
            <a:noFill/>
            <a:ln w="38100" algn="ctr">
              <a:solidFill>
                <a:srgbClr val="FF9900"/>
              </a:solidFill>
              <a:prstDash val="sysDot"/>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11696" name="Text Box 16">
              <a:extLst>
                <a:ext uri="{FF2B5EF4-FFF2-40B4-BE49-F238E27FC236}">
                  <a16:creationId xmlns:a16="http://schemas.microsoft.com/office/drawing/2014/main" id="{63673D66-A561-8519-49D7-96465C60091D}"/>
                </a:ext>
              </a:extLst>
            </p:cNvPr>
            <p:cNvSpPr txBox="1">
              <a:spLocks noChangeArrowheads="1"/>
            </p:cNvSpPr>
            <p:nvPr/>
          </p:nvSpPr>
          <p:spPr bwMode="auto">
            <a:xfrm>
              <a:off x="1496" y="3416"/>
              <a:ext cx="1576" cy="523"/>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2400" dirty="0" err="1">
                  <a:latin typeface="+mj-lt"/>
                </a:rPr>
                <a:t>Biểu</a:t>
              </a:r>
              <a:r>
                <a:rPr lang="en-US" altLang="ja-JP" sz="2400" dirty="0">
                  <a:latin typeface="+mj-lt"/>
                </a:rPr>
                <a:t> </a:t>
              </a:r>
              <a:r>
                <a:rPr lang="en-US" altLang="ja-JP" sz="2400" dirty="0" err="1">
                  <a:latin typeface="+mj-lt"/>
                </a:rPr>
                <a:t>thức</a:t>
              </a:r>
              <a:r>
                <a:rPr lang="en-US" altLang="ja-JP" sz="2400" dirty="0">
                  <a:latin typeface="+mj-lt"/>
                </a:rPr>
                <a:t> </a:t>
              </a:r>
              <a:r>
                <a:rPr lang="en-US" altLang="ja-JP" sz="2400" dirty="0" err="1">
                  <a:latin typeface="+mj-lt"/>
                </a:rPr>
                <a:t>điều</a:t>
              </a:r>
              <a:r>
                <a:rPr lang="en-US" altLang="ja-JP" sz="2400" dirty="0">
                  <a:latin typeface="+mj-lt"/>
                </a:rPr>
                <a:t> </a:t>
              </a:r>
              <a:r>
                <a:rPr lang="en-US" altLang="ja-JP" sz="2400" dirty="0" err="1">
                  <a:latin typeface="+mj-lt"/>
                </a:rPr>
                <a:t>kiện</a:t>
              </a:r>
              <a:r>
                <a:rPr lang="en-US" altLang="ja-JP" sz="2400" dirty="0">
                  <a:latin typeface="+mj-lt"/>
                </a:rPr>
                <a:t>.</a:t>
              </a:r>
            </a:p>
          </p:txBody>
        </p:sp>
        <p:sp>
          <p:nvSpPr>
            <p:cNvPr id="711697" name="AutoShape 17">
              <a:extLst>
                <a:ext uri="{FF2B5EF4-FFF2-40B4-BE49-F238E27FC236}">
                  <a16:creationId xmlns:a16="http://schemas.microsoft.com/office/drawing/2014/main" id="{00223354-0141-CCF8-3149-197F06DE6F8A}"/>
                </a:ext>
              </a:extLst>
            </p:cNvPr>
            <p:cNvSpPr>
              <a:spLocks noChangeArrowheads="1"/>
            </p:cNvSpPr>
            <p:nvPr/>
          </p:nvSpPr>
          <p:spPr bwMode="auto">
            <a:xfrm>
              <a:off x="2015" y="1895"/>
              <a:ext cx="723" cy="285"/>
            </a:xfrm>
            <a:prstGeom prst="wedgeRoundRectCallout">
              <a:avLst>
                <a:gd name="adj1" fmla="val -32296"/>
                <a:gd name="adj2" fmla="val 120528"/>
                <a:gd name="adj3" fmla="val 16667"/>
              </a:avLst>
            </a:prstGeom>
            <a:solidFill>
              <a:srgbClr val="FFCC99"/>
            </a:solidFill>
            <a:ln w="12700" algn="ctr">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a:t>Toán tử</a:t>
              </a:r>
            </a:p>
          </p:txBody>
        </p:sp>
        <p:sp>
          <p:nvSpPr>
            <p:cNvPr id="711698" name="AutoShape 18">
              <a:extLst>
                <a:ext uri="{FF2B5EF4-FFF2-40B4-BE49-F238E27FC236}">
                  <a16:creationId xmlns:a16="http://schemas.microsoft.com/office/drawing/2014/main" id="{4F2C45BE-87C2-B3FE-8708-77D8D8EA832C}"/>
                </a:ext>
              </a:extLst>
            </p:cNvPr>
            <p:cNvSpPr>
              <a:spLocks noChangeArrowheads="1"/>
            </p:cNvSpPr>
            <p:nvPr/>
          </p:nvSpPr>
          <p:spPr bwMode="auto">
            <a:xfrm>
              <a:off x="1159" y="1895"/>
              <a:ext cx="723" cy="285"/>
            </a:xfrm>
            <a:prstGeom prst="wedgeRoundRectCallout">
              <a:avLst>
                <a:gd name="adj1" fmla="val -32296"/>
                <a:gd name="adj2" fmla="val 120528"/>
                <a:gd name="adj3" fmla="val 16667"/>
              </a:avLst>
            </a:prstGeom>
            <a:solidFill>
              <a:srgbClr val="CCFFFF"/>
            </a:solidFill>
            <a:ln w="12700" algn="ctr">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a:t>Operand</a:t>
              </a:r>
            </a:p>
          </p:txBody>
        </p:sp>
        <p:sp>
          <p:nvSpPr>
            <p:cNvPr id="711699" name="AutoShape 19">
              <a:extLst>
                <a:ext uri="{FF2B5EF4-FFF2-40B4-BE49-F238E27FC236}">
                  <a16:creationId xmlns:a16="http://schemas.microsoft.com/office/drawing/2014/main" id="{3DEA2025-A6B3-C41C-3F4F-79C62E2BF94A}"/>
                </a:ext>
              </a:extLst>
            </p:cNvPr>
            <p:cNvSpPr>
              <a:spLocks noChangeArrowheads="1"/>
            </p:cNvSpPr>
            <p:nvPr/>
          </p:nvSpPr>
          <p:spPr bwMode="auto">
            <a:xfrm>
              <a:off x="2863" y="1895"/>
              <a:ext cx="723" cy="285"/>
            </a:xfrm>
            <a:prstGeom prst="wedgeRoundRectCallout">
              <a:avLst>
                <a:gd name="adj1" fmla="val -32296"/>
                <a:gd name="adj2" fmla="val 120528"/>
                <a:gd name="adj3" fmla="val 16667"/>
              </a:avLst>
            </a:prstGeom>
            <a:solidFill>
              <a:srgbClr val="CCFFFF"/>
            </a:solidFill>
            <a:ln w="12700" algn="ctr">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a:t>Operand</a:t>
              </a:r>
            </a:p>
          </p:txBody>
        </p:sp>
        <p:sp>
          <p:nvSpPr>
            <p:cNvPr id="711700" name="AutoShape 20">
              <a:extLst>
                <a:ext uri="{FF2B5EF4-FFF2-40B4-BE49-F238E27FC236}">
                  <a16:creationId xmlns:a16="http://schemas.microsoft.com/office/drawing/2014/main" id="{FE867635-5517-547C-0A13-D8B5EEADA117}"/>
                </a:ext>
              </a:extLst>
            </p:cNvPr>
            <p:cNvSpPr>
              <a:spLocks noChangeArrowheads="1"/>
            </p:cNvSpPr>
            <p:nvPr/>
          </p:nvSpPr>
          <p:spPr bwMode="auto">
            <a:xfrm>
              <a:off x="3967" y="2463"/>
              <a:ext cx="1875" cy="1269"/>
            </a:xfrm>
            <a:prstGeom prst="wedgeRoundRectCallout">
              <a:avLst>
                <a:gd name="adj1" fmla="val -103333"/>
                <a:gd name="adj2" fmla="val 45037"/>
                <a:gd name="adj3" fmla="val 16667"/>
              </a:avLst>
            </a:prstGeom>
            <a:solidFill>
              <a:srgbClr val="FFFF99"/>
            </a:solidFill>
            <a:ln w="12700" algn="ctr">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r>
                <a:rPr lang="en-US" altLang="ja-JP" dirty="0">
                  <a:latin typeface="+mj-lt"/>
                </a:rPr>
                <a:t>① </a:t>
              </a:r>
              <a:r>
                <a:rPr lang="en-US" altLang="ja-JP" sz="1200" dirty="0" err="1">
                  <a:latin typeface="+mj-lt"/>
                </a:rPr>
                <a:t>Biểu</a:t>
              </a:r>
              <a:r>
                <a:rPr lang="en-US" altLang="ja-JP" sz="1200" dirty="0">
                  <a:latin typeface="+mj-lt"/>
                </a:rPr>
                <a:t> </a:t>
              </a:r>
              <a:r>
                <a:rPr lang="en-US" altLang="ja-JP" sz="1200" dirty="0" err="1">
                  <a:latin typeface="+mj-lt"/>
                </a:rPr>
                <a:t>thức</a:t>
              </a:r>
              <a:r>
                <a:rPr lang="en-US" altLang="ja-JP" sz="1200" dirty="0">
                  <a:latin typeface="+mj-lt"/>
                </a:rPr>
                <a:t> </a:t>
              </a:r>
              <a:r>
                <a:rPr lang="en-US" altLang="ja-JP" sz="1200" dirty="0" err="1">
                  <a:latin typeface="+mj-lt"/>
                </a:rPr>
                <a:t>điều</a:t>
              </a:r>
              <a:r>
                <a:rPr lang="en-US" altLang="ja-JP" sz="1200" dirty="0">
                  <a:latin typeface="+mj-lt"/>
                </a:rPr>
                <a:t> </a:t>
              </a:r>
              <a:r>
                <a:rPr lang="en-US" altLang="ja-JP" sz="1200" dirty="0" err="1">
                  <a:latin typeface="+mj-lt"/>
                </a:rPr>
                <a:t>kiện</a:t>
              </a:r>
              <a:r>
                <a:rPr lang="en-US" altLang="ja-JP" sz="1200" dirty="0">
                  <a:latin typeface="+mj-lt"/>
                </a:rPr>
                <a:t> </a:t>
              </a:r>
              <a:r>
                <a:rPr lang="en-US" altLang="ja-JP" sz="1200" dirty="0" err="1">
                  <a:latin typeface="+mj-lt"/>
                </a:rPr>
                <a:t>được</a:t>
              </a:r>
              <a:r>
                <a:rPr lang="en-US" altLang="ja-JP" sz="1200" dirty="0">
                  <a:latin typeface="+mj-lt"/>
                </a:rPr>
                <a:t> </a:t>
              </a:r>
              <a:r>
                <a:rPr lang="en-US" altLang="ja-JP" sz="1200" dirty="0" err="1">
                  <a:latin typeface="+mj-lt"/>
                </a:rPr>
                <a:t>thỏa</a:t>
              </a:r>
              <a:r>
                <a:rPr lang="en-US" altLang="ja-JP" sz="1200" dirty="0">
                  <a:latin typeface="+mj-lt"/>
                </a:rPr>
                <a:t> </a:t>
              </a:r>
              <a:r>
                <a:rPr lang="en-US" altLang="ja-JP" sz="1200" dirty="0" err="1">
                  <a:latin typeface="+mj-lt"/>
                </a:rPr>
                <a:t>mãn</a:t>
              </a:r>
              <a:r>
                <a:rPr lang="en-US" altLang="ja-JP" sz="1200" dirty="0">
                  <a:latin typeface="+mj-lt"/>
                </a:rPr>
                <a:t>.</a:t>
              </a:r>
              <a:br>
                <a:rPr lang="en-US" altLang="ja-JP" sz="1200" dirty="0">
                  <a:latin typeface="+mj-lt"/>
                </a:rPr>
              </a:br>
              <a:endParaRPr lang="en-US" altLang="ja-JP" sz="1200" dirty="0">
                <a:latin typeface="+mj-lt"/>
              </a:endParaRPr>
            </a:p>
            <a:p>
              <a:endParaRPr lang="en-US" altLang="ja-JP" dirty="0">
                <a:latin typeface="+mj-lt"/>
              </a:endParaRPr>
            </a:p>
            <a:p>
              <a:r>
                <a:rPr lang="en-US" altLang="ja-JP" dirty="0">
                  <a:latin typeface="+mj-lt"/>
                </a:rPr>
                <a:t>② </a:t>
              </a:r>
              <a:r>
                <a:rPr lang="en-US" altLang="ja-JP" sz="1200" dirty="0" err="1">
                  <a:latin typeface="+mj-lt"/>
                </a:rPr>
                <a:t>Biểu</a:t>
              </a:r>
              <a:r>
                <a:rPr lang="en-US" altLang="ja-JP" sz="1200" dirty="0">
                  <a:latin typeface="+mj-lt"/>
                </a:rPr>
                <a:t> </a:t>
              </a:r>
              <a:r>
                <a:rPr lang="en-US" altLang="ja-JP" sz="1200" dirty="0" err="1">
                  <a:latin typeface="+mj-lt"/>
                </a:rPr>
                <a:t>thức</a:t>
              </a:r>
              <a:r>
                <a:rPr lang="en-US" altLang="ja-JP" sz="1200" dirty="0">
                  <a:latin typeface="+mj-lt"/>
                </a:rPr>
                <a:t> </a:t>
              </a:r>
              <a:r>
                <a:rPr lang="en-US" altLang="ja-JP" sz="1200" dirty="0" err="1">
                  <a:latin typeface="+mj-lt"/>
                </a:rPr>
                <a:t>điều</a:t>
              </a:r>
              <a:r>
                <a:rPr lang="en-US" altLang="ja-JP" sz="1200" dirty="0">
                  <a:latin typeface="+mj-lt"/>
                </a:rPr>
                <a:t> </a:t>
              </a:r>
              <a:r>
                <a:rPr lang="en-US" altLang="ja-JP" sz="1200" dirty="0" err="1">
                  <a:latin typeface="+mj-lt"/>
                </a:rPr>
                <a:t>kiện</a:t>
              </a:r>
              <a:r>
                <a:rPr lang="en-US" altLang="ja-JP" sz="1200" dirty="0">
                  <a:latin typeface="+mj-lt"/>
                </a:rPr>
                <a:t> </a:t>
              </a:r>
              <a:r>
                <a:rPr lang="en-US" altLang="ja-JP" sz="1200" dirty="0" err="1">
                  <a:latin typeface="+mj-lt"/>
                </a:rPr>
                <a:t>không</a:t>
              </a:r>
              <a:r>
                <a:rPr lang="en-US" altLang="ja-JP" sz="1200" dirty="0">
                  <a:latin typeface="+mj-lt"/>
                </a:rPr>
                <a:t> </a:t>
              </a:r>
              <a:r>
                <a:rPr lang="en-US" altLang="ja-JP" sz="1200" dirty="0" err="1">
                  <a:latin typeface="+mj-lt"/>
                </a:rPr>
                <a:t>được</a:t>
              </a:r>
              <a:r>
                <a:rPr lang="en-US" altLang="ja-JP" sz="1200" dirty="0">
                  <a:latin typeface="+mj-lt"/>
                </a:rPr>
                <a:t> </a:t>
              </a:r>
              <a:r>
                <a:rPr lang="en-US" altLang="ja-JP" sz="1200" dirty="0" err="1">
                  <a:latin typeface="+mj-lt"/>
                </a:rPr>
                <a:t>thỏa</a:t>
              </a:r>
              <a:r>
                <a:rPr lang="en-US" altLang="ja-JP" sz="1200" dirty="0">
                  <a:latin typeface="+mj-lt"/>
                </a:rPr>
                <a:t> </a:t>
              </a:r>
              <a:r>
                <a:rPr lang="en-US" altLang="ja-JP" sz="1200" dirty="0" err="1">
                  <a:latin typeface="+mj-lt"/>
                </a:rPr>
                <a:t>mãn</a:t>
              </a:r>
              <a:r>
                <a:rPr lang="en-US" altLang="ja-JP" dirty="0">
                  <a:latin typeface="+mj-lt"/>
                </a:rPr>
                <a:t>.</a:t>
              </a:r>
            </a:p>
            <a:p>
              <a:endParaRPr lang="en-US" altLang="ja-JP" dirty="0">
                <a:latin typeface="+mj-lt"/>
              </a:endParaRPr>
            </a:p>
            <a:p>
              <a:endParaRPr lang="en-US" altLang="ja-JP" sz="1800" dirty="0">
                <a:latin typeface="+mj-lt"/>
              </a:endParaRPr>
            </a:p>
          </p:txBody>
        </p:sp>
        <p:sp>
          <p:nvSpPr>
            <p:cNvPr id="711701" name="Text Box 21">
              <a:extLst>
                <a:ext uri="{FF2B5EF4-FFF2-40B4-BE49-F238E27FC236}">
                  <a16:creationId xmlns:a16="http://schemas.microsoft.com/office/drawing/2014/main" id="{2F7A02BA-6A19-3B4B-6A55-016E37387BEC}"/>
                </a:ext>
              </a:extLst>
            </p:cNvPr>
            <p:cNvSpPr txBox="1">
              <a:spLocks noChangeArrowheads="1"/>
            </p:cNvSpPr>
            <p:nvPr/>
          </p:nvSpPr>
          <p:spPr bwMode="auto">
            <a:xfrm>
              <a:off x="4360" y="2656"/>
              <a:ext cx="1264" cy="192"/>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400" dirty="0">
                  <a:solidFill>
                    <a:srgbClr val="0000FF"/>
                  </a:solidFill>
                  <a:latin typeface="+mj-lt"/>
                  <a:ea typeface="ＭＳ ゴシック" panose="020B0609070205080204" pitchFamily="49" charset="-128"/>
                </a:rPr>
                <a:t>true</a:t>
              </a:r>
              <a:r>
                <a:rPr lang="en-US" altLang="ja-JP" sz="1400" dirty="0">
                  <a:solidFill>
                    <a:srgbClr val="0000FF"/>
                  </a:solidFill>
                  <a:latin typeface="+mj-lt"/>
                </a:rPr>
                <a:t> (</a:t>
              </a:r>
              <a:r>
                <a:rPr lang="en-US" altLang="ja-JP" sz="1400" dirty="0" err="1">
                  <a:solidFill>
                    <a:srgbClr val="0000FF"/>
                  </a:solidFill>
                  <a:latin typeface="+mj-lt"/>
                </a:rPr>
                <a:t>đúng</a:t>
              </a:r>
              <a:r>
                <a:rPr lang="en-US" altLang="ja-JP" sz="1400" dirty="0">
                  <a:solidFill>
                    <a:srgbClr val="0000FF"/>
                  </a:solidFill>
                  <a:latin typeface="+mj-lt"/>
                </a:rPr>
                <a:t>)</a:t>
              </a:r>
            </a:p>
          </p:txBody>
        </p:sp>
        <p:sp>
          <p:nvSpPr>
            <p:cNvPr id="711702" name="Text Box 22">
              <a:extLst>
                <a:ext uri="{FF2B5EF4-FFF2-40B4-BE49-F238E27FC236}">
                  <a16:creationId xmlns:a16="http://schemas.microsoft.com/office/drawing/2014/main" id="{EB2594D1-6AFD-7660-55FE-D09AA8191169}"/>
                </a:ext>
              </a:extLst>
            </p:cNvPr>
            <p:cNvSpPr txBox="1">
              <a:spLocks noChangeArrowheads="1"/>
            </p:cNvSpPr>
            <p:nvPr/>
          </p:nvSpPr>
          <p:spPr bwMode="auto">
            <a:xfrm>
              <a:off x="4480" y="3229"/>
              <a:ext cx="1480" cy="192"/>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400" dirty="0">
                  <a:solidFill>
                    <a:srgbClr val="0000FF"/>
                  </a:solidFill>
                  <a:latin typeface="+mj-lt"/>
                  <a:ea typeface="ＭＳ ゴシック" panose="020B0609070205080204" pitchFamily="49" charset="-128"/>
                </a:rPr>
                <a:t>false</a:t>
              </a:r>
              <a:r>
                <a:rPr lang="en-US" altLang="ja-JP" sz="1400" dirty="0">
                  <a:solidFill>
                    <a:srgbClr val="0000FF"/>
                  </a:solidFill>
                  <a:latin typeface="+mj-lt"/>
                </a:rPr>
                <a:t> (</a:t>
              </a:r>
              <a:r>
                <a:rPr lang="en-US" altLang="ja-JP" sz="1400" dirty="0" err="1">
                  <a:solidFill>
                    <a:srgbClr val="0000FF"/>
                  </a:solidFill>
                  <a:latin typeface="+mj-lt"/>
                </a:rPr>
                <a:t>sai</a:t>
              </a:r>
              <a:r>
                <a:rPr lang="en-US" altLang="ja-JP" sz="1400" dirty="0">
                  <a:solidFill>
                    <a:srgbClr val="0000FF"/>
                  </a:solidFill>
                  <a:latin typeface="+mj-lt"/>
                </a:rPr>
                <a:t>)</a:t>
              </a: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4274" name="Rectangle 2">
            <a:extLst>
              <a:ext uri="{FF2B5EF4-FFF2-40B4-BE49-F238E27FC236}">
                <a16:creationId xmlns:a16="http://schemas.microsoft.com/office/drawing/2014/main" id="{C11F8934-BC51-5766-ABF2-77301FEF6F72}"/>
              </a:ext>
            </a:extLst>
          </p:cNvPr>
          <p:cNvSpPr>
            <a:spLocks noGrp="1" noChangeArrowheads="1"/>
          </p:cNvSpPr>
          <p:nvPr>
            <p:ph type="title"/>
          </p:nvPr>
        </p:nvSpPr>
        <p:spPr>
          <a:xfrm>
            <a:off x="330531" y="289086"/>
            <a:ext cx="9217025" cy="490537"/>
          </a:xfrm>
        </p:spPr>
        <p:txBody>
          <a:bodyPr>
            <a:normAutofit fontScale="90000"/>
          </a:bodyPr>
          <a:lstStyle/>
          <a:p>
            <a:r>
              <a:rPr lang="en-US" altLang="ja-JP" dirty="0" err="1">
                <a:latin typeface="Arial" panose="020B0604020202020204" pitchFamily="34" charset="0"/>
                <a:ea typeface="MS UI Gothic" panose="020B0600070205080204" pitchFamily="50" charset="-128"/>
              </a:rPr>
              <a:t>Toán</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tử</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quan</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hệ</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và</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biểu</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thức</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điều</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kiện</a:t>
            </a:r>
            <a:r>
              <a:rPr lang="en-US" altLang="ja-JP" dirty="0">
                <a:latin typeface="Arial" panose="020B0604020202020204" pitchFamily="34" charset="0"/>
                <a:ea typeface="MS UI Gothic" panose="020B0600070205080204" pitchFamily="50" charset="-128"/>
              </a:rPr>
              <a:t>.</a:t>
            </a:r>
          </a:p>
        </p:txBody>
      </p:sp>
      <p:sp>
        <p:nvSpPr>
          <p:cNvPr id="694275" name="Rectangle 3">
            <a:extLst>
              <a:ext uri="{FF2B5EF4-FFF2-40B4-BE49-F238E27FC236}">
                <a16:creationId xmlns:a16="http://schemas.microsoft.com/office/drawing/2014/main" id="{3BEEA2AB-11D0-8EBF-3E9C-C995EE303677}"/>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Toán tử quan hệ.</a:t>
            </a:r>
          </a:p>
          <a:p>
            <a:endParaRPr lang="en-US" altLang="ja-JP" sz="2400" b="0"/>
          </a:p>
          <a:p>
            <a:endParaRPr lang="en-US" altLang="ja-JP" sz="2400" b="0"/>
          </a:p>
          <a:p>
            <a:pPr>
              <a:buFont typeface="Wingdings" panose="05000000000000000000" pitchFamily="2" charset="2"/>
              <a:buNone/>
            </a:pPr>
            <a:r>
              <a:rPr lang="en-US" altLang="ja-JP" sz="2000" b="0"/>
              <a:t>●</a:t>
            </a:r>
            <a:r>
              <a:rPr lang="en-US" altLang="ja-JP" sz="2000" b="0">
                <a:latin typeface="Arial" panose="020B0604020202020204" pitchFamily="34" charset="0"/>
              </a:rPr>
              <a:t>Ví dụ về biểu thức điều kiện đã sử dụng toán tử quan hệ.</a:t>
            </a:r>
          </a:p>
        </p:txBody>
      </p:sp>
      <p:sp>
        <p:nvSpPr>
          <p:cNvPr id="694276" name="Rectangle 4">
            <a:extLst>
              <a:ext uri="{FF2B5EF4-FFF2-40B4-BE49-F238E27FC236}">
                <a16:creationId xmlns:a16="http://schemas.microsoft.com/office/drawing/2014/main" id="{94E8541B-2BD0-8CD7-91CD-97AAE56E7E31}"/>
              </a:ext>
            </a:extLst>
          </p:cNvPr>
          <p:cNvSpPr>
            <a:spLocks noChangeArrowheads="1"/>
          </p:cNvSpPr>
          <p:nvPr/>
        </p:nvSpPr>
        <p:spPr bwMode="auto">
          <a:xfrm>
            <a:off x="344488" y="1282700"/>
            <a:ext cx="9120187" cy="4699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a:latin typeface="ＭＳ ゴシック" panose="020B0609070205080204" pitchFamily="49" charset="-128"/>
                <a:ea typeface="ＭＳ ゴシック" panose="020B0609070205080204" pitchFamily="49" charset="-128"/>
              </a:rPr>
              <a:t>&gt;  &gt;=  &lt;  &lt;=  ==  !=</a:t>
            </a:r>
          </a:p>
        </p:txBody>
      </p:sp>
      <p:graphicFrame>
        <p:nvGraphicFramePr>
          <p:cNvPr id="694362" name="Group 90">
            <a:extLst>
              <a:ext uri="{FF2B5EF4-FFF2-40B4-BE49-F238E27FC236}">
                <a16:creationId xmlns:a16="http://schemas.microsoft.com/office/drawing/2014/main" id="{FD5A1F86-2C96-0657-A2F8-A232976A88A3}"/>
              </a:ext>
            </a:extLst>
          </p:cNvPr>
          <p:cNvGraphicFramePr>
            <a:graphicFrameLocks noGrp="1"/>
          </p:cNvGraphicFramePr>
          <p:nvPr>
            <p:ph idx="1"/>
          </p:nvPr>
        </p:nvGraphicFramePr>
        <p:xfrm>
          <a:off x="306388" y="2587625"/>
          <a:ext cx="9264650" cy="3278508"/>
        </p:xfrm>
        <a:graphic>
          <a:graphicData uri="http://schemas.openxmlformats.org/drawingml/2006/table">
            <a:tbl>
              <a:tblPr/>
              <a:tblGrid>
                <a:gridCol w="2017712">
                  <a:extLst>
                    <a:ext uri="{9D8B030D-6E8A-4147-A177-3AD203B41FA5}">
                      <a16:colId xmlns:a16="http://schemas.microsoft.com/office/drawing/2014/main" val="2132756384"/>
                    </a:ext>
                  </a:extLst>
                </a:gridCol>
                <a:gridCol w="2171700">
                  <a:extLst>
                    <a:ext uri="{9D8B030D-6E8A-4147-A177-3AD203B41FA5}">
                      <a16:colId xmlns:a16="http://schemas.microsoft.com/office/drawing/2014/main" val="2640420551"/>
                    </a:ext>
                  </a:extLst>
                </a:gridCol>
                <a:gridCol w="5075238">
                  <a:extLst>
                    <a:ext uri="{9D8B030D-6E8A-4147-A177-3AD203B41FA5}">
                      <a16:colId xmlns:a16="http://schemas.microsoft.com/office/drawing/2014/main" val="833276132"/>
                    </a:ext>
                  </a:extLst>
                </a:gridCol>
              </a:tblGrid>
              <a:tr h="439738">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Toán tử quan hệ</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Ví dụ về biểu thức điều kiện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Ý nghĩa của biểu thức điều kiện.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2585684550"/>
                  </a:ext>
                </a:extLst>
              </a:tr>
              <a:tr h="439738">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&gt;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ja-JP" altLang="en-US"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　</a:t>
                      </a: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A &gt; 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ja-JP" altLang="en-US"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　</a:t>
                      </a: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A lớn hơn B</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46197277"/>
                  </a:ext>
                </a:extLst>
              </a:tr>
              <a:tr h="439738">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&gt;=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ja-JP" altLang="en-US"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　</a:t>
                      </a: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A &gt;= 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ja-JP" altLang="en-US"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　</a:t>
                      </a: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A lớn hơn hoặc bằng B</a:t>
                      </a:r>
                      <a:r>
                        <a:rPr kumimoji="1" lang="ja-JP" altLang="en-US"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40158851"/>
                  </a:ext>
                </a:extLst>
              </a:tr>
              <a:tr h="439738">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&lt;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ja-JP" altLang="en-US"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　</a:t>
                      </a: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A &lt; 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ja-JP" altLang="en-US"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　</a:t>
                      </a: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A nhỏ hơn B</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21704394"/>
                  </a:ext>
                </a:extLst>
              </a:tr>
              <a:tr h="439738">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&lt;=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ja-JP" altLang="en-US"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　</a:t>
                      </a: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A &lt;= 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ja-JP" altLang="en-US"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　</a:t>
                      </a: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A nhỏ hơn hoặc bằng B</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80788646"/>
                  </a:ext>
                </a:extLst>
              </a:tr>
              <a:tr h="439738">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ja-JP" altLang="en-US"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　</a:t>
                      </a: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A == 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ja-JP" altLang="en-US"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　</a:t>
                      </a: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A bằng B</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78957441"/>
                  </a:ext>
                </a:extLst>
              </a:tr>
              <a:tr h="439738">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ja-JP" altLang="en-US"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　</a:t>
                      </a: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A != 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ja-JP" altLang="en-US"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　</a:t>
                      </a: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A không bằng B</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70863933"/>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9A0F8354-DEB7-A101-BF87-B7BD3CDE3046}"/>
              </a:ext>
            </a:extLst>
          </p:cNvPr>
          <p:cNvSpPr>
            <a:spLocks noGrp="1"/>
          </p:cNvSpPr>
          <p:nvPr>
            <p:ph type="sldNum" sz="quarter" idx="10"/>
          </p:nvPr>
        </p:nvSpPr>
        <p:spPr>
          <a:xfrm>
            <a:off x="7616825" y="6254750"/>
            <a:ext cx="2133600" cy="476250"/>
          </a:xfrm>
        </p:spPr>
        <p:txBody>
          <a:bodyPr/>
          <a:lstStyle/>
          <a:p>
            <a:fld id="{B1A51113-8A82-410D-A5D7-163C56A6AF2B}" type="slidenum">
              <a:rPr lang="en-US" altLang="ja-JP"/>
              <a:pPr/>
              <a:t>28</a:t>
            </a:fld>
            <a:endParaRPr lang="en-US" altLang="ja-JP"/>
          </a:p>
        </p:txBody>
      </p:sp>
      <p:sp>
        <p:nvSpPr>
          <p:cNvPr id="696322" name="Rectangle 2">
            <a:extLst>
              <a:ext uri="{FF2B5EF4-FFF2-40B4-BE49-F238E27FC236}">
                <a16:creationId xmlns:a16="http://schemas.microsoft.com/office/drawing/2014/main" id="{366DF8EE-0384-8D58-F2E1-E7350EBA3D21}"/>
              </a:ext>
            </a:extLst>
          </p:cNvPr>
          <p:cNvSpPr>
            <a:spLocks noGrp="1" noChangeArrowheads="1"/>
          </p:cNvSpPr>
          <p:nvPr>
            <p:ph type="title"/>
          </p:nvPr>
        </p:nvSpPr>
        <p:spPr>
          <a:xfrm>
            <a:off x="344487" y="340473"/>
            <a:ext cx="9217025" cy="490537"/>
          </a:xfrm>
        </p:spPr>
        <p:txBody>
          <a:bodyPr>
            <a:normAutofit fontScale="90000"/>
          </a:bodyPr>
          <a:lstStyle/>
          <a:p>
            <a:r>
              <a:rPr lang="en-US" altLang="ja-JP" dirty="0" err="1">
                <a:latin typeface="Arial" panose="020B0604020202020204" pitchFamily="34" charset="0"/>
                <a:ea typeface="MS UI Gothic" panose="020B0600070205080204" pitchFamily="50" charset="-128"/>
              </a:rPr>
              <a:t>Toán</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tử</a:t>
            </a:r>
            <a:r>
              <a:rPr lang="en-US" altLang="ja-JP" dirty="0">
                <a:latin typeface="Arial" panose="020B0604020202020204" pitchFamily="34" charset="0"/>
                <a:ea typeface="MS UI Gothic" panose="020B0600070205080204" pitchFamily="50" charset="-128"/>
              </a:rPr>
              <a:t> logic </a:t>
            </a:r>
            <a:r>
              <a:rPr lang="en-US" altLang="ja-JP" dirty="0" err="1">
                <a:latin typeface="Arial" panose="020B0604020202020204" pitchFamily="34" charset="0"/>
                <a:ea typeface="MS UI Gothic" panose="020B0600070205080204" pitchFamily="50" charset="-128"/>
              </a:rPr>
              <a:t>và</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biểu</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thức</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điều</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kiện</a:t>
            </a:r>
            <a:endParaRPr lang="en-US" altLang="ja-JP" dirty="0">
              <a:latin typeface="Arial" panose="020B0604020202020204" pitchFamily="34" charset="0"/>
              <a:ea typeface="MS UI Gothic" panose="020B0600070205080204" pitchFamily="50" charset="-128"/>
            </a:endParaRPr>
          </a:p>
        </p:txBody>
      </p:sp>
      <p:graphicFrame>
        <p:nvGraphicFramePr>
          <p:cNvPr id="696880" name="Group 560">
            <a:extLst>
              <a:ext uri="{FF2B5EF4-FFF2-40B4-BE49-F238E27FC236}">
                <a16:creationId xmlns:a16="http://schemas.microsoft.com/office/drawing/2014/main" id="{04F7364A-2BB9-5423-DE19-E15DB020E342}"/>
              </a:ext>
            </a:extLst>
          </p:cNvPr>
          <p:cNvGraphicFramePr>
            <a:graphicFrameLocks noGrp="1"/>
          </p:cNvGraphicFramePr>
          <p:nvPr>
            <p:ph sz="half" idx="1"/>
            <p:extLst>
              <p:ext uri="{D42A27DB-BD31-4B8C-83A1-F6EECF244321}">
                <p14:modId xmlns:p14="http://schemas.microsoft.com/office/powerpoint/2010/main" val="2277586940"/>
              </p:ext>
            </p:extLst>
          </p:nvPr>
        </p:nvGraphicFramePr>
        <p:xfrm>
          <a:off x="344488" y="4297363"/>
          <a:ext cx="3165475" cy="2346643"/>
        </p:xfrm>
        <a:graphic>
          <a:graphicData uri="http://schemas.openxmlformats.org/drawingml/2006/table">
            <a:tbl>
              <a:tblPr/>
              <a:tblGrid>
                <a:gridCol w="468312">
                  <a:extLst>
                    <a:ext uri="{9D8B030D-6E8A-4147-A177-3AD203B41FA5}">
                      <a16:colId xmlns:a16="http://schemas.microsoft.com/office/drawing/2014/main" val="3582166550"/>
                    </a:ext>
                  </a:extLst>
                </a:gridCol>
                <a:gridCol w="757238">
                  <a:extLst>
                    <a:ext uri="{9D8B030D-6E8A-4147-A177-3AD203B41FA5}">
                      <a16:colId xmlns:a16="http://schemas.microsoft.com/office/drawing/2014/main" val="1620834725"/>
                    </a:ext>
                  </a:extLst>
                </a:gridCol>
                <a:gridCol w="960437">
                  <a:extLst>
                    <a:ext uri="{9D8B030D-6E8A-4147-A177-3AD203B41FA5}">
                      <a16:colId xmlns:a16="http://schemas.microsoft.com/office/drawing/2014/main" val="3409673162"/>
                    </a:ext>
                  </a:extLst>
                </a:gridCol>
                <a:gridCol w="979488">
                  <a:extLst>
                    <a:ext uri="{9D8B030D-6E8A-4147-A177-3AD203B41FA5}">
                      <a16:colId xmlns:a16="http://schemas.microsoft.com/office/drawing/2014/main" val="2441467281"/>
                    </a:ext>
                  </a:extLst>
                </a:gridCol>
              </a:tblGrid>
              <a:tr h="403225">
                <a:tc rowSpan="2" gridSpan="2">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Điều kiện AND</a:t>
                      </a:r>
                      <a:b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br>
                      <a:endPar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endParaRPr>
                    </a:p>
                  </a:txBody>
                  <a:tcP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FFFFCC">
                        <a:alpha val="50000"/>
                      </a:srgbClr>
                    </a:solidFill>
                  </a:tcPr>
                </a:tc>
                <a:tc rowSpan="2" hMerge="1">
                  <a:txBody>
                    <a:bodyPr/>
                    <a:lstStyle/>
                    <a:p>
                      <a:endParaRPr kumimoji="1" lang="ja-JP" altLang="en-US"/>
                    </a:p>
                  </a:txBody>
                  <a:tcPr/>
                </a:tc>
                <a:tc gridSpan="2">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Biểu thức điều kiện B</a:t>
                      </a:r>
                    </a:p>
                  </a:txBody>
                  <a:tcPr horzOverflow="overflow">
                    <a:lnL w="190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hMerge="1">
                  <a:txBody>
                    <a:bodyPr/>
                    <a:lstStyle/>
                    <a:p>
                      <a:endParaRPr kumimoji="1" lang="ja-JP" altLang="en-US"/>
                    </a:p>
                  </a:txBody>
                  <a:tcPr/>
                </a:tc>
                <a:extLst>
                  <a:ext uri="{0D108BD9-81ED-4DB2-BD59-A6C34878D82A}">
                    <a16:rowId xmlns:a16="http://schemas.microsoft.com/office/drawing/2014/main" val="2005414396"/>
                  </a:ext>
                </a:extLst>
              </a:tr>
              <a:tr h="403225">
                <a:tc gridSpan="2" vMerge="1">
                  <a:txBody>
                    <a:bodyPr/>
                    <a:lstStyle/>
                    <a:p>
                      <a:endParaRPr kumimoji="1" lang="ja-JP" altLang="en-US"/>
                    </a:p>
                  </a:txBody>
                  <a:tcPr/>
                </a:tc>
                <a:tc hMerge="1" vMerge="1">
                  <a:txBody>
                    <a:bodyPr/>
                    <a:lstStyle/>
                    <a:p>
                      <a:endParaRPr kumimoji="1" lang="ja-JP" altLang="en-US"/>
                    </a:p>
                  </a:txBody>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false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605394318"/>
                  </a:ext>
                </a:extLst>
              </a:tr>
              <a:tr h="635000">
                <a:tc rowSpan="2">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Biểu thức điều kiện</a:t>
                      </a:r>
                    </a:p>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1" i="0" u="none" strike="noStrike" cap="none" normalizeH="0" baseline="0">
                          <a:ln>
                            <a:noFill/>
                          </a:ln>
                          <a:solidFill>
                            <a:srgbClr val="E10000"/>
                          </a:solidFill>
                          <a:effectLst/>
                          <a:latin typeface="Arial" panose="020B0604020202020204" pitchFamily="34" charset="0"/>
                          <a:ea typeface="ＭＳ ゴシック" panose="020B0609070205080204" pitchFamily="49" charset="-128"/>
                        </a:rPr>
                        <a:t>true</a:t>
                      </a:r>
                    </a:p>
                  </a:txBody>
                  <a:tcPr marL="90000" marR="90000" marT="46800" marB="4680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false</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53039150"/>
                  </a:ext>
                </a:extLst>
              </a:tr>
              <a:tr h="668338">
                <a:tc vMerge="1">
                  <a:txBody>
                    <a:bodyPr/>
                    <a:lstStyle/>
                    <a:p>
                      <a:endParaRPr kumimoji="1" lang="ja-JP" altLang="en-US"/>
                    </a:p>
                  </a:txBody>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false</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false</a:t>
                      </a:r>
                    </a:p>
                  </a:txBody>
                  <a:tcPr marL="90000" marR="90000" marT="46800" marB="4680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false</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41454540"/>
                  </a:ext>
                </a:extLst>
              </a:tr>
            </a:tbl>
          </a:graphicData>
        </a:graphic>
      </p:graphicFrame>
      <p:graphicFrame>
        <p:nvGraphicFramePr>
          <p:cNvPr id="696857" name="Group 537">
            <a:extLst>
              <a:ext uri="{FF2B5EF4-FFF2-40B4-BE49-F238E27FC236}">
                <a16:creationId xmlns:a16="http://schemas.microsoft.com/office/drawing/2014/main" id="{C6595511-3261-15B0-CBB9-E4548AF868D7}"/>
              </a:ext>
            </a:extLst>
          </p:cNvPr>
          <p:cNvGraphicFramePr>
            <a:graphicFrameLocks noGrp="1"/>
          </p:cNvGraphicFramePr>
          <p:nvPr>
            <p:ph sz="quarter" idx="2"/>
            <p:extLst>
              <p:ext uri="{D42A27DB-BD31-4B8C-83A1-F6EECF244321}">
                <p14:modId xmlns:p14="http://schemas.microsoft.com/office/powerpoint/2010/main" val="2370252063"/>
              </p:ext>
            </p:extLst>
          </p:nvPr>
        </p:nvGraphicFramePr>
        <p:xfrm>
          <a:off x="381000" y="2209800"/>
          <a:ext cx="9083675" cy="1692276"/>
        </p:xfrm>
        <a:graphic>
          <a:graphicData uri="http://schemas.openxmlformats.org/drawingml/2006/table">
            <a:tbl>
              <a:tblPr/>
              <a:tblGrid>
                <a:gridCol w="1539875">
                  <a:extLst>
                    <a:ext uri="{9D8B030D-6E8A-4147-A177-3AD203B41FA5}">
                      <a16:colId xmlns:a16="http://schemas.microsoft.com/office/drawing/2014/main" val="315409120"/>
                    </a:ext>
                  </a:extLst>
                </a:gridCol>
                <a:gridCol w="2670175">
                  <a:extLst>
                    <a:ext uri="{9D8B030D-6E8A-4147-A177-3AD203B41FA5}">
                      <a16:colId xmlns:a16="http://schemas.microsoft.com/office/drawing/2014/main" val="1355836279"/>
                    </a:ext>
                  </a:extLst>
                </a:gridCol>
                <a:gridCol w="3762375">
                  <a:extLst>
                    <a:ext uri="{9D8B030D-6E8A-4147-A177-3AD203B41FA5}">
                      <a16:colId xmlns:a16="http://schemas.microsoft.com/office/drawing/2014/main" val="2935643347"/>
                    </a:ext>
                  </a:extLst>
                </a:gridCol>
                <a:gridCol w="1111250">
                  <a:extLst>
                    <a:ext uri="{9D8B030D-6E8A-4147-A177-3AD203B41FA5}">
                      <a16:colId xmlns:a16="http://schemas.microsoft.com/office/drawing/2014/main" val="4164813645"/>
                    </a:ext>
                  </a:extLst>
                </a:gridCol>
              </a:tblGrid>
              <a:tr h="388938">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Toán tử logics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Cách sử dụng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Ý nghĩa của biểu thức điều kiện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Điều kiện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367409508"/>
                  </a:ext>
                </a:extLst>
              </a:tr>
              <a:tr h="388938">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2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&amp;&amp;</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ja-JP" altLang="en-US" sz="12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　</a:t>
                      </a:r>
                      <a:r>
                        <a:rPr kumimoji="1" lang="en-US" altLang="ja-JP" sz="12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Biểu thức điều kiện A &amp;&amp; biểu thức điều kiện 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ja-JP" altLang="en-US" sz="12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2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Thỏa mãn biểu thức điều kiện A và biểu thức điều kiện 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AND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89414240"/>
                  </a:ext>
                </a:extLst>
              </a:tr>
              <a:tr h="388938">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2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ja-JP" altLang="en-US" sz="12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　</a:t>
                      </a:r>
                      <a:r>
                        <a:rPr kumimoji="1" lang="en-US" altLang="ja-JP" sz="12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Biểu thức điều kiện A || biểu thức điều kiện 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ja-JP" altLang="en-US" sz="12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2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Thỏa mãn biểu thức điều kiện A hoặc biểu thức điều kiện 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2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OR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46163271"/>
                  </a:ext>
                </a:extLst>
              </a:tr>
              <a:tr h="388938">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2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ja-JP" altLang="en-US" sz="12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　</a:t>
                      </a:r>
                      <a:r>
                        <a:rPr kumimoji="1" lang="en-US" altLang="ja-JP" sz="12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 Biểu thức điều kiện 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ja-JP" altLang="en-US" sz="12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2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Không thỏa mãn biểu thức điều kiện 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2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NOT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98100946"/>
                  </a:ext>
                </a:extLst>
              </a:tr>
            </a:tbl>
          </a:graphicData>
        </a:graphic>
      </p:graphicFrame>
      <p:sp>
        <p:nvSpPr>
          <p:cNvPr id="696323" name="Rectangle 3">
            <a:extLst>
              <a:ext uri="{FF2B5EF4-FFF2-40B4-BE49-F238E27FC236}">
                <a16:creationId xmlns:a16="http://schemas.microsoft.com/office/drawing/2014/main" id="{8E168B59-9C65-993C-AF9A-5E15C8AA433E}"/>
              </a:ext>
            </a:extLst>
          </p:cNvPr>
          <p:cNvSpPr>
            <a:spLocks noChangeArrowheads="1"/>
          </p:cNvSpPr>
          <p:nvPr/>
        </p:nvSpPr>
        <p:spPr bwMode="auto">
          <a:xfrm>
            <a:off x="344786" y="677816"/>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dirty="0" err="1">
                <a:latin typeface="Arial" panose="020B0604020202020204" pitchFamily="34" charset="0"/>
              </a:rPr>
              <a:t>Toán</a:t>
            </a:r>
            <a:r>
              <a:rPr lang="en-US" altLang="ja-JP" sz="2400" b="0" dirty="0">
                <a:latin typeface="Arial" panose="020B0604020202020204" pitchFamily="34" charset="0"/>
              </a:rPr>
              <a:t> </a:t>
            </a:r>
            <a:r>
              <a:rPr lang="en-US" altLang="ja-JP" sz="2400" b="0" dirty="0" err="1">
                <a:latin typeface="Arial" panose="020B0604020202020204" pitchFamily="34" charset="0"/>
              </a:rPr>
              <a:t>tử</a:t>
            </a:r>
            <a:r>
              <a:rPr lang="en-US" altLang="ja-JP" sz="2400" b="0" dirty="0">
                <a:latin typeface="Arial" panose="020B0604020202020204" pitchFamily="34" charset="0"/>
              </a:rPr>
              <a:t> logic</a:t>
            </a:r>
          </a:p>
          <a:p>
            <a:endParaRPr lang="en-US" altLang="ja-JP" sz="2400" b="0" dirty="0"/>
          </a:p>
          <a:p>
            <a:endParaRPr lang="en-US" altLang="ja-JP" sz="2400" b="0" dirty="0"/>
          </a:p>
          <a:p>
            <a:pPr>
              <a:buFont typeface="Wingdings" panose="05000000000000000000" pitchFamily="2" charset="2"/>
              <a:buNone/>
            </a:pPr>
            <a:r>
              <a:rPr lang="en-US" altLang="ja-JP" sz="2000" b="0" dirty="0"/>
              <a:t>●</a:t>
            </a:r>
            <a:r>
              <a:rPr lang="en-US" altLang="ja-JP" sz="2000" b="0" dirty="0" err="1"/>
              <a:t>Toán</a:t>
            </a:r>
            <a:r>
              <a:rPr lang="en-US" altLang="ja-JP" sz="2000" b="0" dirty="0"/>
              <a:t> </a:t>
            </a:r>
            <a:r>
              <a:rPr lang="en-US" altLang="ja-JP" sz="2000" b="0" dirty="0" err="1"/>
              <a:t>tử</a:t>
            </a:r>
            <a:r>
              <a:rPr lang="en-US" altLang="ja-JP" sz="2000" b="0" dirty="0"/>
              <a:t> logic </a:t>
            </a:r>
            <a:r>
              <a:rPr lang="en-US" altLang="ja-JP" sz="2000" b="0" dirty="0" err="1"/>
              <a:t>và</a:t>
            </a:r>
            <a:r>
              <a:rPr lang="en-US" altLang="ja-JP" sz="2000" b="0" dirty="0"/>
              <a:t> </a:t>
            </a:r>
            <a:r>
              <a:rPr lang="en-US" altLang="ja-JP" sz="2000" b="0" dirty="0" err="1"/>
              <a:t>biểu</a:t>
            </a:r>
            <a:r>
              <a:rPr lang="en-US" altLang="ja-JP" sz="2000" b="0" dirty="0"/>
              <a:t> </a:t>
            </a:r>
            <a:r>
              <a:rPr lang="en-US" altLang="ja-JP" sz="2000" b="0" dirty="0" err="1"/>
              <a:t>thức</a:t>
            </a:r>
            <a:r>
              <a:rPr lang="en-US" altLang="ja-JP" sz="2000" b="0" dirty="0"/>
              <a:t> </a:t>
            </a:r>
            <a:r>
              <a:rPr lang="en-US" altLang="ja-JP" sz="2000" b="0" dirty="0" err="1"/>
              <a:t>điều</a:t>
            </a:r>
            <a:r>
              <a:rPr lang="en-US" altLang="ja-JP" sz="2000" b="0" dirty="0"/>
              <a:t> </a:t>
            </a:r>
            <a:r>
              <a:rPr lang="en-US" altLang="ja-JP" sz="2000" b="0" dirty="0" err="1"/>
              <a:t>kiện</a:t>
            </a:r>
            <a:r>
              <a:rPr lang="en-US" altLang="ja-JP" sz="2000" b="0" dirty="0"/>
              <a:t>.</a:t>
            </a:r>
          </a:p>
          <a:p>
            <a:pPr>
              <a:buFont typeface="Wingdings" panose="05000000000000000000" pitchFamily="2" charset="2"/>
              <a:buNone/>
            </a:pPr>
            <a:r>
              <a:rPr lang="en-US" altLang="ja-JP" sz="2000" b="0" dirty="0"/>
              <a:t>                              </a:t>
            </a:r>
          </a:p>
        </p:txBody>
      </p:sp>
      <p:sp>
        <p:nvSpPr>
          <p:cNvPr id="696324" name="Rectangle 4">
            <a:extLst>
              <a:ext uri="{FF2B5EF4-FFF2-40B4-BE49-F238E27FC236}">
                <a16:creationId xmlns:a16="http://schemas.microsoft.com/office/drawing/2014/main" id="{78248DA5-25E3-5351-53CA-76C2EF1BF07E}"/>
              </a:ext>
            </a:extLst>
          </p:cNvPr>
          <p:cNvSpPr>
            <a:spLocks noChangeArrowheads="1"/>
          </p:cNvSpPr>
          <p:nvPr/>
        </p:nvSpPr>
        <p:spPr bwMode="auto">
          <a:xfrm>
            <a:off x="344488" y="1282700"/>
            <a:ext cx="9120187" cy="4699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a:latin typeface="ＭＳ ゴシック" panose="020B0609070205080204" pitchFamily="49" charset="-128"/>
                <a:ea typeface="ＭＳ ゴシック" panose="020B0609070205080204" pitchFamily="49" charset="-128"/>
              </a:rPr>
              <a:t>&amp;&amp;  ||  ! </a:t>
            </a:r>
          </a:p>
        </p:txBody>
      </p:sp>
      <p:sp>
        <p:nvSpPr>
          <p:cNvPr id="696596" name="Text Box 276">
            <a:extLst>
              <a:ext uri="{FF2B5EF4-FFF2-40B4-BE49-F238E27FC236}">
                <a16:creationId xmlns:a16="http://schemas.microsoft.com/office/drawing/2014/main" id="{8602B00B-BFCF-2FF8-7D8B-E92692A24D02}"/>
              </a:ext>
            </a:extLst>
          </p:cNvPr>
          <p:cNvSpPr txBox="1">
            <a:spLocks noChangeArrowheads="1"/>
          </p:cNvSpPr>
          <p:nvPr/>
        </p:nvSpPr>
        <p:spPr bwMode="auto">
          <a:xfrm>
            <a:off x="344488" y="3883025"/>
            <a:ext cx="7504112" cy="274638"/>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ja-JP" sz="1200" b="0" dirty="0">
                <a:latin typeface="+mj-lt"/>
              </a:rPr>
              <a:t>【</a:t>
            </a:r>
            <a:r>
              <a:rPr lang="en-US" altLang="ja-JP" sz="1200" b="0" dirty="0" err="1">
                <a:latin typeface="+mj-lt"/>
              </a:rPr>
              <a:t>Kết</a:t>
            </a:r>
            <a:r>
              <a:rPr lang="en-US" altLang="ja-JP" sz="1200" b="0" dirty="0">
                <a:latin typeface="+mj-lt"/>
              </a:rPr>
              <a:t> </a:t>
            </a:r>
            <a:r>
              <a:rPr lang="en-US" altLang="ja-JP" sz="1200" b="0" dirty="0" err="1">
                <a:latin typeface="+mj-lt"/>
              </a:rPr>
              <a:t>quả</a:t>
            </a:r>
            <a:r>
              <a:rPr lang="en-US" altLang="ja-JP" sz="1200" b="0" dirty="0">
                <a:latin typeface="+mj-lt"/>
              </a:rPr>
              <a:t> </a:t>
            </a:r>
            <a:r>
              <a:rPr lang="en-US" altLang="ja-JP" sz="1200" b="0" dirty="0" err="1">
                <a:latin typeface="+mj-lt"/>
              </a:rPr>
              <a:t>đánh</a:t>
            </a:r>
            <a:r>
              <a:rPr lang="en-US" altLang="ja-JP" sz="1200" b="0" dirty="0">
                <a:latin typeface="+mj-lt"/>
              </a:rPr>
              <a:t> </a:t>
            </a:r>
            <a:r>
              <a:rPr lang="en-US" altLang="ja-JP" sz="1200" b="0" dirty="0" err="1">
                <a:latin typeface="+mj-lt"/>
              </a:rPr>
              <a:t>giá</a:t>
            </a:r>
            <a:r>
              <a:rPr lang="en-US" altLang="ja-JP" sz="1200" b="0" dirty="0">
                <a:latin typeface="+mj-lt"/>
              </a:rPr>
              <a:t> </a:t>
            </a:r>
            <a:r>
              <a:rPr lang="en-US" altLang="ja-JP" sz="1200" b="0" dirty="0" err="1">
                <a:latin typeface="+mj-lt"/>
              </a:rPr>
              <a:t>đã</a:t>
            </a:r>
            <a:r>
              <a:rPr lang="en-US" altLang="ja-JP" sz="1200" b="0" dirty="0">
                <a:latin typeface="+mj-lt"/>
              </a:rPr>
              <a:t> </a:t>
            </a:r>
            <a:r>
              <a:rPr lang="en-US" altLang="ja-JP" sz="1200" b="0" dirty="0" err="1">
                <a:latin typeface="+mj-lt"/>
              </a:rPr>
              <a:t>sử</a:t>
            </a:r>
            <a:r>
              <a:rPr lang="en-US" altLang="ja-JP" sz="1200" b="0" dirty="0">
                <a:latin typeface="+mj-lt"/>
              </a:rPr>
              <a:t> </a:t>
            </a:r>
            <a:r>
              <a:rPr lang="en-US" altLang="ja-JP" sz="1200" b="0" dirty="0" err="1">
                <a:latin typeface="+mj-lt"/>
              </a:rPr>
              <a:t>dụng</a:t>
            </a:r>
            <a:r>
              <a:rPr lang="en-US" altLang="ja-JP" sz="1200" b="0" dirty="0">
                <a:latin typeface="+mj-lt"/>
              </a:rPr>
              <a:t> </a:t>
            </a:r>
            <a:r>
              <a:rPr lang="en-US" altLang="ja-JP" sz="1200" b="0" dirty="0" err="1">
                <a:latin typeface="+mj-lt"/>
              </a:rPr>
              <a:t>toán</a:t>
            </a:r>
            <a:r>
              <a:rPr lang="en-US" altLang="ja-JP" sz="1200" b="0" dirty="0">
                <a:latin typeface="+mj-lt"/>
              </a:rPr>
              <a:t> </a:t>
            </a:r>
            <a:r>
              <a:rPr lang="en-US" altLang="ja-JP" sz="1200" b="0" dirty="0" err="1">
                <a:latin typeface="+mj-lt"/>
              </a:rPr>
              <a:t>tử</a:t>
            </a:r>
            <a:r>
              <a:rPr lang="en-US" altLang="ja-JP" sz="1200" b="0" dirty="0">
                <a:latin typeface="+mj-lt"/>
              </a:rPr>
              <a:t> logic </a:t>
            </a:r>
            <a:r>
              <a:rPr lang="en-US" altLang="ja-JP" sz="1200" b="0" dirty="0" err="1">
                <a:latin typeface="+mj-lt"/>
              </a:rPr>
              <a:t>đối</a:t>
            </a:r>
            <a:r>
              <a:rPr lang="en-US" altLang="ja-JP" sz="1200" b="0" dirty="0">
                <a:latin typeface="+mj-lt"/>
              </a:rPr>
              <a:t> </a:t>
            </a:r>
            <a:r>
              <a:rPr lang="en-US" altLang="ja-JP" sz="1200" b="0" dirty="0" err="1">
                <a:latin typeface="+mj-lt"/>
              </a:rPr>
              <a:t>với</a:t>
            </a:r>
            <a:r>
              <a:rPr lang="en-US" altLang="ja-JP" sz="1200" b="0" dirty="0">
                <a:latin typeface="+mj-lt"/>
              </a:rPr>
              <a:t> </a:t>
            </a:r>
            <a:r>
              <a:rPr lang="en-US" altLang="ja-JP" sz="1200" b="0" dirty="0" err="1">
                <a:latin typeface="+mj-lt"/>
              </a:rPr>
              <a:t>biểu</a:t>
            </a:r>
            <a:r>
              <a:rPr lang="en-US" altLang="ja-JP" sz="1200" b="0" dirty="0">
                <a:latin typeface="+mj-lt"/>
              </a:rPr>
              <a:t> </a:t>
            </a:r>
            <a:r>
              <a:rPr lang="en-US" altLang="ja-JP" sz="1200" b="0" dirty="0" err="1">
                <a:latin typeface="+mj-lt"/>
              </a:rPr>
              <a:t>thức</a:t>
            </a:r>
            <a:r>
              <a:rPr lang="en-US" altLang="ja-JP" sz="1200" b="0" dirty="0">
                <a:latin typeface="+mj-lt"/>
              </a:rPr>
              <a:t> </a:t>
            </a:r>
            <a:r>
              <a:rPr lang="en-US" altLang="ja-JP" sz="1200" b="0" dirty="0" err="1">
                <a:latin typeface="+mj-lt"/>
              </a:rPr>
              <a:t>điều</a:t>
            </a:r>
            <a:r>
              <a:rPr lang="en-US" altLang="ja-JP" sz="1200" b="0" dirty="0">
                <a:latin typeface="+mj-lt"/>
              </a:rPr>
              <a:t> </a:t>
            </a:r>
            <a:r>
              <a:rPr lang="en-US" altLang="ja-JP" sz="1200" b="0" dirty="0" err="1">
                <a:latin typeface="+mj-lt"/>
              </a:rPr>
              <a:t>kiện</a:t>
            </a:r>
            <a:r>
              <a:rPr lang="en-US" altLang="ja-JP" sz="1200" b="0" dirty="0">
                <a:latin typeface="+mj-lt"/>
              </a:rPr>
              <a:t> A, B】</a:t>
            </a:r>
          </a:p>
        </p:txBody>
      </p:sp>
      <p:graphicFrame>
        <p:nvGraphicFramePr>
          <p:cNvPr id="696881" name="Group 561">
            <a:extLst>
              <a:ext uri="{FF2B5EF4-FFF2-40B4-BE49-F238E27FC236}">
                <a16:creationId xmlns:a16="http://schemas.microsoft.com/office/drawing/2014/main" id="{0BA887B0-EC63-65BF-D607-E5F3E4AFA597}"/>
              </a:ext>
            </a:extLst>
          </p:cNvPr>
          <p:cNvGraphicFramePr>
            <a:graphicFrameLocks noGrp="1"/>
          </p:cNvGraphicFramePr>
          <p:nvPr>
            <p:extLst>
              <p:ext uri="{D42A27DB-BD31-4B8C-83A1-F6EECF244321}">
                <p14:modId xmlns:p14="http://schemas.microsoft.com/office/powerpoint/2010/main" val="1275807013"/>
              </p:ext>
            </p:extLst>
          </p:nvPr>
        </p:nvGraphicFramePr>
        <p:xfrm>
          <a:off x="3756025" y="4286250"/>
          <a:ext cx="3244850" cy="2373631"/>
        </p:xfrm>
        <a:graphic>
          <a:graphicData uri="http://schemas.openxmlformats.org/drawingml/2006/table">
            <a:tbl>
              <a:tblPr/>
              <a:tblGrid>
                <a:gridCol w="468313">
                  <a:extLst>
                    <a:ext uri="{9D8B030D-6E8A-4147-A177-3AD203B41FA5}">
                      <a16:colId xmlns:a16="http://schemas.microsoft.com/office/drawing/2014/main" val="2003365676"/>
                    </a:ext>
                  </a:extLst>
                </a:gridCol>
                <a:gridCol w="757237">
                  <a:extLst>
                    <a:ext uri="{9D8B030D-6E8A-4147-A177-3AD203B41FA5}">
                      <a16:colId xmlns:a16="http://schemas.microsoft.com/office/drawing/2014/main" val="1469769089"/>
                    </a:ext>
                  </a:extLst>
                </a:gridCol>
                <a:gridCol w="1031875">
                  <a:extLst>
                    <a:ext uri="{9D8B030D-6E8A-4147-A177-3AD203B41FA5}">
                      <a16:colId xmlns:a16="http://schemas.microsoft.com/office/drawing/2014/main" val="2597484600"/>
                    </a:ext>
                  </a:extLst>
                </a:gridCol>
                <a:gridCol w="987425">
                  <a:extLst>
                    <a:ext uri="{9D8B030D-6E8A-4147-A177-3AD203B41FA5}">
                      <a16:colId xmlns:a16="http://schemas.microsoft.com/office/drawing/2014/main" val="3580096306"/>
                    </a:ext>
                  </a:extLst>
                </a:gridCol>
              </a:tblGrid>
              <a:tr h="615950">
                <a:tc rowSpan="2" gridSpan="2">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2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Điều kiện OR</a:t>
                      </a:r>
                      <a:br>
                        <a:rPr kumimoji="1" lang="en-US" altLang="ja-JP" sz="20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br>
                      <a:endParaRPr kumimoji="1" lang="en-US" altLang="ja-JP" sz="20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endParaRPr>
                    </a:p>
                  </a:txBody>
                  <a:tcP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FFFFCC">
                        <a:alpha val="50000"/>
                      </a:srgbClr>
                    </a:solidFill>
                  </a:tcPr>
                </a:tc>
                <a:tc rowSpan="2" hMerge="1">
                  <a:txBody>
                    <a:bodyPr/>
                    <a:lstStyle/>
                    <a:p>
                      <a:endParaRPr kumimoji="1" lang="ja-JP" altLang="en-US"/>
                    </a:p>
                  </a:txBody>
                  <a:tcPr/>
                </a:tc>
                <a:tc gridSpan="2">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Biểu thức điều kiện B</a:t>
                      </a:r>
                    </a:p>
                  </a:txBody>
                  <a:tcPr horzOverflow="overflow">
                    <a:lnL w="190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hMerge="1">
                  <a:txBody>
                    <a:bodyPr/>
                    <a:lstStyle/>
                    <a:p>
                      <a:endParaRPr kumimoji="1" lang="ja-JP" altLang="en-US"/>
                    </a:p>
                  </a:txBody>
                  <a:tcPr/>
                </a:tc>
                <a:extLst>
                  <a:ext uri="{0D108BD9-81ED-4DB2-BD59-A6C34878D82A}">
                    <a16:rowId xmlns:a16="http://schemas.microsoft.com/office/drawing/2014/main" val="2385335560"/>
                  </a:ext>
                </a:extLst>
              </a:tr>
              <a:tr h="385763">
                <a:tc gridSpan="2" vMerge="1">
                  <a:txBody>
                    <a:bodyPr/>
                    <a:lstStyle/>
                    <a:p>
                      <a:endParaRPr kumimoji="1" lang="ja-JP" altLang="en-US"/>
                    </a:p>
                  </a:txBody>
                  <a:tcPr/>
                </a:tc>
                <a:tc hMerge="1" vMerge="1">
                  <a:txBody>
                    <a:bodyPr/>
                    <a:lstStyle/>
                    <a:p>
                      <a:endParaRPr kumimoji="1" lang="ja-JP" altLang="en-US"/>
                    </a:p>
                  </a:txBody>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true</a:t>
                      </a: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false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4061481198"/>
                  </a:ext>
                </a:extLst>
              </a:tr>
              <a:tr h="622300">
                <a:tc rowSpan="2">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Biểu thức điều kiện</a:t>
                      </a:r>
                    </a:p>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1" i="0" u="none" strike="noStrike" cap="none" normalizeH="0" baseline="0">
                          <a:ln>
                            <a:noFill/>
                          </a:ln>
                          <a:solidFill>
                            <a:srgbClr val="E10000"/>
                          </a:solidFill>
                          <a:effectLst/>
                          <a:latin typeface="Arial" panose="020B0604020202020204" pitchFamily="34" charset="0"/>
                          <a:ea typeface="ＭＳ ゴシック" panose="020B0609070205080204" pitchFamily="49" charset="-128"/>
                        </a:rPr>
                        <a:t>true</a:t>
                      </a:r>
                    </a:p>
                  </a:txBody>
                  <a:tcPr marL="90000" marR="90000" marT="46800" marB="4680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1" i="0" u="none" strike="noStrike" cap="none" normalizeH="0" baseline="0">
                          <a:ln>
                            <a:noFill/>
                          </a:ln>
                          <a:solidFill>
                            <a:srgbClr val="E10000"/>
                          </a:solidFill>
                          <a:effectLst/>
                          <a:latin typeface="Arial" panose="020B0604020202020204" pitchFamily="34" charset="0"/>
                          <a:ea typeface="ＭＳ ゴシック" panose="020B0609070205080204" pitchFamily="49" charset="-128"/>
                        </a:rPr>
                        <a:t>true</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21937102"/>
                  </a:ext>
                </a:extLst>
              </a:tr>
              <a:tr h="725488">
                <a:tc vMerge="1">
                  <a:txBody>
                    <a:bodyPr/>
                    <a:lstStyle/>
                    <a:p>
                      <a:endParaRPr kumimoji="1" lang="ja-JP" altLang="en-US"/>
                    </a:p>
                  </a:txBody>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false</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1" i="0" u="none" strike="noStrike" cap="none" normalizeH="0" baseline="0">
                          <a:ln>
                            <a:noFill/>
                          </a:ln>
                          <a:solidFill>
                            <a:srgbClr val="E10000"/>
                          </a:solidFill>
                          <a:effectLst/>
                          <a:latin typeface="Arial" panose="020B0604020202020204" pitchFamily="34" charset="0"/>
                          <a:ea typeface="ＭＳ ゴシック" panose="020B0609070205080204" pitchFamily="49" charset="-128"/>
                        </a:rPr>
                        <a:t>true</a:t>
                      </a:r>
                    </a:p>
                  </a:txBody>
                  <a:tcPr marL="90000" marR="90000" marT="46800" marB="4680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false</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86508011"/>
                  </a:ext>
                </a:extLst>
              </a:tr>
            </a:tbl>
          </a:graphicData>
        </a:graphic>
      </p:graphicFrame>
      <p:graphicFrame>
        <p:nvGraphicFramePr>
          <p:cNvPr id="696876" name="Group 556">
            <a:extLst>
              <a:ext uri="{FF2B5EF4-FFF2-40B4-BE49-F238E27FC236}">
                <a16:creationId xmlns:a16="http://schemas.microsoft.com/office/drawing/2014/main" id="{5F45DD06-6F34-B873-D499-AA8127065F97}"/>
              </a:ext>
            </a:extLst>
          </p:cNvPr>
          <p:cNvGraphicFramePr>
            <a:graphicFrameLocks noGrp="1"/>
          </p:cNvGraphicFramePr>
          <p:nvPr>
            <p:extLst>
              <p:ext uri="{D42A27DB-BD31-4B8C-83A1-F6EECF244321}">
                <p14:modId xmlns:p14="http://schemas.microsoft.com/office/powerpoint/2010/main" val="1240276458"/>
              </p:ext>
            </p:extLst>
          </p:nvPr>
        </p:nvGraphicFramePr>
        <p:xfrm>
          <a:off x="7223125" y="4284663"/>
          <a:ext cx="2184400" cy="2382520"/>
        </p:xfrm>
        <a:graphic>
          <a:graphicData uri="http://schemas.openxmlformats.org/drawingml/2006/table">
            <a:tbl>
              <a:tblPr/>
              <a:tblGrid>
                <a:gridCol w="485775">
                  <a:extLst>
                    <a:ext uri="{9D8B030D-6E8A-4147-A177-3AD203B41FA5}">
                      <a16:colId xmlns:a16="http://schemas.microsoft.com/office/drawing/2014/main" val="10446288"/>
                    </a:ext>
                  </a:extLst>
                </a:gridCol>
                <a:gridCol w="812800">
                  <a:extLst>
                    <a:ext uri="{9D8B030D-6E8A-4147-A177-3AD203B41FA5}">
                      <a16:colId xmlns:a16="http://schemas.microsoft.com/office/drawing/2014/main" val="1371794896"/>
                    </a:ext>
                  </a:extLst>
                </a:gridCol>
                <a:gridCol w="885825">
                  <a:extLst>
                    <a:ext uri="{9D8B030D-6E8A-4147-A177-3AD203B41FA5}">
                      <a16:colId xmlns:a16="http://schemas.microsoft.com/office/drawing/2014/main" val="887078882"/>
                    </a:ext>
                  </a:extLst>
                </a:gridCol>
              </a:tblGrid>
              <a:tr h="776288">
                <a:tc gridSpan="2">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2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Điều kiện NOT</a:t>
                      </a:r>
                    </a:p>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endParaRPr kumimoji="1" lang="en-US" altLang="ja-JP" sz="2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endParaRPr>
                    </a:p>
                  </a:txBody>
                  <a:tcP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FFFFCC">
                        <a:alpha val="50000"/>
                      </a:srgbClr>
                    </a:solidFill>
                  </a:tcPr>
                </a:tc>
                <a:tc hMerge="1">
                  <a:txBody>
                    <a:bodyPr/>
                    <a:lstStyle/>
                    <a:p>
                      <a:endParaRPr kumimoji="1" lang="ja-JP" altLang="en-US"/>
                    </a:p>
                  </a:txBody>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Đánh giá</a:t>
                      </a:r>
                    </a:p>
                  </a:txBody>
                  <a:tcPr marL="90000" marR="90000" marT="46800" marB="46800" anchor="ctr" horzOverflow="overflow">
                    <a:lnL w="190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206470677"/>
                  </a:ext>
                </a:extLst>
              </a:tr>
              <a:tr h="625475">
                <a:tc rowSpan="2">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Biểu thức điều kiện</a:t>
                      </a:r>
                    </a:p>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false</a:t>
                      </a:r>
                    </a:p>
                  </a:txBody>
                  <a:tcPr marL="90000" marR="90000" marT="46800" marB="46800" anchor="ctr" horzOverflow="overflow">
                    <a:lnL w="190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76736521"/>
                  </a:ext>
                </a:extLst>
              </a:tr>
              <a:tr h="720725">
                <a:tc vMerge="1">
                  <a:txBody>
                    <a:bodyPr/>
                    <a:lstStyle/>
                    <a:p>
                      <a:endParaRPr kumimoji="1" lang="ja-JP" altLang="en-US"/>
                    </a:p>
                  </a:txBody>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false</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1" i="0" u="none" strike="noStrike" cap="none" normalizeH="0" baseline="0">
                          <a:ln>
                            <a:noFill/>
                          </a:ln>
                          <a:solidFill>
                            <a:srgbClr val="E10000"/>
                          </a:solidFill>
                          <a:effectLst/>
                          <a:latin typeface="Arial" panose="020B0604020202020204" pitchFamily="34" charset="0"/>
                          <a:ea typeface="ＭＳ ゴシック" panose="020B0609070205080204" pitchFamily="49" charset="-128"/>
                        </a:rPr>
                        <a:t>true</a:t>
                      </a:r>
                    </a:p>
                  </a:txBody>
                  <a:tcPr marL="90000" marR="90000" marT="46800" marB="46800" anchor="ctr" horzOverflow="overflow">
                    <a:lnL w="190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6659885"/>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CCE5DAAA-9F13-0C98-4044-262EC0054984}"/>
              </a:ext>
            </a:extLst>
          </p:cNvPr>
          <p:cNvSpPr>
            <a:spLocks noGrp="1"/>
          </p:cNvSpPr>
          <p:nvPr>
            <p:ph type="sldNum" sz="quarter" idx="10"/>
          </p:nvPr>
        </p:nvSpPr>
        <p:spPr/>
        <p:txBody>
          <a:bodyPr/>
          <a:lstStyle/>
          <a:p>
            <a:fld id="{BC7B0F19-C147-4396-8193-19B47F339F4A}" type="slidenum">
              <a:rPr lang="en-US" altLang="ja-JP"/>
              <a:pPr/>
              <a:t>29</a:t>
            </a:fld>
            <a:endParaRPr lang="en-US" altLang="ja-JP"/>
          </a:p>
        </p:txBody>
      </p:sp>
      <p:sp>
        <p:nvSpPr>
          <p:cNvPr id="705647" name="Rectangle 111">
            <a:extLst>
              <a:ext uri="{FF2B5EF4-FFF2-40B4-BE49-F238E27FC236}">
                <a16:creationId xmlns:a16="http://schemas.microsoft.com/office/drawing/2014/main" id="{36BC6204-8769-E0BD-F5C3-6BA916BBDD9D}"/>
              </a:ext>
            </a:extLst>
          </p:cNvPr>
          <p:cNvSpPr>
            <a:spLocks noChangeArrowheads="1"/>
          </p:cNvSpPr>
          <p:nvPr/>
        </p:nvSpPr>
        <p:spPr bwMode="auto">
          <a:xfrm>
            <a:off x="390525" y="2501900"/>
            <a:ext cx="9034463" cy="4010025"/>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05538" name="Rectangle 2">
            <a:extLst>
              <a:ext uri="{FF2B5EF4-FFF2-40B4-BE49-F238E27FC236}">
                <a16:creationId xmlns:a16="http://schemas.microsoft.com/office/drawing/2014/main" id="{E0E0CE83-7031-37B9-DA0F-744D7E9D4D47}"/>
              </a:ext>
            </a:extLst>
          </p:cNvPr>
          <p:cNvSpPr>
            <a:spLocks noGrp="1" noChangeArrowheads="1"/>
          </p:cNvSpPr>
          <p:nvPr>
            <p:ph type="title"/>
          </p:nvPr>
        </p:nvSpPr>
        <p:spPr>
          <a:xfrm>
            <a:off x="344487" y="374014"/>
            <a:ext cx="9217025" cy="490537"/>
          </a:xfrm>
        </p:spPr>
        <p:txBody>
          <a:bodyPr>
            <a:normAutofit fontScale="90000"/>
          </a:bodyPr>
          <a:lstStyle/>
          <a:p>
            <a:r>
              <a:rPr lang="en-US" altLang="ja-JP" dirty="0" err="1">
                <a:latin typeface="MS UI Gothic" panose="020B0600070205080204" pitchFamily="50" charset="-128"/>
                <a:ea typeface="MS UI Gothic" panose="020B0600070205080204" pitchFamily="50" charset="-128"/>
              </a:rPr>
              <a:t>C</a:t>
            </a:r>
            <a:r>
              <a:rPr lang="en-US" altLang="ja-JP" dirty="0" err="1">
                <a:latin typeface="Arial" panose="020B0604020202020204" pitchFamily="34" charset="0"/>
                <a:ea typeface="MS UI Gothic" panose="020B0600070205080204" pitchFamily="50" charset="-128"/>
              </a:rPr>
              <a:t>âu</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lệnh</a:t>
            </a:r>
            <a:r>
              <a:rPr lang="en-US" altLang="ja-JP" dirty="0">
                <a:latin typeface="Arial" panose="020B0604020202020204" pitchFamily="34" charset="0"/>
                <a:ea typeface="MS UI Gothic" panose="020B0600070205080204" pitchFamily="50" charset="-128"/>
              </a:rPr>
              <a:t> control </a:t>
            </a:r>
            <a:r>
              <a:rPr lang="en-US" altLang="ja-JP" dirty="0" err="1">
                <a:latin typeface="Arial" panose="020B0604020202020204" pitchFamily="34" charset="0"/>
                <a:ea typeface="MS UI Gothic" panose="020B0600070205080204" pitchFamily="50" charset="-128"/>
              </a:rPr>
              <a:t>và</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phạm</a:t>
            </a:r>
            <a:r>
              <a:rPr lang="en-US" altLang="ja-JP" dirty="0">
                <a:latin typeface="Arial" panose="020B0604020202020204" pitchFamily="34" charset="0"/>
                <a:ea typeface="MS UI Gothic" panose="020B0600070205080204" pitchFamily="50" charset="-128"/>
              </a:rPr>
              <a:t> vi valid </a:t>
            </a:r>
            <a:r>
              <a:rPr lang="en-US" altLang="ja-JP" dirty="0" err="1">
                <a:latin typeface="Arial" panose="020B0604020202020204" pitchFamily="34" charset="0"/>
                <a:ea typeface="MS UI Gothic" panose="020B0600070205080204" pitchFamily="50" charset="-128"/>
              </a:rPr>
              <a:t>của</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biến</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số</a:t>
            </a:r>
            <a:endParaRPr lang="en-US" altLang="ja-JP" dirty="0">
              <a:latin typeface="Arial" panose="020B0604020202020204" pitchFamily="34" charset="0"/>
              <a:ea typeface="MS UI Gothic" panose="020B0600070205080204" pitchFamily="50" charset="-128"/>
            </a:endParaRPr>
          </a:p>
        </p:txBody>
      </p:sp>
      <p:sp>
        <p:nvSpPr>
          <p:cNvPr id="705539" name="Rectangle 3">
            <a:extLst>
              <a:ext uri="{FF2B5EF4-FFF2-40B4-BE49-F238E27FC236}">
                <a16:creationId xmlns:a16="http://schemas.microsoft.com/office/drawing/2014/main" id="{5FD1C3CC-2C9D-C083-1CB7-CA197B04004F}"/>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705540" name="Rectangle 4">
            <a:extLst>
              <a:ext uri="{FF2B5EF4-FFF2-40B4-BE49-F238E27FC236}">
                <a16:creationId xmlns:a16="http://schemas.microsoft.com/office/drawing/2014/main" id="{62C2C2F0-5A24-5FF5-2FD7-22B3444E8A2C}"/>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AU" altLang="ja-JP" sz="2400" b="0">
                <a:latin typeface="Arial" panose="020B0604020202020204" pitchFamily="34" charset="0"/>
              </a:rPr>
              <a:t>Phạm vi valid của biến local</a:t>
            </a:r>
            <a:endParaRPr lang="en-US" altLang="ja-JP" sz="2400" b="0">
              <a:latin typeface="Arial" panose="020B0604020202020204" pitchFamily="34" charset="0"/>
            </a:endParaRPr>
          </a:p>
          <a:p>
            <a:endParaRPr lang="en-US" altLang="ja-JP" sz="2400" b="0"/>
          </a:p>
          <a:p>
            <a:endParaRPr lang="en-US" altLang="ja-JP" sz="2400" b="0"/>
          </a:p>
          <a:p>
            <a:pPr>
              <a:buFont typeface="Wingdings" panose="05000000000000000000" pitchFamily="2" charset="2"/>
              <a:buNone/>
            </a:pPr>
            <a:r>
              <a:rPr lang="en-US" altLang="ja-JP" sz="2400" b="0"/>
              <a:t>●</a:t>
            </a:r>
            <a:r>
              <a:rPr lang="en-US" altLang="ja-JP" sz="2400" b="0">
                <a:latin typeface="Arial" panose="020B0604020202020204" pitchFamily="34" charset="0"/>
              </a:rPr>
              <a:t>Nơi khai báo biến số.</a:t>
            </a:r>
          </a:p>
          <a:p>
            <a:pPr>
              <a:buFont typeface="Wingdings" panose="05000000000000000000" pitchFamily="2" charset="2"/>
              <a:buNone/>
            </a:pPr>
            <a:r>
              <a:rPr lang="ja-JP" altLang="en-US" sz="2000" b="0"/>
              <a:t>　</a:t>
            </a:r>
          </a:p>
        </p:txBody>
      </p:sp>
      <p:sp>
        <p:nvSpPr>
          <p:cNvPr id="705543" name="Rectangle 7">
            <a:extLst>
              <a:ext uri="{FF2B5EF4-FFF2-40B4-BE49-F238E27FC236}">
                <a16:creationId xmlns:a16="http://schemas.microsoft.com/office/drawing/2014/main" id="{302538BF-7F1A-F8C5-A6AF-C57529342C8B}"/>
              </a:ext>
            </a:extLst>
          </p:cNvPr>
          <p:cNvSpPr>
            <a:spLocks noChangeArrowheads="1"/>
          </p:cNvSpPr>
          <p:nvPr/>
        </p:nvSpPr>
        <p:spPr bwMode="auto">
          <a:xfrm>
            <a:off x="344488" y="1282700"/>
            <a:ext cx="9120187" cy="4699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AU" altLang="ja-JP" sz="2000">
                <a:latin typeface="Arial" panose="020B0604020202020204" pitchFamily="34" charset="0"/>
              </a:rPr>
              <a:t>Trong block đã được khai báo.</a:t>
            </a:r>
            <a:endParaRPr lang="en-US" altLang="ja-JP" sz="2000">
              <a:latin typeface="Arial" panose="020B0604020202020204" pitchFamily="34" charset="0"/>
            </a:endParaRPr>
          </a:p>
        </p:txBody>
      </p:sp>
      <p:sp>
        <p:nvSpPr>
          <p:cNvPr id="705547" name="Rectangle 11">
            <a:extLst>
              <a:ext uri="{FF2B5EF4-FFF2-40B4-BE49-F238E27FC236}">
                <a16:creationId xmlns:a16="http://schemas.microsoft.com/office/drawing/2014/main" id="{A9666BAC-55BB-D3B8-7787-9EB08A133960}"/>
              </a:ext>
            </a:extLst>
          </p:cNvPr>
          <p:cNvSpPr>
            <a:spLocks noChangeArrowheads="1"/>
          </p:cNvSpPr>
          <p:nvPr/>
        </p:nvSpPr>
        <p:spPr bwMode="auto">
          <a:xfrm>
            <a:off x="787400" y="2755900"/>
            <a:ext cx="3771900" cy="3517900"/>
          </a:xfrm>
          <a:prstGeom prst="rect">
            <a:avLst/>
          </a:prstGeom>
          <a:solidFill>
            <a:srgbClr val="FFCC99"/>
          </a:solidFill>
          <a:ln w="9525" algn="ctr">
            <a:solidFill>
              <a:schemeClr val="tx1"/>
            </a:solidFill>
            <a:miter lim="800000"/>
            <a:headEnd/>
            <a:tailEnd/>
          </a:ln>
          <a:effectLst>
            <a:outerShdw dist="107763" dir="2700000" algn="ctr" rotWithShape="0">
              <a:schemeClr val="bg2">
                <a:alpha val="50000"/>
              </a:schemeClr>
            </a:outerShdw>
          </a:effectLst>
        </p:spPr>
        <p:txBody>
          <a:bodyPr wrap="none" anchor="ctr"/>
          <a:lstStyle/>
          <a:p>
            <a:endParaRPr lang="ja-JP" altLang="en-US"/>
          </a:p>
        </p:txBody>
      </p:sp>
      <p:sp>
        <p:nvSpPr>
          <p:cNvPr id="705548" name="Text Box 12">
            <a:extLst>
              <a:ext uri="{FF2B5EF4-FFF2-40B4-BE49-F238E27FC236}">
                <a16:creationId xmlns:a16="http://schemas.microsoft.com/office/drawing/2014/main" id="{4227E6E7-A7A8-B52D-B78A-7557D209693E}"/>
              </a:ext>
            </a:extLst>
          </p:cNvPr>
          <p:cNvSpPr txBox="1">
            <a:spLocks noChangeArrowheads="1"/>
          </p:cNvSpPr>
          <p:nvPr/>
        </p:nvSpPr>
        <p:spPr bwMode="auto">
          <a:xfrm>
            <a:off x="839788" y="2755900"/>
            <a:ext cx="3089275" cy="33655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ja-JP" sz="1600" dirty="0"/>
              <a:t>Block </a:t>
            </a:r>
            <a:r>
              <a:rPr lang="en-US" altLang="ja-JP" sz="1600" dirty="0" err="1"/>
              <a:t>của</a:t>
            </a:r>
            <a:r>
              <a:rPr lang="en-US" altLang="ja-JP" sz="1600" dirty="0"/>
              <a:t> method</a:t>
            </a:r>
          </a:p>
        </p:txBody>
      </p:sp>
      <p:sp>
        <p:nvSpPr>
          <p:cNvPr id="705549" name="Text Box 13">
            <a:extLst>
              <a:ext uri="{FF2B5EF4-FFF2-40B4-BE49-F238E27FC236}">
                <a16:creationId xmlns:a16="http://schemas.microsoft.com/office/drawing/2014/main" id="{BADC9012-7732-4A86-5743-3DE4CBC81F06}"/>
              </a:ext>
            </a:extLst>
          </p:cNvPr>
          <p:cNvSpPr txBox="1">
            <a:spLocks noChangeArrowheads="1"/>
          </p:cNvSpPr>
          <p:nvPr/>
        </p:nvSpPr>
        <p:spPr bwMode="auto">
          <a:xfrm>
            <a:off x="1182688" y="3162300"/>
            <a:ext cx="2689224" cy="33655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ja-JP" sz="1600" b="0" dirty="0"/>
              <a:t>Khai </a:t>
            </a:r>
            <a:r>
              <a:rPr lang="en-US" altLang="ja-JP" sz="1600" b="0" dirty="0" err="1"/>
              <a:t>báo</a:t>
            </a:r>
            <a:r>
              <a:rPr lang="en-US" altLang="ja-JP" sz="1600" b="0" dirty="0"/>
              <a:t> </a:t>
            </a:r>
            <a:r>
              <a:rPr lang="en-US" altLang="ja-JP" sz="1600" b="0" dirty="0" err="1"/>
              <a:t>biến</a:t>
            </a:r>
            <a:r>
              <a:rPr lang="en-US" altLang="ja-JP" sz="1600" b="0" dirty="0"/>
              <a:t> </a:t>
            </a:r>
            <a:r>
              <a:rPr lang="en-US" altLang="ja-JP" sz="1600" b="0" dirty="0" err="1"/>
              <a:t>số</a:t>
            </a:r>
            <a:r>
              <a:rPr lang="en-US" altLang="ja-JP" sz="1600" b="0" dirty="0"/>
              <a:t> A</a:t>
            </a:r>
          </a:p>
        </p:txBody>
      </p:sp>
      <p:sp>
        <p:nvSpPr>
          <p:cNvPr id="705550" name="Rectangle 14">
            <a:extLst>
              <a:ext uri="{FF2B5EF4-FFF2-40B4-BE49-F238E27FC236}">
                <a16:creationId xmlns:a16="http://schemas.microsoft.com/office/drawing/2014/main" id="{61DF5629-8527-D125-BD69-4B192C1077EA}"/>
              </a:ext>
            </a:extLst>
          </p:cNvPr>
          <p:cNvSpPr>
            <a:spLocks noChangeArrowheads="1"/>
          </p:cNvSpPr>
          <p:nvPr/>
        </p:nvSpPr>
        <p:spPr bwMode="auto">
          <a:xfrm>
            <a:off x="1108075" y="3654425"/>
            <a:ext cx="3448050" cy="981075"/>
          </a:xfrm>
          <a:prstGeom prst="rect">
            <a:avLst/>
          </a:prstGeom>
          <a:solidFill>
            <a:schemeClr val="bg1"/>
          </a:solidFill>
          <a:ln w="9525" algn="ctr">
            <a:solidFill>
              <a:schemeClr val="tx1"/>
            </a:solidFill>
            <a:miter lim="800000"/>
            <a:headEnd/>
            <a:tailEnd/>
          </a:ln>
          <a:effectLst>
            <a:outerShdw dist="107763" dir="2700000" algn="ctr" rotWithShape="0">
              <a:schemeClr val="bg2">
                <a:alpha val="50000"/>
              </a:schemeClr>
            </a:outerShdw>
          </a:effectLst>
        </p:spPr>
        <p:txBody>
          <a:bodyPr wrap="none" anchor="ctr"/>
          <a:lstStyle/>
          <a:p>
            <a:endParaRPr lang="ja-JP" altLang="en-US"/>
          </a:p>
        </p:txBody>
      </p:sp>
      <p:sp>
        <p:nvSpPr>
          <p:cNvPr id="705551" name="Text Box 15">
            <a:extLst>
              <a:ext uri="{FF2B5EF4-FFF2-40B4-BE49-F238E27FC236}">
                <a16:creationId xmlns:a16="http://schemas.microsoft.com/office/drawing/2014/main" id="{16A92298-0656-2230-6012-D50086376CB4}"/>
              </a:ext>
            </a:extLst>
          </p:cNvPr>
          <p:cNvSpPr txBox="1">
            <a:spLocks noChangeArrowheads="1"/>
          </p:cNvSpPr>
          <p:nvPr/>
        </p:nvSpPr>
        <p:spPr bwMode="auto">
          <a:xfrm>
            <a:off x="1160463" y="3673475"/>
            <a:ext cx="2982912" cy="30480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400"/>
              <a:t>Block 1 của câu lệnh control.</a:t>
            </a:r>
          </a:p>
        </p:txBody>
      </p:sp>
      <p:sp>
        <p:nvSpPr>
          <p:cNvPr id="705552" name="Text Box 16">
            <a:extLst>
              <a:ext uri="{FF2B5EF4-FFF2-40B4-BE49-F238E27FC236}">
                <a16:creationId xmlns:a16="http://schemas.microsoft.com/office/drawing/2014/main" id="{B844C6F3-7513-1F3E-76C8-6060EACC8FA1}"/>
              </a:ext>
            </a:extLst>
          </p:cNvPr>
          <p:cNvSpPr txBox="1">
            <a:spLocks noChangeArrowheads="1"/>
          </p:cNvSpPr>
          <p:nvPr/>
        </p:nvSpPr>
        <p:spPr bwMode="auto">
          <a:xfrm>
            <a:off x="1463675" y="4029075"/>
            <a:ext cx="2679700" cy="33655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ja-JP" sz="1600" b="0" dirty="0"/>
              <a:t>Khai </a:t>
            </a:r>
            <a:r>
              <a:rPr lang="en-US" altLang="ja-JP" sz="1600" b="0" dirty="0" err="1"/>
              <a:t>báo</a:t>
            </a:r>
            <a:r>
              <a:rPr lang="en-US" altLang="ja-JP" sz="1600" b="0" dirty="0"/>
              <a:t> </a:t>
            </a:r>
            <a:r>
              <a:rPr lang="en-US" altLang="ja-JP" sz="1600" b="0" dirty="0" err="1"/>
              <a:t>biến</a:t>
            </a:r>
            <a:r>
              <a:rPr lang="en-US" altLang="ja-JP" sz="1600" b="0" dirty="0"/>
              <a:t> </a:t>
            </a:r>
            <a:r>
              <a:rPr lang="en-US" altLang="ja-JP" sz="1600" b="0" dirty="0" err="1"/>
              <a:t>số</a:t>
            </a:r>
            <a:r>
              <a:rPr lang="en-US" altLang="ja-JP" sz="1600" b="0" dirty="0"/>
              <a:t> B</a:t>
            </a:r>
          </a:p>
        </p:txBody>
      </p:sp>
      <p:sp>
        <p:nvSpPr>
          <p:cNvPr id="705555" name="Rectangle 19">
            <a:extLst>
              <a:ext uri="{FF2B5EF4-FFF2-40B4-BE49-F238E27FC236}">
                <a16:creationId xmlns:a16="http://schemas.microsoft.com/office/drawing/2014/main" id="{89DF7071-2965-1ECB-97E7-D7055A697625}"/>
              </a:ext>
            </a:extLst>
          </p:cNvPr>
          <p:cNvSpPr>
            <a:spLocks noChangeArrowheads="1"/>
          </p:cNvSpPr>
          <p:nvPr/>
        </p:nvSpPr>
        <p:spPr bwMode="auto">
          <a:xfrm>
            <a:off x="1108075" y="4800600"/>
            <a:ext cx="3463925" cy="946150"/>
          </a:xfrm>
          <a:prstGeom prst="rect">
            <a:avLst/>
          </a:prstGeom>
          <a:solidFill>
            <a:schemeClr val="bg1"/>
          </a:solidFill>
          <a:ln w="9525" algn="ctr">
            <a:solidFill>
              <a:schemeClr val="tx1"/>
            </a:solidFill>
            <a:miter lim="800000"/>
            <a:headEnd/>
            <a:tailEnd/>
          </a:ln>
          <a:effectLst>
            <a:outerShdw dist="107763" dir="2700000" algn="ctr" rotWithShape="0">
              <a:schemeClr val="bg2">
                <a:alpha val="50000"/>
              </a:schemeClr>
            </a:outerShdw>
          </a:effectLst>
        </p:spPr>
        <p:txBody>
          <a:bodyPr wrap="none" anchor="ctr"/>
          <a:lstStyle/>
          <a:p>
            <a:endParaRPr lang="ja-JP" altLang="en-US"/>
          </a:p>
        </p:txBody>
      </p:sp>
      <p:sp>
        <p:nvSpPr>
          <p:cNvPr id="705556" name="Text Box 20">
            <a:extLst>
              <a:ext uri="{FF2B5EF4-FFF2-40B4-BE49-F238E27FC236}">
                <a16:creationId xmlns:a16="http://schemas.microsoft.com/office/drawing/2014/main" id="{08D6D43C-A48D-27C9-44BB-99C20A6F8FD0}"/>
              </a:ext>
            </a:extLst>
          </p:cNvPr>
          <p:cNvSpPr txBox="1">
            <a:spLocks noChangeArrowheads="1"/>
          </p:cNvSpPr>
          <p:nvPr/>
        </p:nvSpPr>
        <p:spPr bwMode="auto">
          <a:xfrm>
            <a:off x="1163638" y="4826000"/>
            <a:ext cx="3030537" cy="30480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400"/>
              <a:t>Block 2 của câu lệnh control.</a:t>
            </a:r>
          </a:p>
        </p:txBody>
      </p:sp>
      <p:sp>
        <p:nvSpPr>
          <p:cNvPr id="705557" name="Text Box 21">
            <a:extLst>
              <a:ext uri="{FF2B5EF4-FFF2-40B4-BE49-F238E27FC236}">
                <a16:creationId xmlns:a16="http://schemas.microsoft.com/office/drawing/2014/main" id="{B4B062CB-7F51-4EB0-0FB4-5F7AB21CE815}"/>
              </a:ext>
            </a:extLst>
          </p:cNvPr>
          <p:cNvSpPr txBox="1">
            <a:spLocks noChangeArrowheads="1"/>
          </p:cNvSpPr>
          <p:nvPr/>
        </p:nvSpPr>
        <p:spPr bwMode="auto">
          <a:xfrm>
            <a:off x="1487488" y="5181600"/>
            <a:ext cx="2095500" cy="33655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600" b="0">
                <a:latin typeface="MS UI Gothic" panose="020B0600070205080204" pitchFamily="50" charset="-128"/>
              </a:rPr>
              <a:t>Khai báo biến số C</a:t>
            </a:r>
          </a:p>
        </p:txBody>
      </p:sp>
      <p:graphicFrame>
        <p:nvGraphicFramePr>
          <p:cNvPr id="705674" name="Group 138">
            <a:extLst>
              <a:ext uri="{FF2B5EF4-FFF2-40B4-BE49-F238E27FC236}">
                <a16:creationId xmlns:a16="http://schemas.microsoft.com/office/drawing/2014/main" id="{5DD104B0-6E9B-7EE1-7C2C-0B225C34F759}"/>
              </a:ext>
            </a:extLst>
          </p:cNvPr>
          <p:cNvGraphicFramePr>
            <a:graphicFrameLocks noGrp="1"/>
          </p:cNvGraphicFramePr>
          <p:nvPr>
            <p:ph sz="quarter" idx="2"/>
          </p:nvPr>
        </p:nvGraphicFramePr>
        <p:xfrm>
          <a:off x="4902200" y="3213100"/>
          <a:ext cx="4140200" cy="2352041"/>
        </p:xfrm>
        <a:graphic>
          <a:graphicData uri="http://schemas.openxmlformats.org/drawingml/2006/table">
            <a:tbl>
              <a:tblPr/>
              <a:tblGrid>
                <a:gridCol w="2159000">
                  <a:extLst>
                    <a:ext uri="{9D8B030D-6E8A-4147-A177-3AD203B41FA5}">
                      <a16:colId xmlns:a16="http://schemas.microsoft.com/office/drawing/2014/main" val="3924753571"/>
                    </a:ext>
                  </a:extLst>
                </a:gridCol>
                <a:gridCol w="660400">
                  <a:extLst>
                    <a:ext uri="{9D8B030D-6E8A-4147-A177-3AD203B41FA5}">
                      <a16:colId xmlns:a16="http://schemas.microsoft.com/office/drawing/2014/main" val="1636432512"/>
                    </a:ext>
                  </a:extLst>
                </a:gridCol>
                <a:gridCol w="660400">
                  <a:extLst>
                    <a:ext uri="{9D8B030D-6E8A-4147-A177-3AD203B41FA5}">
                      <a16:colId xmlns:a16="http://schemas.microsoft.com/office/drawing/2014/main" val="3372841621"/>
                    </a:ext>
                  </a:extLst>
                </a:gridCol>
                <a:gridCol w="660400">
                  <a:extLst>
                    <a:ext uri="{9D8B030D-6E8A-4147-A177-3AD203B41FA5}">
                      <a16:colId xmlns:a16="http://schemas.microsoft.com/office/drawing/2014/main" val="1591188111"/>
                    </a:ext>
                  </a:extLst>
                </a:gridCol>
              </a:tblGrid>
              <a:tr h="385763">
                <a:tc rowSpan="2">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Phạm vi valid</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gridSpan="3">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Biến số</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971402931"/>
                  </a:ext>
                </a:extLst>
              </a:tr>
              <a:tr h="385763">
                <a:tc vMerge="1">
                  <a:txBody>
                    <a:bodyPr/>
                    <a:lstStyle/>
                    <a:p>
                      <a:endParaRPr kumimoji="1" lang="ja-JP" altLang="en-US"/>
                    </a:p>
                  </a:txBody>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1"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1"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1"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3747299189"/>
                  </a:ext>
                </a:extLst>
              </a:tr>
              <a:tr h="727075">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Trong block của method ngoài block của câu lệnh control.</a:t>
                      </a:r>
                    </a:p>
                  </a:txBody>
                  <a:tcPr marL="10800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746283707"/>
                  </a:ext>
                </a:extLst>
              </a:tr>
              <a:tr h="422275">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Trong block 1 của câu lệnh control.</a:t>
                      </a:r>
                    </a:p>
                  </a:txBody>
                  <a:tcPr marL="10800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290996767"/>
                  </a:ext>
                </a:extLst>
              </a:tr>
              <a:tr h="422275">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Trong block 2 của câu lệnh control.</a:t>
                      </a:r>
                    </a:p>
                  </a:txBody>
                  <a:tcPr marL="10800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716700916"/>
                  </a:ext>
                </a:extLst>
              </a:tr>
            </a:tbl>
          </a:graphicData>
        </a:graphic>
      </p:graphicFrame>
      <p:sp>
        <p:nvSpPr>
          <p:cNvPr id="705646" name="AutoShape 110">
            <a:extLst>
              <a:ext uri="{FF2B5EF4-FFF2-40B4-BE49-F238E27FC236}">
                <a16:creationId xmlns:a16="http://schemas.microsoft.com/office/drawing/2014/main" id="{51CD6A0F-AD09-801F-9687-A2C2E3B058DA}"/>
              </a:ext>
            </a:extLst>
          </p:cNvPr>
          <p:cNvSpPr>
            <a:spLocks noChangeArrowheads="1"/>
          </p:cNvSpPr>
          <p:nvPr/>
        </p:nvSpPr>
        <p:spPr bwMode="auto">
          <a:xfrm>
            <a:off x="4254500" y="2705100"/>
            <a:ext cx="1117600" cy="546100"/>
          </a:xfrm>
          <a:prstGeom prst="curvedDownArrow">
            <a:avLst>
              <a:gd name="adj1" fmla="val 40930"/>
              <a:gd name="adj2" fmla="val 81860"/>
              <a:gd name="adj3" fmla="val 33333"/>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F772E5A-ED44-F2E7-D924-D6E27FE67569}"/>
              </a:ext>
            </a:extLst>
          </p:cNvPr>
          <p:cNvSpPr>
            <a:spLocks noGrp="1"/>
          </p:cNvSpPr>
          <p:nvPr>
            <p:ph type="sldNum" sz="quarter" idx="10"/>
          </p:nvPr>
        </p:nvSpPr>
        <p:spPr bwMode="auto">
          <a:xfrm>
            <a:off x="7616825" y="6381750"/>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ja-JP"/>
            </a:defPPr>
            <a:lvl1pPr algn="r" rtl="0" fontAlgn="base">
              <a:spcBef>
                <a:spcPct val="0"/>
              </a:spcBef>
              <a:spcAft>
                <a:spcPct val="0"/>
              </a:spcAft>
              <a:defRPr kumimoji="1" sz="1400" b="0" kern="1200">
                <a:solidFill>
                  <a:schemeClr val="tx1"/>
                </a:solidFill>
                <a:latin typeface="Arial" panose="020B0604020202020204" pitchFamily="34" charset="0"/>
                <a:ea typeface="+mj-ea"/>
                <a:cs typeface="+mn-cs"/>
              </a:defRPr>
            </a:lvl1pPr>
            <a:lvl2pPr marL="457200" algn="l" rtl="0" fontAlgn="base">
              <a:spcBef>
                <a:spcPct val="0"/>
              </a:spcBef>
              <a:spcAft>
                <a:spcPct val="0"/>
              </a:spcAft>
              <a:defRPr kumimoji="1" sz="1000" b="1" kern="1200">
                <a:solidFill>
                  <a:schemeClr val="tx1"/>
                </a:solidFill>
                <a:latin typeface="Arial" panose="020B0604020202020204" pitchFamily="34" charset="0"/>
                <a:ea typeface="MS UI Gothic" panose="020B0600070205080204" pitchFamily="50" charset="-128"/>
                <a:cs typeface="+mn-cs"/>
              </a:defRPr>
            </a:lvl2pPr>
            <a:lvl3pPr marL="914400" algn="l" rtl="0" fontAlgn="base">
              <a:spcBef>
                <a:spcPct val="0"/>
              </a:spcBef>
              <a:spcAft>
                <a:spcPct val="0"/>
              </a:spcAft>
              <a:defRPr kumimoji="1" sz="1000" b="1" kern="1200">
                <a:solidFill>
                  <a:schemeClr val="tx1"/>
                </a:solidFill>
                <a:latin typeface="Arial" panose="020B0604020202020204" pitchFamily="34" charset="0"/>
                <a:ea typeface="MS UI Gothic" panose="020B0600070205080204" pitchFamily="50" charset="-128"/>
                <a:cs typeface="+mn-cs"/>
              </a:defRPr>
            </a:lvl3pPr>
            <a:lvl4pPr marL="1371600" algn="l" rtl="0" fontAlgn="base">
              <a:spcBef>
                <a:spcPct val="0"/>
              </a:spcBef>
              <a:spcAft>
                <a:spcPct val="0"/>
              </a:spcAft>
              <a:defRPr kumimoji="1" sz="1000" b="1" kern="1200">
                <a:solidFill>
                  <a:schemeClr val="tx1"/>
                </a:solidFill>
                <a:latin typeface="Arial" panose="020B0604020202020204" pitchFamily="34" charset="0"/>
                <a:ea typeface="MS UI Gothic" panose="020B0600070205080204" pitchFamily="50" charset="-128"/>
                <a:cs typeface="+mn-cs"/>
              </a:defRPr>
            </a:lvl4pPr>
            <a:lvl5pPr marL="1828800" algn="l" rtl="0" fontAlgn="base">
              <a:spcBef>
                <a:spcPct val="0"/>
              </a:spcBef>
              <a:spcAft>
                <a:spcPct val="0"/>
              </a:spcAft>
              <a:defRPr kumimoji="1" sz="1000" b="1" kern="1200">
                <a:solidFill>
                  <a:schemeClr val="tx1"/>
                </a:solidFill>
                <a:latin typeface="Arial" panose="020B0604020202020204" pitchFamily="34" charset="0"/>
                <a:ea typeface="MS UI Gothic" panose="020B0600070205080204" pitchFamily="50" charset="-128"/>
                <a:cs typeface="+mn-cs"/>
              </a:defRPr>
            </a:lvl5pPr>
            <a:lvl6pPr marL="2286000" algn="l" defTabSz="914400" rtl="0" eaLnBrk="1" latinLnBrk="0" hangingPunct="1">
              <a:defRPr kumimoji="1" sz="1000" b="1" kern="1200">
                <a:solidFill>
                  <a:schemeClr val="tx1"/>
                </a:solidFill>
                <a:latin typeface="Arial" panose="020B0604020202020204" pitchFamily="34" charset="0"/>
                <a:ea typeface="MS UI Gothic" panose="020B0600070205080204" pitchFamily="50" charset="-128"/>
                <a:cs typeface="+mn-cs"/>
              </a:defRPr>
            </a:lvl6pPr>
            <a:lvl7pPr marL="2743200" algn="l" defTabSz="914400" rtl="0" eaLnBrk="1" latinLnBrk="0" hangingPunct="1">
              <a:defRPr kumimoji="1" sz="1000" b="1" kern="1200">
                <a:solidFill>
                  <a:schemeClr val="tx1"/>
                </a:solidFill>
                <a:latin typeface="Arial" panose="020B0604020202020204" pitchFamily="34" charset="0"/>
                <a:ea typeface="MS UI Gothic" panose="020B0600070205080204" pitchFamily="50" charset="-128"/>
                <a:cs typeface="+mn-cs"/>
              </a:defRPr>
            </a:lvl7pPr>
            <a:lvl8pPr marL="3200400" algn="l" defTabSz="914400" rtl="0" eaLnBrk="1" latinLnBrk="0" hangingPunct="1">
              <a:defRPr kumimoji="1" sz="1000" b="1" kern="1200">
                <a:solidFill>
                  <a:schemeClr val="tx1"/>
                </a:solidFill>
                <a:latin typeface="Arial" panose="020B0604020202020204" pitchFamily="34" charset="0"/>
                <a:ea typeface="MS UI Gothic" panose="020B0600070205080204" pitchFamily="50" charset="-128"/>
                <a:cs typeface="+mn-cs"/>
              </a:defRPr>
            </a:lvl8pPr>
            <a:lvl9pPr marL="3657600" algn="l" defTabSz="914400" rtl="0" eaLnBrk="1" latinLnBrk="0" hangingPunct="1">
              <a:defRPr kumimoji="1" sz="1000" b="1" kern="1200">
                <a:solidFill>
                  <a:schemeClr val="tx1"/>
                </a:solidFill>
                <a:latin typeface="Arial" panose="020B0604020202020204" pitchFamily="34" charset="0"/>
                <a:ea typeface="MS UI Gothic" panose="020B0600070205080204" pitchFamily="50" charset="-128"/>
                <a:cs typeface="+mn-cs"/>
              </a:defRPr>
            </a:lvl9pPr>
          </a:lstStyle>
          <a:p>
            <a:fld id="{9526E322-13AA-445D-9723-AC3C54BFD954}" type="slidenum">
              <a:rPr lang="en-US" altLang="ja-JP" smtClean="0"/>
              <a:pPr/>
              <a:t>30</a:t>
            </a:fld>
            <a:endParaRPr lang="en-US" altLang="ja-JP"/>
          </a:p>
        </p:txBody>
      </p:sp>
      <p:sp>
        <p:nvSpPr>
          <p:cNvPr id="256003" name="Text Box 3">
            <a:extLst>
              <a:ext uri="{FF2B5EF4-FFF2-40B4-BE49-F238E27FC236}">
                <a16:creationId xmlns:a16="http://schemas.microsoft.com/office/drawing/2014/main" id="{15F70023-4F35-0015-B6C9-6FAD399B1C19}"/>
              </a:ext>
            </a:extLst>
          </p:cNvPr>
          <p:cNvSpPr txBox="1">
            <a:spLocks noChangeArrowheads="1"/>
          </p:cNvSpPr>
          <p:nvPr/>
        </p:nvSpPr>
        <p:spPr bwMode="auto">
          <a:xfrm>
            <a:off x="990600" y="2336800"/>
            <a:ext cx="8229600" cy="1098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12643" tIns="56322" rIns="112643" bIns="56322">
            <a:spAutoFit/>
          </a:bodyPr>
          <a:lstStyle>
            <a:lvl1pPr defTabSz="1063625">
              <a:defRPr kumimoji="1">
                <a:solidFill>
                  <a:schemeClr val="tx1"/>
                </a:solidFill>
                <a:latin typeface="Arial" panose="020B0604020202020204" pitchFamily="34" charset="0"/>
                <a:ea typeface="ＭＳ Ｐゴシック" panose="020B0600070205080204" pitchFamily="50" charset="-128"/>
              </a:defRPr>
            </a:lvl1pPr>
            <a:lvl2pPr marL="563563" defTabSz="1063625">
              <a:defRPr kumimoji="1">
                <a:solidFill>
                  <a:schemeClr val="tx1"/>
                </a:solidFill>
                <a:latin typeface="Arial" panose="020B0604020202020204" pitchFamily="34" charset="0"/>
                <a:ea typeface="ＭＳ Ｐゴシック" panose="020B0600070205080204" pitchFamily="50" charset="-128"/>
              </a:defRPr>
            </a:lvl2pPr>
            <a:lvl3pPr marL="1125538" defTabSz="1063625">
              <a:defRPr kumimoji="1">
                <a:solidFill>
                  <a:schemeClr val="tx1"/>
                </a:solidFill>
                <a:latin typeface="Arial" panose="020B0604020202020204" pitchFamily="34" charset="0"/>
                <a:ea typeface="ＭＳ Ｐゴシック" panose="020B0600070205080204" pitchFamily="50" charset="-128"/>
              </a:defRPr>
            </a:lvl3pPr>
            <a:lvl4pPr marL="1689100" defTabSz="1063625">
              <a:defRPr kumimoji="1">
                <a:solidFill>
                  <a:schemeClr val="tx1"/>
                </a:solidFill>
                <a:latin typeface="Arial" panose="020B0604020202020204" pitchFamily="34" charset="0"/>
                <a:ea typeface="ＭＳ Ｐゴシック" panose="020B0600070205080204" pitchFamily="50" charset="-128"/>
              </a:defRPr>
            </a:lvl4pPr>
            <a:lvl5pPr marL="2254250" defTabSz="1063625">
              <a:defRPr kumimoji="1">
                <a:solidFill>
                  <a:schemeClr val="tx1"/>
                </a:solidFill>
                <a:latin typeface="Arial" panose="020B0604020202020204" pitchFamily="34" charset="0"/>
                <a:ea typeface="ＭＳ Ｐゴシック" panose="020B0600070205080204" pitchFamily="50" charset="-128"/>
              </a:defRPr>
            </a:lvl5pPr>
            <a:lvl6pPr marL="27114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31686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6258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40830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br>
              <a:rPr lang="en-US" altLang="ja-JP" sz="2000" b="0" dirty="0">
                <a:ea typeface="ヒラギノ明朝 Pro W6" pitchFamily="18" charset="-128"/>
              </a:rPr>
            </a:br>
            <a:r>
              <a:rPr lang="en-US" altLang="ja-JP" sz="4400" b="0" dirty="0" err="1">
                <a:ea typeface="ヒラギノ明朝 Pro W6" pitchFamily="18" charset="-128"/>
              </a:rPr>
              <a:t>Kiểm</a:t>
            </a:r>
            <a:r>
              <a:rPr lang="en-US" altLang="ja-JP" sz="4400" b="0" dirty="0">
                <a:ea typeface="ヒラギノ明朝 Pro W6" pitchFamily="18" charset="-128"/>
              </a:rPr>
              <a:t> </a:t>
            </a:r>
            <a:r>
              <a:rPr lang="en-US" altLang="ja-JP" sz="4400" b="0" dirty="0" err="1">
                <a:ea typeface="ヒラギノ明朝 Pro W6" pitchFamily="18" charset="-128"/>
              </a:rPr>
              <a:t>soát</a:t>
            </a:r>
            <a:r>
              <a:rPr lang="en-US" altLang="ja-JP" sz="4400" b="0" dirty="0">
                <a:ea typeface="ヒラギノ明朝 Pro W6" pitchFamily="18" charset="-128"/>
              </a:rPr>
              <a:t> </a:t>
            </a:r>
            <a:r>
              <a:rPr lang="en-US" altLang="ja-JP" sz="4400" b="0" dirty="0" err="1">
                <a:ea typeface="ヒラギノ明朝 Pro W6" pitchFamily="18" charset="-128"/>
              </a:rPr>
              <a:t>phân</a:t>
            </a:r>
            <a:r>
              <a:rPr lang="en-US" altLang="ja-JP" sz="4400" b="0" dirty="0">
                <a:ea typeface="ヒラギノ明朝 Pro W6" pitchFamily="18" charset="-128"/>
              </a:rPr>
              <a:t> </a:t>
            </a:r>
            <a:r>
              <a:rPr lang="en-US" altLang="ja-JP" sz="4400" b="0" dirty="0" err="1">
                <a:ea typeface="ヒラギノ明朝 Pro W6" pitchFamily="18" charset="-128"/>
              </a:rPr>
              <a:t>nhánh</a:t>
            </a:r>
            <a:r>
              <a:rPr lang="en-US" altLang="ja-JP" sz="4400" b="0" dirty="0">
                <a:ea typeface="ヒラギノ明朝 Pro W6" pitchFamily="18" charset="-128"/>
              </a:rPr>
              <a:t> </a:t>
            </a:r>
            <a:r>
              <a:rPr lang="en-US" altLang="ja-JP" sz="4400" b="0" dirty="0" err="1">
                <a:ea typeface="ヒラギノ明朝 Pro W6" pitchFamily="18" charset="-128"/>
              </a:rPr>
              <a:t>điều</a:t>
            </a:r>
            <a:r>
              <a:rPr lang="en-US" altLang="ja-JP" sz="4400" b="0" dirty="0">
                <a:ea typeface="ヒラギノ明朝 Pro W6" pitchFamily="18" charset="-128"/>
              </a:rPr>
              <a:t> </a:t>
            </a:r>
            <a:r>
              <a:rPr lang="en-US" altLang="ja-JP" sz="4400" b="0" dirty="0" err="1">
                <a:ea typeface="ヒラギノ明朝 Pro W6" pitchFamily="18" charset="-128"/>
              </a:rPr>
              <a:t>kiện</a:t>
            </a:r>
            <a:endParaRPr lang="en-US" altLang="ja-JP" sz="4400" b="0" dirty="0">
              <a:ea typeface="ヒラギノ明朝 Pro W6" pitchFamily="18" charset="-128"/>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445A1636-9526-9511-1519-6DB0818C7E6B}"/>
              </a:ext>
            </a:extLst>
          </p:cNvPr>
          <p:cNvSpPr>
            <a:spLocks noGrp="1"/>
          </p:cNvSpPr>
          <p:nvPr>
            <p:ph type="sldNum" sz="quarter" idx="10"/>
          </p:nvPr>
        </p:nvSpPr>
        <p:spPr/>
        <p:txBody>
          <a:bodyPr/>
          <a:lstStyle/>
          <a:p>
            <a:fld id="{E1B02AB7-8126-4B53-A43E-3B190287E97E}" type="slidenum">
              <a:rPr lang="en-US" altLang="ja-JP"/>
              <a:pPr/>
              <a:t>31</a:t>
            </a:fld>
            <a:endParaRPr lang="en-US" altLang="ja-JP"/>
          </a:p>
        </p:txBody>
      </p:sp>
      <p:sp>
        <p:nvSpPr>
          <p:cNvPr id="688130" name="Rectangle 2">
            <a:extLst>
              <a:ext uri="{FF2B5EF4-FFF2-40B4-BE49-F238E27FC236}">
                <a16:creationId xmlns:a16="http://schemas.microsoft.com/office/drawing/2014/main" id="{D572EAE5-E770-0DEE-2F89-583FF7085194}"/>
              </a:ext>
            </a:extLst>
          </p:cNvPr>
          <p:cNvSpPr>
            <a:spLocks noGrp="1" noChangeArrowheads="1"/>
          </p:cNvSpPr>
          <p:nvPr>
            <p:ph type="title"/>
          </p:nvPr>
        </p:nvSpPr>
        <p:spPr>
          <a:xfrm>
            <a:off x="344487" y="311151"/>
            <a:ext cx="9217025" cy="490537"/>
          </a:xfrm>
        </p:spPr>
        <p:txBody>
          <a:bodyPr>
            <a:normAutofit fontScale="90000"/>
          </a:bodyPr>
          <a:lstStyle/>
          <a:p>
            <a:r>
              <a:rPr lang="en-US" altLang="en-US" dirty="0" err="1">
                <a:latin typeface="Arial" panose="020B0604020202020204" pitchFamily="34" charset="0"/>
                <a:ea typeface="MS UI Gothic" panose="020B0600070205080204" pitchFamily="50" charset="-128"/>
              </a:rPr>
              <a:t>Kiểm</a:t>
            </a:r>
            <a:r>
              <a:rPr lang="en-US" altLang="en-US" dirty="0">
                <a:latin typeface="Arial" panose="020B0604020202020204" pitchFamily="34" charset="0"/>
                <a:ea typeface="MS UI Gothic" panose="020B0600070205080204" pitchFamily="50" charset="-128"/>
              </a:rPr>
              <a:t> </a:t>
            </a:r>
            <a:r>
              <a:rPr lang="en-US" altLang="en-US" dirty="0" err="1">
                <a:latin typeface="Arial" panose="020B0604020202020204" pitchFamily="34" charset="0"/>
                <a:ea typeface="MS UI Gothic" panose="020B0600070205080204" pitchFamily="50" charset="-128"/>
              </a:rPr>
              <a:t>soát</a:t>
            </a:r>
            <a:r>
              <a:rPr lang="en-US" altLang="en-US" dirty="0">
                <a:latin typeface="Arial" panose="020B0604020202020204" pitchFamily="34" charset="0"/>
                <a:ea typeface="MS UI Gothic" panose="020B0600070205080204" pitchFamily="50" charset="-128"/>
              </a:rPr>
              <a:t> </a:t>
            </a:r>
            <a:r>
              <a:rPr lang="en-US" altLang="en-US" dirty="0" err="1">
                <a:latin typeface="Arial" panose="020B0604020202020204" pitchFamily="34" charset="0"/>
                <a:ea typeface="MS UI Gothic" panose="020B0600070205080204" pitchFamily="50" charset="-128"/>
              </a:rPr>
              <a:t>phân</a:t>
            </a:r>
            <a:r>
              <a:rPr lang="en-US" altLang="en-US" dirty="0">
                <a:latin typeface="Arial" panose="020B0604020202020204" pitchFamily="34" charset="0"/>
                <a:ea typeface="MS UI Gothic" panose="020B0600070205080204" pitchFamily="50" charset="-128"/>
              </a:rPr>
              <a:t> </a:t>
            </a:r>
            <a:r>
              <a:rPr lang="en-US" altLang="en-US" dirty="0" err="1">
                <a:latin typeface="Arial" panose="020B0604020202020204" pitchFamily="34" charset="0"/>
                <a:ea typeface="MS UI Gothic" panose="020B0600070205080204" pitchFamily="50" charset="-128"/>
              </a:rPr>
              <a:t>nhánh</a:t>
            </a:r>
            <a:r>
              <a:rPr lang="en-US" altLang="en-US" dirty="0">
                <a:latin typeface="Arial" panose="020B0604020202020204" pitchFamily="34" charset="0"/>
                <a:ea typeface="MS UI Gothic" panose="020B0600070205080204" pitchFamily="50" charset="-128"/>
              </a:rPr>
              <a:t> </a:t>
            </a:r>
            <a:r>
              <a:rPr lang="en-US" altLang="en-US" dirty="0" err="1">
                <a:latin typeface="Arial" panose="020B0604020202020204" pitchFamily="34" charset="0"/>
                <a:ea typeface="MS UI Gothic" panose="020B0600070205080204" pitchFamily="50" charset="-128"/>
              </a:rPr>
              <a:t>điều</a:t>
            </a:r>
            <a:r>
              <a:rPr lang="en-US" altLang="en-US" dirty="0">
                <a:latin typeface="Arial" panose="020B0604020202020204" pitchFamily="34" charset="0"/>
                <a:ea typeface="MS UI Gothic" panose="020B0600070205080204" pitchFamily="50" charset="-128"/>
              </a:rPr>
              <a:t> </a:t>
            </a:r>
            <a:r>
              <a:rPr lang="en-US" altLang="en-US" dirty="0" err="1">
                <a:latin typeface="Arial" panose="020B0604020202020204" pitchFamily="34" charset="0"/>
                <a:ea typeface="MS UI Gothic" panose="020B0600070205080204" pitchFamily="50" charset="-128"/>
              </a:rPr>
              <a:t>kiện</a:t>
            </a:r>
            <a:r>
              <a:rPr lang="en-US" altLang="en-US" dirty="0">
                <a:latin typeface="Arial" panose="020B0604020202020204" pitchFamily="34" charset="0"/>
                <a:ea typeface="MS UI Gothic" panose="020B0600070205080204" pitchFamily="50" charset="-128"/>
              </a:rPr>
              <a:t> </a:t>
            </a:r>
            <a:r>
              <a:rPr lang="en-US" altLang="en-US" dirty="0" err="1">
                <a:latin typeface="Arial" panose="020B0604020202020204" pitchFamily="34" charset="0"/>
                <a:ea typeface="MS UI Gothic" panose="020B0600070205080204" pitchFamily="50" charset="-128"/>
              </a:rPr>
              <a:t>là</a:t>
            </a:r>
            <a:r>
              <a:rPr lang="en-US" altLang="en-US" dirty="0">
                <a:latin typeface="Arial" panose="020B0604020202020204" pitchFamily="34" charset="0"/>
                <a:ea typeface="MS UI Gothic" panose="020B0600070205080204" pitchFamily="50" charset="-128"/>
              </a:rPr>
              <a:t> </a:t>
            </a:r>
            <a:r>
              <a:rPr lang="en-US" altLang="en-US" dirty="0" err="1">
                <a:latin typeface="Arial" panose="020B0604020202020204" pitchFamily="34" charset="0"/>
                <a:ea typeface="MS UI Gothic" panose="020B0600070205080204" pitchFamily="50" charset="-128"/>
              </a:rPr>
              <a:t>gì</a:t>
            </a:r>
            <a:endParaRPr lang="en-US" altLang="ja-JP" dirty="0">
              <a:latin typeface="Arial" panose="020B0604020202020204" pitchFamily="34" charset="0"/>
              <a:ea typeface="MS UI Gothic" panose="020B0600070205080204" pitchFamily="50" charset="-128"/>
            </a:endParaRPr>
          </a:p>
        </p:txBody>
      </p:sp>
      <p:sp>
        <p:nvSpPr>
          <p:cNvPr id="688131" name="Rectangle 3">
            <a:extLst>
              <a:ext uri="{FF2B5EF4-FFF2-40B4-BE49-F238E27FC236}">
                <a16:creationId xmlns:a16="http://schemas.microsoft.com/office/drawing/2014/main" id="{3D76AB1D-EDC0-B369-4B44-96A1D7FF7C25}"/>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688132" name="Rectangle 4">
            <a:extLst>
              <a:ext uri="{FF2B5EF4-FFF2-40B4-BE49-F238E27FC236}">
                <a16:creationId xmlns:a16="http://schemas.microsoft.com/office/drawing/2014/main" id="{9C9AF6CC-86B7-09F2-C787-E144CABBA08E}"/>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Kiểm soát phân nhánh điều kiện là</a:t>
            </a:r>
          </a:p>
          <a:p>
            <a:endParaRPr lang="en-US" altLang="ja-JP" sz="2400" b="0">
              <a:latin typeface="Arial" panose="020B0604020202020204" pitchFamily="34" charset="0"/>
            </a:endParaRPr>
          </a:p>
          <a:p>
            <a:endParaRPr lang="en-US" altLang="ja-JP" sz="2400" b="0">
              <a:latin typeface="Arial" panose="020B0604020202020204" pitchFamily="34" charset="0"/>
            </a:endParaRPr>
          </a:p>
          <a:p>
            <a:r>
              <a:rPr lang="en-US" altLang="ja-JP" sz="2400" b="0">
                <a:latin typeface="Arial" panose="020B0604020202020204" pitchFamily="34" charset="0"/>
              </a:rPr>
              <a:t>Câu lệnh kiểm soát của phân nhánh điều kiện</a:t>
            </a:r>
          </a:p>
        </p:txBody>
      </p:sp>
      <p:sp>
        <p:nvSpPr>
          <p:cNvPr id="688133" name="Rectangle 5">
            <a:extLst>
              <a:ext uri="{FF2B5EF4-FFF2-40B4-BE49-F238E27FC236}">
                <a16:creationId xmlns:a16="http://schemas.microsoft.com/office/drawing/2014/main" id="{588F7380-5619-2F87-4F92-88F5370937A7}"/>
              </a:ext>
            </a:extLst>
          </p:cNvPr>
          <p:cNvSpPr>
            <a:spLocks noChangeArrowheads="1"/>
          </p:cNvSpPr>
          <p:nvPr/>
        </p:nvSpPr>
        <p:spPr bwMode="auto">
          <a:xfrm>
            <a:off x="344488" y="1312863"/>
            <a:ext cx="9120187" cy="528637"/>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a:latin typeface="Arial" panose="020B0604020202020204" pitchFamily="34" charset="0"/>
              </a:rPr>
              <a:t>Suy nghĩ chu trình xử lý theo điều kiện</a:t>
            </a:r>
          </a:p>
        </p:txBody>
      </p:sp>
      <p:sp>
        <p:nvSpPr>
          <p:cNvPr id="688135" name="Rectangle 7">
            <a:extLst>
              <a:ext uri="{FF2B5EF4-FFF2-40B4-BE49-F238E27FC236}">
                <a16:creationId xmlns:a16="http://schemas.microsoft.com/office/drawing/2014/main" id="{EA4891AA-C9B7-5A12-C6FE-6EA73EFAEFDC}"/>
              </a:ext>
            </a:extLst>
          </p:cNvPr>
          <p:cNvSpPr>
            <a:spLocks noChangeArrowheads="1"/>
          </p:cNvSpPr>
          <p:nvPr/>
        </p:nvSpPr>
        <p:spPr bwMode="auto">
          <a:xfrm>
            <a:off x="344488" y="24638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●Câu lệnh </a:t>
            </a:r>
            <a:r>
              <a:rPr lang="en-US" altLang="ja-JP" sz="2000" b="0">
                <a:latin typeface="Arial" panose="020B0604020202020204" pitchFamily="34" charset="0"/>
                <a:ea typeface="ＭＳ ゴシック" panose="020B0609070205080204" pitchFamily="49" charset="-128"/>
              </a:rPr>
              <a:t>if</a:t>
            </a:r>
            <a:br>
              <a:rPr lang="en-US" altLang="ja-JP" sz="2000" b="0">
                <a:latin typeface="Arial" panose="020B0604020202020204" pitchFamily="34" charset="0"/>
              </a:rPr>
            </a:br>
            <a:endParaRPr lang="en-US" altLang="ja-JP" sz="2000" b="0">
              <a:latin typeface="Arial" panose="020B0604020202020204" pitchFamily="34" charset="0"/>
            </a:endParaRPr>
          </a:p>
          <a:p>
            <a:pPr>
              <a:spcBef>
                <a:spcPct val="50000"/>
              </a:spcBef>
              <a:buFont typeface="Wingdings" panose="05000000000000000000" pitchFamily="2" charset="2"/>
              <a:buNone/>
            </a:pPr>
            <a:endParaRPr lang="en-US" altLang="ja-JP" sz="2000" b="0">
              <a:latin typeface="Arial" panose="020B0604020202020204" pitchFamily="34" charset="0"/>
            </a:endParaRPr>
          </a:p>
          <a:p>
            <a:pPr>
              <a:spcBef>
                <a:spcPct val="50000"/>
              </a:spcBef>
              <a:buFont typeface="Wingdings" panose="05000000000000000000" pitchFamily="2" charset="2"/>
              <a:buNone/>
            </a:pPr>
            <a:r>
              <a:rPr lang="ja-JP" altLang="en-US" sz="2000" b="0">
                <a:latin typeface="Arial" panose="020B0604020202020204" pitchFamily="34" charset="0"/>
                <a:ea typeface="ＭＳ ゴシック" panose="020B0609070205080204" pitchFamily="49" charset="-128"/>
              </a:rPr>
              <a:t>　　・</a:t>
            </a:r>
            <a:r>
              <a:rPr lang="en-US" altLang="ja-JP" sz="2000" b="0">
                <a:latin typeface="Arial" panose="020B0604020202020204" pitchFamily="34" charset="0"/>
                <a:ea typeface="ＭＳ ゴシック" panose="020B0609070205080204" pitchFamily="49" charset="-128"/>
              </a:rPr>
              <a:t>Câu lệnh if</a:t>
            </a:r>
          </a:p>
          <a:p>
            <a:pPr>
              <a:spcBef>
                <a:spcPct val="50000"/>
              </a:spcBef>
              <a:buFont typeface="Wingdings" panose="05000000000000000000" pitchFamily="2" charset="2"/>
              <a:buNone/>
            </a:pPr>
            <a:r>
              <a:rPr lang="ja-JP" altLang="en-US" sz="2000" b="0">
                <a:latin typeface="Arial" panose="020B0604020202020204" pitchFamily="34" charset="0"/>
                <a:ea typeface="ＭＳ ゴシック" panose="020B0609070205080204" pitchFamily="49" charset="-128"/>
              </a:rPr>
              <a:t>　　・</a:t>
            </a:r>
            <a:r>
              <a:rPr lang="en-US" altLang="ja-JP" sz="2000" b="0">
                <a:latin typeface="Arial" panose="020B0604020202020204" pitchFamily="34" charset="0"/>
                <a:ea typeface="ＭＳ ゴシック" panose="020B0609070205080204" pitchFamily="49" charset="-128"/>
              </a:rPr>
              <a:t>Câu lệnh if-else</a:t>
            </a:r>
          </a:p>
          <a:p>
            <a:pPr>
              <a:spcBef>
                <a:spcPct val="50000"/>
              </a:spcBef>
              <a:buFont typeface="Wingdings" panose="05000000000000000000" pitchFamily="2" charset="2"/>
              <a:buNone/>
            </a:pPr>
            <a:r>
              <a:rPr lang="ja-JP" altLang="en-US" sz="2000" b="0">
                <a:latin typeface="Arial" panose="020B0604020202020204" pitchFamily="34" charset="0"/>
                <a:ea typeface="ＭＳ ゴシック" panose="020B0609070205080204" pitchFamily="49" charset="-128"/>
              </a:rPr>
              <a:t>　　・</a:t>
            </a:r>
            <a:r>
              <a:rPr lang="en-US" altLang="ja-JP" sz="2000" b="0">
                <a:latin typeface="Arial" panose="020B0604020202020204" pitchFamily="34" charset="0"/>
                <a:ea typeface="ＭＳ ゴシック" panose="020B0609070205080204" pitchFamily="49" charset="-128"/>
              </a:rPr>
              <a:t>Câu lệnh </a:t>
            </a:r>
            <a:r>
              <a:rPr lang="en-US" altLang="en-US" sz="2000" b="0">
                <a:latin typeface="Arial" panose="020B0604020202020204" pitchFamily="34" charset="0"/>
                <a:ea typeface="ＭＳ ゴシック" panose="020B0609070205080204" pitchFamily="49" charset="-128"/>
              </a:rPr>
              <a:t>if-else if-else</a:t>
            </a:r>
            <a:endParaRPr lang="en-US" altLang="ja-JP" sz="2000" b="0">
              <a:latin typeface="Arial" panose="020B0604020202020204" pitchFamily="34" charset="0"/>
              <a:ea typeface="ＭＳ ゴシック" panose="020B0609070205080204" pitchFamily="49" charset="-128"/>
            </a:endParaRPr>
          </a:p>
          <a:p>
            <a:pPr>
              <a:spcBef>
                <a:spcPct val="50000"/>
              </a:spcBef>
              <a:buFont typeface="Wingdings" panose="05000000000000000000" pitchFamily="2" charset="2"/>
              <a:buNone/>
            </a:pPr>
            <a:r>
              <a:rPr lang="en-US" altLang="ja-JP" sz="2000" b="0">
                <a:latin typeface="Arial" panose="020B0604020202020204" pitchFamily="34" charset="0"/>
              </a:rPr>
              <a:t>●Câu lệnh </a:t>
            </a:r>
            <a:r>
              <a:rPr lang="en-US" altLang="ja-JP" sz="2000" b="0">
                <a:latin typeface="Arial" panose="020B0604020202020204" pitchFamily="34" charset="0"/>
                <a:ea typeface="ＭＳ ゴシック" panose="020B0609070205080204" pitchFamily="49" charset="-128"/>
              </a:rPr>
              <a:t>switch</a:t>
            </a:r>
            <a:endParaRPr lang="en-US" altLang="ja-JP" sz="2000" b="0">
              <a:latin typeface="Arial" panose="020B0604020202020204" pitchFamily="34" charset="0"/>
            </a:endParaRPr>
          </a:p>
          <a:p>
            <a:pPr>
              <a:spcBef>
                <a:spcPct val="50000"/>
              </a:spcBef>
              <a:buFont typeface="Wingdings" panose="05000000000000000000" pitchFamily="2" charset="2"/>
              <a:buNone/>
            </a:pPr>
            <a:endParaRPr lang="en-US" altLang="ja-JP" sz="2000" b="0">
              <a:latin typeface="Arial" panose="020B0604020202020204" pitchFamily="34" charset="0"/>
            </a:endParaRPr>
          </a:p>
          <a:p>
            <a:pPr>
              <a:spcBef>
                <a:spcPct val="50000"/>
              </a:spcBef>
              <a:buFont typeface="Wingdings" panose="05000000000000000000" pitchFamily="2" charset="2"/>
              <a:buNone/>
            </a:pPr>
            <a:endParaRPr lang="en-US" altLang="ja-JP" sz="2000" b="0">
              <a:latin typeface="Arial" panose="020B0604020202020204" pitchFamily="34" charset="0"/>
            </a:endParaRPr>
          </a:p>
          <a:p>
            <a:pPr>
              <a:spcBef>
                <a:spcPct val="50000"/>
              </a:spcBef>
              <a:buFont typeface="Wingdings" panose="05000000000000000000" pitchFamily="2" charset="2"/>
              <a:buNone/>
            </a:pPr>
            <a:endParaRPr lang="en-US" altLang="ja-JP" sz="2000" b="0">
              <a:latin typeface="Arial" panose="020B0604020202020204" pitchFamily="34" charset="0"/>
            </a:endParaRPr>
          </a:p>
        </p:txBody>
      </p:sp>
      <p:sp>
        <p:nvSpPr>
          <p:cNvPr id="688140" name="AutoShape 12">
            <a:extLst>
              <a:ext uri="{FF2B5EF4-FFF2-40B4-BE49-F238E27FC236}">
                <a16:creationId xmlns:a16="http://schemas.microsoft.com/office/drawing/2014/main" id="{E6A67483-4DE7-6EF9-C4AE-E057473ECFBB}"/>
              </a:ext>
            </a:extLst>
          </p:cNvPr>
          <p:cNvSpPr>
            <a:spLocks noChangeArrowheads="1"/>
          </p:cNvSpPr>
          <p:nvPr/>
        </p:nvSpPr>
        <p:spPr bwMode="auto">
          <a:xfrm>
            <a:off x="5356225" y="965200"/>
            <a:ext cx="4111625" cy="503238"/>
          </a:xfrm>
          <a:prstGeom prst="wedgeRoundRectCallout">
            <a:avLst>
              <a:gd name="adj1" fmla="val -39921"/>
              <a:gd name="adj2" fmla="val 91009"/>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err="1">
                <a:latin typeface="+mj-lt"/>
              </a:rPr>
              <a:t>Câu</a:t>
            </a:r>
            <a:r>
              <a:rPr lang="en-US" altLang="ja-JP" sz="1800" dirty="0">
                <a:latin typeface="+mj-lt"/>
              </a:rPr>
              <a:t> </a:t>
            </a:r>
            <a:r>
              <a:rPr lang="en-US" altLang="ja-JP" sz="1800" dirty="0" err="1">
                <a:latin typeface="+mj-lt"/>
              </a:rPr>
              <a:t>lệnh</a:t>
            </a:r>
            <a:r>
              <a:rPr lang="en-US" altLang="ja-JP" sz="1800" dirty="0">
                <a:latin typeface="+mj-lt"/>
              </a:rPr>
              <a:t> </a:t>
            </a:r>
            <a:r>
              <a:rPr lang="en-US" altLang="ja-JP" sz="1800" dirty="0" err="1">
                <a:latin typeface="+mj-lt"/>
              </a:rPr>
              <a:t>kiểm</a:t>
            </a:r>
            <a:r>
              <a:rPr lang="en-US" altLang="ja-JP" sz="1800" dirty="0">
                <a:latin typeface="+mj-lt"/>
              </a:rPr>
              <a:t> </a:t>
            </a:r>
            <a:r>
              <a:rPr lang="en-US" altLang="ja-JP" sz="1800" dirty="0" err="1">
                <a:latin typeface="+mj-lt"/>
              </a:rPr>
              <a:t>soát</a:t>
            </a:r>
            <a:r>
              <a:rPr lang="en-US" altLang="ja-JP" sz="1800" dirty="0">
                <a:latin typeface="+mj-lt"/>
              </a:rPr>
              <a:t> </a:t>
            </a:r>
            <a:r>
              <a:rPr lang="en-US" altLang="ja-JP" sz="1800" dirty="0" err="1">
                <a:latin typeface="+mj-lt"/>
              </a:rPr>
              <a:t>sẽ</a:t>
            </a:r>
            <a:r>
              <a:rPr lang="en-US" altLang="ja-JP" sz="1800" dirty="0">
                <a:latin typeface="+mj-lt"/>
              </a:rPr>
              <a:t> </a:t>
            </a:r>
            <a:r>
              <a:rPr lang="en-US" altLang="ja-JP" sz="1800" dirty="0" err="1">
                <a:latin typeface="+mj-lt"/>
              </a:rPr>
              <a:t>mô</a:t>
            </a:r>
            <a:r>
              <a:rPr lang="en-US" altLang="ja-JP" sz="1800" dirty="0">
                <a:latin typeface="+mj-lt"/>
              </a:rPr>
              <a:t> </a:t>
            </a:r>
            <a:r>
              <a:rPr lang="en-US" altLang="ja-JP" sz="1800" dirty="0" err="1">
                <a:latin typeface="+mj-lt"/>
              </a:rPr>
              <a:t>tả</a:t>
            </a:r>
            <a:r>
              <a:rPr lang="en-US" altLang="ja-JP" sz="1800" dirty="0">
                <a:latin typeface="+mj-lt"/>
              </a:rPr>
              <a:t> </a:t>
            </a:r>
            <a:r>
              <a:rPr lang="en-US" altLang="ja-JP" sz="1800" dirty="0" err="1">
                <a:latin typeface="+mj-lt"/>
              </a:rPr>
              <a:t>trong</a:t>
            </a:r>
            <a:r>
              <a:rPr lang="en-US" altLang="ja-JP" sz="1800" dirty="0">
                <a:latin typeface="+mj-lt"/>
              </a:rPr>
              <a:t> method</a:t>
            </a:r>
          </a:p>
        </p:txBody>
      </p:sp>
      <p:sp>
        <p:nvSpPr>
          <p:cNvPr id="688203" name="Rectangle 75">
            <a:extLst>
              <a:ext uri="{FF2B5EF4-FFF2-40B4-BE49-F238E27FC236}">
                <a16:creationId xmlns:a16="http://schemas.microsoft.com/office/drawing/2014/main" id="{EBFEDAEB-64A3-3ED3-EDCD-E10CA2F4074F}"/>
              </a:ext>
            </a:extLst>
          </p:cNvPr>
          <p:cNvSpPr>
            <a:spLocks noChangeArrowheads="1"/>
          </p:cNvSpPr>
          <p:nvPr/>
        </p:nvSpPr>
        <p:spPr bwMode="auto">
          <a:xfrm>
            <a:off x="344488" y="2963863"/>
            <a:ext cx="9120187" cy="528637"/>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a:latin typeface="Arial" panose="020B0604020202020204" pitchFamily="34" charset="0"/>
              </a:rPr>
              <a:t>Có thể chỉ định biểu thức điều kiện của số tùy ý, và phân nhánh xử lý theo biểu thức điều kiện</a:t>
            </a:r>
          </a:p>
        </p:txBody>
      </p:sp>
      <p:sp>
        <p:nvSpPr>
          <p:cNvPr id="688204" name="Rectangle 76">
            <a:extLst>
              <a:ext uri="{FF2B5EF4-FFF2-40B4-BE49-F238E27FC236}">
                <a16:creationId xmlns:a16="http://schemas.microsoft.com/office/drawing/2014/main" id="{419CE45E-6AB9-4EA2-9484-00810FBDF353}"/>
              </a:ext>
            </a:extLst>
          </p:cNvPr>
          <p:cNvSpPr>
            <a:spLocks noChangeArrowheads="1"/>
          </p:cNvSpPr>
          <p:nvPr/>
        </p:nvSpPr>
        <p:spPr bwMode="auto">
          <a:xfrm>
            <a:off x="344488" y="5580063"/>
            <a:ext cx="9120187" cy="528637"/>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a:latin typeface="Arial" panose="020B0604020202020204" pitchFamily="34" charset="0"/>
              </a:rPr>
              <a:t>Phân nhánh xử lý theo giá trị của kết quả đánh giá của một biểu thức điều kiện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AD73D25A-8C01-3CAF-1499-043DB4FCF34C}"/>
              </a:ext>
            </a:extLst>
          </p:cNvPr>
          <p:cNvSpPr>
            <a:spLocks noGrp="1"/>
          </p:cNvSpPr>
          <p:nvPr>
            <p:ph type="sldNum" sz="quarter" idx="10"/>
          </p:nvPr>
        </p:nvSpPr>
        <p:spPr/>
        <p:txBody>
          <a:bodyPr/>
          <a:lstStyle/>
          <a:p>
            <a:fld id="{9B0329B3-844C-47FE-ABEB-FDC7E9A1144D}" type="slidenum">
              <a:rPr lang="en-US" altLang="ja-JP"/>
              <a:pPr/>
              <a:t>32</a:t>
            </a:fld>
            <a:endParaRPr lang="en-US" altLang="ja-JP"/>
          </a:p>
        </p:txBody>
      </p:sp>
      <p:sp>
        <p:nvSpPr>
          <p:cNvPr id="709634" name="Rectangle 2">
            <a:extLst>
              <a:ext uri="{FF2B5EF4-FFF2-40B4-BE49-F238E27FC236}">
                <a16:creationId xmlns:a16="http://schemas.microsoft.com/office/drawing/2014/main" id="{B6F77C9B-AE51-BABC-7968-26CE3140DD05}"/>
              </a:ext>
            </a:extLst>
          </p:cNvPr>
          <p:cNvSpPr>
            <a:spLocks noGrp="1" noChangeArrowheads="1"/>
          </p:cNvSpPr>
          <p:nvPr>
            <p:ph type="title"/>
          </p:nvPr>
        </p:nvSpPr>
        <p:spPr>
          <a:xfrm>
            <a:off x="362595" y="351632"/>
            <a:ext cx="9217025" cy="490537"/>
          </a:xfrm>
        </p:spPr>
        <p:txBody>
          <a:bodyPr>
            <a:normAutofit fontScale="90000"/>
          </a:bodyPr>
          <a:lstStyle/>
          <a:p>
            <a:r>
              <a:rPr lang="en-US" altLang="ja-JP" dirty="0" err="1">
                <a:latin typeface="+mj-lt"/>
                <a:ea typeface="MS UI Gothic" panose="020B0600070205080204" pitchFamily="50" charset="-128"/>
              </a:rPr>
              <a:t>Câu</a:t>
            </a:r>
            <a:r>
              <a:rPr lang="en-US" altLang="ja-JP" dirty="0">
                <a:latin typeface="+mj-lt"/>
                <a:ea typeface="MS UI Gothic" panose="020B0600070205080204" pitchFamily="50" charset="-128"/>
              </a:rPr>
              <a:t> </a:t>
            </a:r>
            <a:r>
              <a:rPr lang="en-US" altLang="ja-JP" dirty="0" err="1">
                <a:latin typeface="+mj-lt"/>
                <a:ea typeface="MS UI Gothic" panose="020B0600070205080204" pitchFamily="50" charset="-128"/>
              </a:rPr>
              <a:t>lệnh</a:t>
            </a:r>
            <a:r>
              <a:rPr lang="en-US" altLang="ja-JP" dirty="0">
                <a:latin typeface="+mj-lt"/>
                <a:ea typeface="MS UI Gothic" panose="020B0600070205080204" pitchFamily="50" charset="-128"/>
              </a:rPr>
              <a:t> </a:t>
            </a:r>
            <a:r>
              <a:rPr lang="en-US" altLang="ja-JP" dirty="0">
                <a:latin typeface="+mj-lt"/>
                <a:ea typeface="ＭＳ ゴシック" panose="020B0609070205080204" pitchFamily="49" charset="-128"/>
              </a:rPr>
              <a:t>if</a:t>
            </a:r>
            <a:endParaRPr lang="en-US" altLang="ja-JP" dirty="0">
              <a:latin typeface="+mj-lt"/>
              <a:ea typeface="MS UI Gothic" panose="020B0600070205080204" pitchFamily="50" charset="-128"/>
            </a:endParaRPr>
          </a:p>
        </p:txBody>
      </p:sp>
      <p:sp>
        <p:nvSpPr>
          <p:cNvPr id="709635" name="Rectangle 3">
            <a:extLst>
              <a:ext uri="{FF2B5EF4-FFF2-40B4-BE49-F238E27FC236}">
                <a16:creationId xmlns:a16="http://schemas.microsoft.com/office/drawing/2014/main" id="{F8AAB527-B69F-890A-5932-30A8B58382D2}"/>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709636" name="Rectangle 4">
            <a:extLst>
              <a:ext uri="{FF2B5EF4-FFF2-40B4-BE49-F238E27FC236}">
                <a16:creationId xmlns:a16="http://schemas.microsoft.com/office/drawing/2014/main" id="{A5DE85AA-216B-7398-D71D-6990C621C214}"/>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ea typeface="ＭＳ ゴシック" panose="020B0609070205080204" pitchFamily="49" charset="-128"/>
              </a:rPr>
              <a:t>Câu lệnh if</a:t>
            </a:r>
            <a:endParaRPr lang="en-US" altLang="ja-JP" sz="2400" b="0">
              <a:latin typeface="Arial" panose="020B0604020202020204" pitchFamily="34" charset="0"/>
            </a:endParaRPr>
          </a:p>
          <a:p>
            <a:pPr>
              <a:spcBef>
                <a:spcPct val="50000"/>
              </a:spcBef>
              <a:buFont typeface="Wingdings" panose="05000000000000000000" pitchFamily="2" charset="2"/>
              <a:buNone/>
            </a:pPr>
            <a:r>
              <a:rPr lang="en-US" altLang="ja-JP" sz="2000" b="0">
                <a:latin typeface="Arial" panose="020B0604020202020204" pitchFamily="34" charset="0"/>
              </a:rPr>
              <a:t>●Cú pháp cơ bản</a:t>
            </a:r>
            <a:endParaRPr lang="en-US" altLang="ja-JP" sz="2400" b="0">
              <a:latin typeface="Arial" panose="020B0604020202020204" pitchFamily="34" charset="0"/>
            </a:endParaRPr>
          </a:p>
          <a:p>
            <a:pPr lvl="1"/>
            <a:endParaRPr lang="en-US" altLang="ja-JP" sz="2400" b="0">
              <a:latin typeface="Arial" panose="020B0604020202020204" pitchFamily="34" charset="0"/>
            </a:endParaRPr>
          </a:p>
        </p:txBody>
      </p:sp>
      <p:sp>
        <p:nvSpPr>
          <p:cNvPr id="709637" name="Text Box 5">
            <a:extLst>
              <a:ext uri="{FF2B5EF4-FFF2-40B4-BE49-F238E27FC236}">
                <a16:creationId xmlns:a16="http://schemas.microsoft.com/office/drawing/2014/main" id="{1AA38B4B-1851-3E0F-B543-27DCF221AC3B}"/>
              </a:ext>
            </a:extLst>
          </p:cNvPr>
          <p:cNvSpPr txBox="1">
            <a:spLocks noChangeArrowheads="1"/>
          </p:cNvSpPr>
          <p:nvPr/>
        </p:nvSpPr>
        <p:spPr bwMode="auto">
          <a:xfrm>
            <a:off x="344488" y="1751013"/>
            <a:ext cx="9120187" cy="1276350"/>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en-US" altLang="ja-JP" sz="2000">
                <a:ea typeface="ＭＳ ゴシック" panose="020B0609070205080204" pitchFamily="49" charset="-128"/>
              </a:rPr>
              <a:t>if (Biểu thức điều kiện) {</a:t>
            </a:r>
          </a:p>
          <a:p>
            <a:pPr lvl="1" algn="just">
              <a:lnSpc>
                <a:spcPct val="112000"/>
              </a:lnSpc>
            </a:pPr>
            <a:r>
              <a:rPr lang="en-US" altLang="ja-JP" sz="2000">
                <a:ea typeface="MS UI Gothic" panose="020B0600070205080204" pitchFamily="50" charset="-128"/>
              </a:rPr>
              <a:t>    Xử lý trong trường hợp thỏa mãn biểu thức điều kiện</a:t>
            </a:r>
            <a:r>
              <a:rPr lang="en-US" altLang="ja-JP" sz="2000">
                <a:ea typeface="ＭＳ ゴシック" panose="020B0609070205080204" pitchFamily="49" charset="-128"/>
              </a:rPr>
              <a:t>}</a:t>
            </a:r>
          </a:p>
        </p:txBody>
      </p:sp>
      <p:sp>
        <p:nvSpPr>
          <p:cNvPr id="709638" name="Rectangle 6">
            <a:extLst>
              <a:ext uri="{FF2B5EF4-FFF2-40B4-BE49-F238E27FC236}">
                <a16:creationId xmlns:a16="http://schemas.microsoft.com/office/drawing/2014/main" id="{61C7F6F9-2021-1694-DEB0-80F092539711}"/>
              </a:ext>
            </a:extLst>
          </p:cNvPr>
          <p:cNvSpPr>
            <a:spLocks noChangeArrowheads="1"/>
          </p:cNvSpPr>
          <p:nvPr/>
        </p:nvSpPr>
        <p:spPr bwMode="auto">
          <a:xfrm>
            <a:off x="344488" y="3209925"/>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●Ví dụ</a:t>
            </a:r>
            <a:endParaRPr lang="en-US" altLang="ja-JP" sz="2400" b="0">
              <a:latin typeface="Arial" panose="020B0604020202020204" pitchFamily="34" charset="0"/>
            </a:endParaRPr>
          </a:p>
        </p:txBody>
      </p:sp>
      <p:sp>
        <p:nvSpPr>
          <p:cNvPr id="709639" name="Rectangle 7">
            <a:extLst>
              <a:ext uri="{FF2B5EF4-FFF2-40B4-BE49-F238E27FC236}">
                <a16:creationId xmlns:a16="http://schemas.microsoft.com/office/drawing/2014/main" id="{3D77CCBC-AACF-FE19-26E3-75CDB111E5D5}"/>
              </a:ext>
            </a:extLst>
          </p:cNvPr>
          <p:cNvSpPr>
            <a:spLocks noChangeArrowheads="1"/>
          </p:cNvSpPr>
          <p:nvPr/>
        </p:nvSpPr>
        <p:spPr bwMode="auto">
          <a:xfrm>
            <a:off x="344488" y="3706813"/>
            <a:ext cx="5538787" cy="26781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en-US" altLang="en-US" sz="1800" b="0">
                <a:latin typeface="Arial" panose="020B0604020202020204" pitchFamily="34" charset="0"/>
                <a:ea typeface="ＭＳ ゴシック" panose="020B0609070205080204" pitchFamily="49" charset="-128"/>
              </a:rPr>
              <a:t>int x = 5;</a:t>
            </a:r>
            <a:endParaRPr lang="en-US" altLang="ja-JP" sz="1800" b="0">
              <a:latin typeface="Arial" panose="020B0604020202020204" pitchFamily="34" charset="0"/>
              <a:ea typeface="ＭＳ ゴシック" panose="020B0609070205080204" pitchFamily="49" charset="-128"/>
            </a:endParaRPr>
          </a:p>
          <a:p>
            <a:pPr lvl="1"/>
            <a:endParaRPr lang="en-US" altLang="en-US" sz="1800" b="0">
              <a:latin typeface="Arial" panose="020B0604020202020204" pitchFamily="34" charset="0"/>
              <a:ea typeface="ＭＳ ゴシック" panose="020B0609070205080204" pitchFamily="49" charset="-128"/>
            </a:endParaRPr>
          </a:p>
          <a:p>
            <a:pPr lvl="1"/>
            <a:r>
              <a:rPr lang="en-US" altLang="en-US" sz="1800" b="0">
                <a:latin typeface="Arial" panose="020B0604020202020204" pitchFamily="34" charset="0"/>
                <a:ea typeface="ＭＳ ゴシック" panose="020B0609070205080204" pitchFamily="49" charset="-128"/>
              </a:rPr>
              <a:t>if (x % 2 == 1) {</a:t>
            </a:r>
          </a:p>
          <a:p>
            <a:pPr lvl="1"/>
            <a:r>
              <a:rPr lang="en-US" altLang="en-US" sz="1800" b="0">
                <a:latin typeface="Arial" panose="020B0604020202020204" pitchFamily="34" charset="0"/>
                <a:ea typeface="ＭＳ ゴシック" panose="020B0609070205080204" pitchFamily="49" charset="-128"/>
              </a:rPr>
              <a:t>    System.out.println(“Số lẻ");</a:t>
            </a:r>
          </a:p>
          <a:p>
            <a:pPr lvl="1"/>
            <a:r>
              <a:rPr lang="en-US" altLang="en-US" sz="1800" b="0">
                <a:latin typeface="Arial" panose="020B0604020202020204" pitchFamily="34" charset="0"/>
                <a:ea typeface="ＭＳ ゴシック" panose="020B0609070205080204" pitchFamily="49" charset="-128"/>
              </a:rPr>
              <a:t>}</a:t>
            </a:r>
          </a:p>
        </p:txBody>
      </p:sp>
      <p:grpSp>
        <p:nvGrpSpPr>
          <p:cNvPr id="709657" name="Group 25">
            <a:extLst>
              <a:ext uri="{FF2B5EF4-FFF2-40B4-BE49-F238E27FC236}">
                <a16:creationId xmlns:a16="http://schemas.microsoft.com/office/drawing/2014/main" id="{BC7808DA-B9B6-1FCE-4019-9034CB982337}"/>
              </a:ext>
            </a:extLst>
          </p:cNvPr>
          <p:cNvGrpSpPr>
            <a:grpSpLocks/>
          </p:cNvGrpSpPr>
          <p:nvPr/>
        </p:nvGrpSpPr>
        <p:grpSpPr bwMode="auto">
          <a:xfrm>
            <a:off x="6096000" y="3302000"/>
            <a:ext cx="3370263" cy="3082925"/>
            <a:chOff x="3840" y="2080"/>
            <a:chExt cx="2123" cy="1942"/>
          </a:xfrm>
        </p:grpSpPr>
        <p:sp>
          <p:nvSpPr>
            <p:cNvPr id="709655" name="Rectangle 23">
              <a:extLst>
                <a:ext uri="{FF2B5EF4-FFF2-40B4-BE49-F238E27FC236}">
                  <a16:creationId xmlns:a16="http://schemas.microsoft.com/office/drawing/2014/main" id="{36686BE3-2A2F-389C-E3BF-B04D26A80DDB}"/>
                </a:ext>
              </a:extLst>
            </p:cNvPr>
            <p:cNvSpPr>
              <a:spLocks noChangeArrowheads="1"/>
            </p:cNvSpPr>
            <p:nvPr/>
          </p:nvSpPr>
          <p:spPr bwMode="auto">
            <a:xfrm>
              <a:off x="3840" y="2080"/>
              <a:ext cx="2123" cy="1942"/>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09645" name="Line 13">
              <a:extLst>
                <a:ext uri="{FF2B5EF4-FFF2-40B4-BE49-F238E27FC236}">
                  <a16:creationId xmlns:a16="http://schemas.microsoft.com/office/drawing/2014/main" id="{D684C724-A52C-7A3F-BA6A-EECBC4940410}"/>
                </a:ext>
              </a:extLst>
            </p:cNvPr>
            <p:cNvSpPr>
              <a:spLocks noChangeShapeType="1"/>
            </p:cNvSpPr>
            <p:nvPr/>
          </p:nvSpPr>
          <p:spPr bwMode="auto">
            <a:xfrm>
              <a:off x="4572" y="2255"/>
              <a:ext cx="0" cy="1657"/>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09646" name="AutoShape 14">
              <a:extLst>
                <a:ext uri="{FF2B5EF4-FFF2-40B4-BE49-F238E27FC236}">
                  <a16:creationId xmlns:a16="http://schemas.microsoft.com/office/drawing/2014/main" id="{82AE5253-C137-19FD-1276-30F1ED9D165B}"/>
                </a:ext>
              </a:extLst>
            </p:cNvPr>
            <p:cNvSpPr>
              <a:spLocks noChangeArrowheads="1"/>
            </p:cNvSpPr>
            <p:nvPr/>
          </p:nvSpPr>
          <p:spPr bwMode="auto">
            <a:xfrm>
              <a:off x="3981" y="2431"/>
              <a:ext cx="1181" cy="421"/>
            </a:xfrm>
            <a:prstGeom prst="flowChartDecision">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pPr>
                <a:lnSpc>
                  <a:spcPct val="96000"/>
                </a:lnSpc>
              </a:pPr>
              <a:r>
                <a:rPr lang="en-US" altLang="ja-JP" sz="1800" b="0" dirty="0">
                  <a:latin typeface="+mj-lt"/>
                </a:rPr>
                <a:t>x </a:t>
              </a:r>
              <a:r>
                <a:rPr lang="en-US" altLang="ja-JP" sz="1800" b="0" dirty="0" err="1">
                  <a:latin typeface="+mj-lt"/>
                </a:rPr>
                <a:t>là</a:t>
              </a:r>
              <a:r>
                <a:rPr lang="en-US" altLang="ja-JP" sz="1800" b="0" dirty="0">
                  <a:latin typeface="+mj-lt"/>
                </a:rPr>
                <a:t> </a:t>
              </a:r>
              <a:r>
                <a:rPr lang="en-US" altLang="ja-JP" sz="1800" b="0" dirty="0" err="1">
                  <a:latin typeface="+mj-lt"/>
                </a:rPr>
                <a:t>số</a:t>
              </a:r>
              <a:r>
                <a:rPr lang="en-US" altLang="ja-JP" sz="1800" b="0" dirty="0">
                  <a:latin typeface="+mj-lt"/>
                </a:rPr>
                <a:t> </a:t>
              </a:r>
              <a:r>
                <a:rPr lang="en-US" altLang="ja-JP" sz="1800" b="0" dirty="0" err="1">
                  <a:latin typeface="+mj-lt"/>
                </a:rPr>
                <a:t>lẻ</a:t>
              </a:r>
              <a:r>
                <a:rPr lang="en-US" altLang="ja-JP" sz="1800" b="0" dirty="0">
                  <a:latin typeface="+mj-lt"/>
                </a:rPr>
                <a:t>?</a:t>
              </a:r>
              <a:endParaRPr lang="en-US" altLang="ja-JP" sz="1800" dirty="0">
                <a:latin typeface="+mj-lt"/>
              </a:endParaRPr>
            </a:p>
          </p:txBody>
        </p:sp>
        <p:sp>
          <p:nvSpPr>
            <p:cNvPr id="709647" name="AutoShape 15">
              <a:extLst>
                <a:ext uri="{FF2B5EF4-FFF2-40B4-BE49-F238E27FC236}">
                  <a16:creationId xmlns:a16="http://schemas.microsoft.com/office/drawing/2014/main" id="{7C71678D-D212-207C-7957-FB1BE44351BA}"/>
                </a:ext>
              </a:extLst>
            </p:cNvPr>
            <p:cNvSpPr>
              <a:spLocks noChangeArrowheads="1"/>
            </p:cNvSpPr>
            <p:nvPr/>
          </p:nvSpPr>
          <p:spPr bwMode="auto">
            <a:xfrm>
              <a:off x="3913" y="3080"/>
              <a:ext cx="1346" cy="315"/>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nchor="ctr"/>
            <a:lstStyle/>
            <a:p>
              <a:pPr algn="ctr"/>
              <a:r>
                <a:rPr lang="en-US" altLang="ja-JP" sz="1800" b="0" dirty="0">
                  <a:latin typeface="+mj-lt"/>
                </a:rPr>
                <a:t>Hiển </a:t>
              </a:r>
              <a:r>
                <a:rPr lang="en-US" altLang="ja-JP" sz="1800" b="0" dirty="0" err="1">
                  <a:latin typeface="+mj-lt"/>
                </a:rPr>
                <a:t>thị</a:t>
              </a:r>
              <a:r>
                <a:rPr lang="en-US" altLang="ja-JP" sz="1800" b="0" dirty="0">
                  <a:latin typeface="+mj-lt"/>
                </a:rPr>
                <a:t> </a:t>
              </a:r>
              <a:r>
                <a:rPr lang="en-US" altLang="ja-JP" sz="1800" b="0" dirty="0" err="1">
                  <a:latin typeface="+mj-lt"/>
                </a:rPr>
                <a:t>là</a:t>
              </a:r>
              <a:r>
                <a:rPr lang="en-US" altLang="ja-JP" sz="1800" b="0" dirty="0">
                  <a:latin typeface="+mj-lt"/>
                </a:rPr>
                <a:t> </a:t>
              </a:r>
              <a:r>
                <a:rPr lang="ja-JP" altLang="en-US" sz="1800" b="0" dirty="0">
                  <a:latin typeface="+mj-lt"/>
                </a:rPr>
                <a:t>「</a:t>
              </a:r>
              <a:r>
                <a:rPr lang="en-US" altLang="ja-JP" sz="1800" b="0" dirty="0" err="1">
                  <a:latin typeface="+mj-lt"/>
                </a:rPr>
                <a:t>Số</a:t>
              </a:r>
              <a:r>
                <a:rPr lang="en-US" altLang="ja-JP" sz="1800" b="0" dirty="0">
                  <a:latin typeface="+mj-lt"/>
                </a:rPr>
                <a:t> </a:t>
              </a:r>
              <a:r>
                <a:rPr lang="en-US" altLang="ja-JP" sz="1800" b="0" dirty="0" err="1">
                  <a:latin typeface="+mj-lt"/>
                </a:rPr>
                <a:t>lẻ</a:t>
              </a:r>
              <a:r>
                <a:rPr lang="ja-JP" altLang="en-US" sz="1800" b="0" dirty="0">
                  <a:latin typeface="+mj-lt"/>
                </a:rPr>
                <a:t>」</a:t>
              </a:r>
              <a:endParaRPr lang="ja-JP" altLang="en-US" sz="1800" dirty="0">
                <a:latin typeface="+mj-lt"/>
              </a:endParaRPr>
            </a:p>
          </p:txBody>
        </p:sp>
        <p:sp>
          <p:nvSpPr>
            <p:cNvPr id="709648" name="Line 16">
              <a:extLst>
                <a:ext uri="{FF2B5EF4-FFF2-40B4-BE49-F238E27FC236}">
                  <a16:creationId xmlns:a16="http://schemas.microsoft.com/office/drawing/2014/main" id="{D2192C2F-24D4-1E5F-B949-7BEA58DD9689}"/>
                </a:ext>
              </a:extLst>
            </p:cNvPr>
            <p:cNvSpPr>
              <a:spLocks noChangeShapeType="1"/>
            </p:cNvSpPr>
            <p:nvPr/>
          </p:nvSpPr>
          <p:spPr bwMode="auto">
            <a:xfrm>
              <a:off x="5162" y="2641"/>
              <a:ext cx="687"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09649" name="Line 17">
              <a:extLst>
                <a:ext uri="{FF2B5EF4-FFF2-40B4-BE49-F238E27FC236}">
                  <a16:creationId xmlns:a16="http://schemas.microsoft.com/office/drawing/2014/main" id="{79CBCFF2-1D40-E01F-F0AE-6C0DBE8EFA35}"/>
                </a:ext>
              </a:extLst>
            </p:cNvPr>
            <p:cNvSpPr>
              <a:spLocks noChangeShapeType="1"/>
            </p:cNvSpPr>
            <p:nvPr/>
          </p:nvSpPr>
          <p:spPr bwMode="auto">
            <a:xfrm>
              <a:off x="5842" y="2639"/>
              <a:ext cx="0" cy="937"/>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09650" name="Line 18">
              <a:extLst>
                <a:ext uri="{FF2B5EF4-FFF2-40B4-BE49-F238E27FC236}">
                  <a16:creationId xmlns:a16="http://schemas.microsoft.com/office/drawing/2014/main" id="{55F4912C-FA97-21BD-5879-39CA1C1AEDA8}"/>
                </a:ext>
              </a:extLst>
            </p:cNvPr>
            <p:cNvSpPr>
              <a:spLocks noChangeShapeType="1"/>
            </p:cNvSpPr>
            <p:nvPr/>
          </p:nvSpPr>
          <p:spPr bwMode="auto">
            <a:xfrm>
              <a:off x="4581" y="3571"/>
              <a:ext cx="1264" cy="0"/>
            </a:xfrm>
            <a:prstGeom prst="line">
              <a:avLst/>
            </a:prstGeom>
            <a:noFill/>
            <a:ln w="1905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09651" name="Text Box 19">
              <a:extLst>
                <a:ext uri="{FF2B5EF4-FFF2-40B4-BE49-F238E27FC236}">
                  <a16:creationId xmlns:a16="http://schemas.microsoft.com/office/drawing/2014/main" id="{A192DF9E-3EEC-4335-438A-5AEA06DA5D72}"/>
                </a:ext>
              </a:extLst>
            </p:cNvPr>
            <p:cNvSpPr txBox="1">
              <a:spLocks noChangeArrowheads="1"/>
            </p:cNvSpPr>
            <p:nvPr/>
          </p:nvSpPr>
          <p:spPr bwMode="auto">
            <a:xfrm>
              <a:off x="4637" y="2900"/>
              <a:ext cx="381" cy="1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just">
                <a:lnSpc>
                  <a:spcPct val="96000"/>
                </a:lnSpc>
              </a:pPr>
              <a:r>
                <a:rPr lang="en-US" altLang="ja-JP" sz="1800" b="0"/>
                <a:t>true</a:t>
              </a:r>
              <a:endParaRPr lang="en-US" altLang="ja-JP" sz="1800"/>
            </a:p>
          </p:txBody>
        </p:sp>
        <p:sp>
          <p:nvSpPr>
            <p:cNvPr id="709652" name="Text Box 20">
              <a:extLst>
                <a:ext uri="{FF2B5EF4-FFF2-40B4-BE49-F238E27FC236}">
                  <a16:creationId xmlns:a16="http://schemas.microsoft.com/office/drawing/2014/main" id="{4997F746-2240-1EE4-8681-00EDAD11AF96}"/>
                </a:ext>
              </a:extLst>
            </p:cNvPr>
            <p:cNvSpPr txBox="1">
              <a:spLocks noChangeArrowheads="1"/>
            </p:cNvSpPr>
            <p:nvPr/>
          </p:nvSpPr>
          <p:spPr bwMode="auto">
            <a:xfrm>
              <a:off x="5213" y="2418"/>
              <a:ext cx="382" cy="1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just">
                <a:lnSpc>
                  <a:spcPct val="96000"/>
                </a:lnSpc>
              </a:pPr>
              <a:r>
                <a:rPr lang="en-US" altLang="ja-JP" sz="1800" b="0"/>
                <a:t>false</a:t>
              </a:r>
              <a:endParaRPr lang="en-US" altLang="ja-JP" sz="1800"/>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89667B81-3FA5-A401-5ECA-8325C7A86DF7}"/>
              </a:ext>
            </a:extLst>
          </p:cNvPr>
          <p:cNvSpPr>
            <a:spLocks noGrp="1"/>
          </p:cNvSpPr>
          <p:nvPr>
            <p:ph type="sldNum" sz="quarter" idx="10"/>
          </p:nvPr>
        </p:nvSpPr>
        <p:spPr/>
        <p:txBody>
          <a:bodyPr/>
          <a:lstStyle/>
          <a:p>
            <a:fld id="{3261F01C-2149-4A65-ABB1-BE5D871F6879}" type="slidenum">
              <a:rPr lang="en-US" altLang="ja-JP"/>
              <a:pPr/>
              <a:t>33</a:t>
            </a:fld>
            <a:endParaRPr lang="en-US" altLang="ja-JP"/>
          </a:p>
        </p:txBody>
      </p:sp>
      <p:sp>
        <p:nvSpPr>
          <p:cNvPr id="711682" name="Rectangle 2">
            <a:extLst>
              <a:ext uri="{FF2B5EF4-FFF2-40B4-BE49-F238E27FC236}">
                <a16:creationId xmlns:a16="http://schemas.microsoft.com/office/drawing/2014/main" id="{9CC7CCD8-6AEF-032C-D6CA-B3D41D011F29}"/>
              </a:ext>
            </a:extLst>
          </p:cNvPr>
          <p:cNvSpPr>
            <a:spLocks noGrp="1" noChangeArrowheads="1"/>
          </p:cNvSpPr>
          <p:nvPr>
            <p:ph type="title"/>
          </p:nvPr>
        </p:nvSpPr>
        <p:spPr>
          <a:xfrm>
            <a:off x="344488" y="377826"/>
            <a:ext cx="9217025" cy="490537"/>
          </a:xfrm>
        </p:spPr>
        <p:txBody>
          <a:bodyPr>
            <a:normAutofit fontScale="90000"/>
          </a:bodyPr>
          <a:lstStyle/>
          <a:p>
            <a:r>
              <a:rPr lang="en-US" altLang="ja-JP" dirty="0" err="1">
                <a:latin typeface="MS UI Gothic" panose="020B0600070205080204" pitchFamily="50" charset="-128"/>
                <a:ea typeface="MS UI Gothic" panose="020B0600070205080204" pitchFamily="50" charset="-128"/>
              </a:rPr>
              <a:t>Câu</a:t>
            </a:r>
            <a:r>
              <a:rPr lang="en-US" altLang="ja-JP" dirty="0">
                <a:latin typeface="MS UI Gothic" panose="020B0600070205080204" pitchFamily="50" charset="-128"/>
                <a:ea typeface="MS UI Gothic" panose="020B0600070205080204" pitchFamily="50" charset="-128"/>
              </a:rPr>
              <a:t> </a:t>
            </a:r>
            <a:r>
              <a:rPr lang="en-US" altLang="ja-JP" dirty="0" err="1">
                <a:latin typeface="MS UI Gothic" panose="020B0600070205080204" pitchFamily="50" charset="-128"/>
                <a:ea typeface="MS UI Gothic" panose="020B0600070205080204" pitchFamily="50" charset="-128"/>
              </a:rPr>
              <a:t>lệnh</a:t>
            </a:r>
            <a:r>
              <a:rPr lang="en-US" altLang="ja-JP" dirty="0">
                <a:latin typeface="MS UI Gothic" panose="020B0600070205080204" pitchFamily="50" charset="-128"/>
                <a:ea typeface="MS UI Gothic" panose="020B0600070205080204" pitchFamily="50" charset="-128"/>
              </a:rPr>
              <a:t> </a:t>
            </a:r>
            <a:r>
              <a:rPr lang="en-US" altLang="ja-JP" dirty="0">
                <a:latin typeface="ＭＳ ゴシック" panose="020B0609070205080204" pitchFamily="49" charset="-128"/>
                <a:ea typeface="ＭＳ ゴシック" panose="020B0609070205080204" pitchFamily="49" charset="-128"/>
              </a:rPr>
              <a:t>if-else</a:t>
            </a:r>
            <a:endParaRPr lang="en-US" altLang="ja-JP" dirty="0">
              <a:latin typeface="MS UI Gothic" panose="020B0600070205080204" pitchFamily="50" charset="-128"/>
              <a:ea typeface="MS UI Gothic" panose="020B0600070205080204" pitchFamily="50" charset="-128"/>
            </a:endParaRPr>
          </a:p>
        </p:txBody>
      </p:sp>
      <p:sp>
        <p:nvSpPr>
          <p:cNvPr id="711683" name="Rectangle 3">
            <a:extLst>
              <a:ext uri="{FF2B5EF4-FFF2-40B4-BE49-F238E27FC236}">
                <a16:creationId xmlns:a16="http://schemas.microsoft.com/office/drawing/2014/main" id="{099301D3-8020-4F9B-4D3B-F493D2810BBA}"/>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711684" name="Rectangle 4">
            <a:extLst>
              <a:ext uri="{FF2B5EF4-FFF2-40B4-BE49-F238E27FC236}">
                <a16:creationId xmlns:a16="http://schemas.microsoft.com/office/drawing/2014/main" id="{8CA692EE-8315-05E9-49F5-5F212911191B}"/>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ea typeface="ＭＳ ゴシック" panose="020B0609070205080204" pitchFamily="49" charset="-128"/>
              </a:rPr>
              <a:t>Câu lệnh if-else</a:t>
            </a:r>
            <a:endParaRPr lang="en-US" altLang="ja-JP" sz="2400" b="0">
              <a:latin typeface="Arial" panose="020B0604020202020204" pitchFamily="34" charset="0"/>
            </a:endParaRPr>
          </a:p>
          <a:p>
            <a:pPr>
              <a:spcBef>
                <a:spcPct val="50000"/>
              </a:spcBef>
              <a:buFont typeface="Wingdings" panose="05000000000000000000" pitchFamily="2" charset="2"/>
              <a:buNone/>
            </a:pPr>
            <a:r>
              <a:rPr lang="en-US" altLang="ja-JP" sz="2000" b="0">
                <a:latin typeface="Arial" panose="020B0604020202020204" pitchFamily="34" charset="0"/>
              </a:rPr>
              <a:t>●Cú pháp cơ bản</a:t>
            </a:r>
            <a:endParaRPr lang="en-US" altLang="ja-JP" sz="2400" b="0">
              <a:latin typeface="Arial" panose="020B0604020202020204" pitchFamily="34" charset="0"/>
            </a:endParaRPr>
          </a:p>
          <a:p>
            <a:pPr lvl="1"/>
            <a:endParaRPr lang="en-US" altLang="ja-JP" sz="2400" b="0">
              <a:latin typeface="Arial" panose="020B0604020202020204" pitchFamily="34" charset="0"/>
            </a:endParaRPr>
          </a:p>
        </p:txBody>
      </p:sp>
      <p:sp>
        <p:nvSpPr>
          <p:cNvPr id="711685" name="Text Box 5">
            <a:extLst>
              <a:ext uri="{FF2B5EF4-FFF2-40B4-BE49-F238E27FC236}">
                <a16:creationId xmlns:a16="http://schemas.microsoft.com/office/drawing/2014/main" id="{2DDAD56C-21CB-CDB0-0B9C-F520397EBD7F}"/>
              </a:ext>
            </a:extLst>
          </p:cNvPr>
          <p:cNvSpPr txBox="1">
            <a:spLocks noChangeArrowheads="1"/>
          </p:cNvSpPr>
          <p:nvPr/>
        </p:nvSpPr>
        <p:spPr bwMode="auto">
          <a:xfrm>
            <a:off x="344488" y="1712913"/>
            <a:ext cx="9120187" cy="1784350"/>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en-US" altLang="ja-JP" sz="2000">
                <a:ea typeface="MS UI Gothic" panose="020B0600070205080204" pitchFamily="50" charset="-128"/>
              </a:rPr>
              <a:t> </a:t>
            </a:r>
            <a:r>
              <a:rPr lang="en-US" altLang="ja-JP" sz="2000">
                <a:ea typeface="ＭＳ ゴシック" panose="020B0609070205080204" pitchFamily="49" charset="-128"/>
              </a:rPr>
              <a:t>if (</a:t>
            </a:r>
            <a:r>
              <a:rPr lang="en-US" altLang="ja-JP" sz="2000">
                <a:ea typeface="MS UI Gothic" panose="020B0600070205080204" pitchFamily="50" charset="-128"/>
              </a:rPr>
              <a:t>Biểu thức điều kiện</a:t>
            </a:r>
            <a:r>
              <a:rPr lang="en-US" altLang="ja-JP" sz="2000">
                <a:ea typeface="ＭＳ ゴシック" panose="020B0609070205080204" pitchFamily="49" charset="-128"/>
              </a:rPr>
              <a:t>) {</a:t>
            </a:r>
          </a:p>
          <a:p>
            <a:pPr lvl="1" algn="just">
              <a:lnSpc>
                <a:spcPct val="112000"/>
              </a:lnSpc>
            </a:pPr>
            <a:r>
              <a:rPr lang="en-US" altLang="ja-JP" sz="2000">
                <a:ea typeface="MS UI Gothic" panose="020B0600070205080204" pitchFamily="50" charset="-128"/>
              </a:rPr>
              <a:t>    Xử lý trong trường hợp đã thỏa mãn biểu thức điều kiện</a:t>
            </a:r>
          </a:p>
          <a:p>
            <a:pPr lvl="1" algn="just">
              <a:lnSpc>
                <a:spcPct val="112000"/>
              </a:lnSpc>
            </a:pPr>
            <a:r>
              <a:rPr lang="en-US" altLang="ja-JP" sz="2000">
                <a:ea typeface="ＭＳ ゴシック" panose="020B0609070205080204" pitchFamily="49" charset="-128"/>
              </a:rPr>
              <a:t> } else { </a:t>
            </a:r>
          </a:p>
          <a:p>
            <a:pPr lvl="1" algn="just">
              <a:lnSpc>
                <a:spcPct val="112000"/>
              </a:lnSpc>
            </a:pPr>
            <a:r>
              <a:rPr lang="en-US" altLang="ja-JP" sz="2000">
                <a:ea typeface="MS UI Gothic" panose="020B0600070205080204" pitchFamily="50" charset="-128"/>
              </a:rPr>
              <a:t>    Xử lý trong trường hợp không thỏa mãn biểu thức điều kiện</a:t>
            </a:r>
          </a:p>
          <a:p>
            <a:pPr lvl="1" algn="just">
              <a:lnSpc>
                <a:spcPct val="112000"/>
              </a:lnSpc>
            </a:pPr>
            <a:r>
              <a:rPr lang="en-US" altLang="ja-JP" sz="2000">
                <a:ea typeface="MS UI Gothic" panose="020B0600070205080204" pitchFamily="50" charset="-128"/>
              </a:rPr>
              <a:t> </a:t>
            </a:r>
            <a:r>
              <a:rPr lang="en-US" altLang="ja-JP" sz="2000">
                <a:ea typeface="ＭＳ ゴシック" panose="020B0609070205080204" pitchFamily="49" charset="-128"/>
              </a:rPr>
              <a:t>}</a:t>
            </a:r>
          </a:p>
        </p:txBody>
      </p:sp>
      <p:sp>
        <p:nvSpPr>
          <p:cNvPr id="711686" name="Rectangle 6">
            <a:extLst>
              <a:ext uri="{FF2B5EF4-FFF2-40B4-BE49-F238E27FC236}">
                <a16:creationId xmlns:a16="http://schemas.microsoft.com/office/drawing/2014/main" id="{F3BDD30C-DACD-91E2-454F-18188CBBF4CD}"/>
              </a:ext>
            </a:extLst>
          </p:cNvPr>
          <p:cNvSpPr>
            <a:spLocks noChangeArrowheads="1"/>
          </p:cNvSpPr>
          <p:nvPr/>
        </p:nvSpPr>
        <p:spPr bwMode="auto">
          <a:xfrm>
            <a:off x="344488" y="3616325"/>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●Ví dụ</a:t>
            </a:r>
            <a:endParaRPr lang="en-US" altLang="ja-JP" sz="2400" b="0">
              <a:latin typeface="Arial" panose="020B0604020202020204" pitchFamily="34" charset="0"/>
            </a:endParaRPr>
          </a:p>
        </p:txBody>
      </p:sp>
      <p:sp>
        <p:nvSpPr>
          <p:cNvPr id="711687" name="Rectangle 7">
            <a:extLst>
              <a:ext uri="{FF2B5EF4-FFF2-40B4-BE49-F238E27FC236}">
                <a16:creationId xmlns:a16="http://schemas.microsoft.com/office/drawing/2014/main" id="{B80FD277-834D-89DF-8979-497562E93322}"/>
              </a:ext>
            </a:extLst>
          </p:cNvPr>
          <p:cNvSpPr>
            <a:spLocks noChangeArrowheads="1"/>
          </p:cNvSpPr>
          <p:nvPr/>
        </p:nvSpPr>
        <p:spPr bwMode="auto">
          <a:xfrm>
            <a:off x="344488" y="4037013"/>
            <a:ext cx="4687887" cy="23987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en-US" altLang="ja-JP" sz="1800" b="0">
                <a:latin typeface="Arial" panose="020B0604020202020204" pitchFamily="34" charset="0"/>
                <a:ea typeface="ＭＳ ゴシック" panose="020B0609070205080204" pitchFamily="49" charset="-128"/>
              </a:rPr>
              <a:t>int x = 4;</a:t>
            </a:r>
          </a:p>
          <a:p>
            <a:pPr lvl="1"/>
            <a:endParaRPr lang="en-US" altLang="ja-JP" sz="1800" b="0">
              <a:latin typeface="Arial" panose="020B0604020202020204" pitchFamily="34" charset="0"/>
              <a:ea typeface="ＭＳ ゴシック" panose="020B0609070205080204" pitchFamily="49" charset="-128"/>
            </a:endParaRPr>
          </a:p>
          <a:p>
            <a:pPr lvl="1"/>
            <a:r>
              <a:rPr lang="en-US" altLang="ja-JP" sz="1800" b="0">
                <a:latin typeface="Arial" panose="020B0604020202020204" pitchFamily="34" charset="0"/>
                <a:ea typeface="ＭＳ ゴシック" panose="020B0609070205080204" pitchFamily="49" charset="-128"/>
              </a:rPr>
              <a:t>if (x % 2 == 1) {</a:t>
            </a:r>
          </a:p>
          <a:p>
            <a:pPr lvl="1"/>
            <a:r>
              <a:rPr lang="en-US" altLang="ja-JP" sz="1800" b="0">
                <a:latin typeface="Arial" panose="020B0604020202020204" pitchFamily="34" charset="0"/>
                <a:ea typeface="ＭＳ ゴシック" panose="020B0609070205080204" pitchFamily="49" charset="-128"/>
              </a:rPr>
              <a:t>    System.out.println(“Số lẻ");</a:t>
            </a:r>
          </a:p>
          <a:p>
            <a:pPr lvl="1"/>
            <a:r>
              <a:rPr lang="en-US" altLang="ja-JP" sz="1800" b="0">
                <a:latin typeface="Arial" panose="020B0604020202020204" pitchFamily="34" charset="0"/>
                <a:ea typeface="ＭＳ ゴシック" panose="020B0609070205080204" pitchFamily="49" charset="-128"/>
              </a:rPr>
              <a:t>} else {</a:t>
            </a:r>
          </a:p>
          <a:p>
            <a:pPr lvl="1"/>
            <a:r>
              <a:rPr lang="en-US" altLang="ja-JP" sz="1800" b="0">
                <a:latin typeface="Arial" panose="020B0604020202020204" pitchFamily="34" charset="0"/>
                <a:ea typeface="ＭＳ ゴシック" panose="020B0609070205080204" pitchFamily="49" charset="-128"/>
              </a:rPr>
              <a:t>    System.out.println(“Số chẵn");</a:t>
            </a:r>
          </a:p>
          <a:p>
            <a:pPr lvl="1"/>
            <a:r>
              <a:rPr lang="en-US" altLang="ja-JP" sz="1800" b="0">
                <a:latin typeface="Arial" panose="020B0604020202020204" pitchFamily="34" charset="0"/>
                <a:ea typeface="ＭＳ ゴシック" panose="020B0609070205080204" pitchFamily="49" charset="-128"/>
              </a:rPr>
              <a:t>}</a:t>
            </a:r>
            <a:endParaRPr lang="en-US" altLang="en-US" sz="1800" b="0">
              <a:latin typeface="Arial" panose="020B0604020202020204" pitchFamily="34" charset="0"/>
              <a:ea typeface="ＭＳ ゴシック" panose="020B0609070205080204" pitchFamily="49" charset="-128"/>
            </a:endParaRPr>
          </a:p>
        </p:txBody>
      </p:sp>
      <p:grpSp>
        <p:nvGrpSpPr>
          <p:cNvPr id="711710" name="Group 30">
            <a:extLst>
              <a:ext uri="{FF2B5EF4-FFF2-40B4-BE49-F238E27FC236}">
                <a16:creationId xmlns:a16="http://schemas.microsoft.com/office/drawing/2014/main" id="{14177F6A-5BD1-7493-B7A4-6CDC2C9D884A}"/>
              </a:ext>
            </a:extLst>
          </p:cNvPr>
          <p:cNvGrpSpPr>
            <a:grpSpLocks/>
          </p:cNvGrpSpPr>
          <p:nvPr/>
        </p:nvGrpSpPr>
        <p:grpSpPr bwMode="auto">
          <a:xfrm>
            <a:off x="5489575" y="3695700"/>
            <a:ext cx="3967163" cy="2765425"/>
            <a:chOff x="3458" y="2296"/>
            <a:chExt cx="2499" cy="1742"/>
          </a:xfrm>
        </p:grpSpPr>
        <p:sp>
          <p:nvSpPr>
            <p:cNvPr id="711689" name="Rectangle 9">
              <a:extLst>
                <a:ext uri="{FF2B5EF4-FFF2-40B4-BE49-F238E27FC236}">
                  <a16:creationId xmlns:a16="http://schemas.microsoft.com/office/drawing/2014/main" id="{54840F16-D5CA-39C0-B250-8A956D50410D}"/>
                </a:ext>
              </a:extLst>
            </p:cNvPr>
            <p:cNvSpPr>
              <a:spLocks noChangeArrowheads="1"/>
            </p:cNvSpPr>
            <p:nvPr/>
          </p:nvSpPr>
          <p:spPr bwMode="auto">
            <a:xfrm>
              <a:off x="3458" y="2296"/>
              <a:ext cx="2499" cy="1742"/>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11700" name="Line 20">
              <a:extLst>
                <a:ext uri="{FF2B5EF4-FFF2-40B4-BE49-F238E27FC236}">
                  <a16:creationId xmlns:a16="http://schemas.microsoft.com/office/drawing/2014/main" id="{43A618C2-B6B0-7242-CBDE-523EAAB5F18F}"/>
                </a:ext>
              </a:extLst>
            </p:cNvPr>
            <p:cNvSpPr>
              <a:spLocks noChangeShapeType="1"/>
            </p:cNvSpPr>
            <p:nvPr/>
          </p:nvSpPr>
          <p:spPr bwMode="auto">
            <a:xfrm>
              <a:off x="4236" y="2392"/>
              <a:ext cx="0" cy="161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11701" name="AutoShape 21">
              <a:extLst>
                <a:ext uri="{FF2B5EF4-FFF2-40B4-BE49-F238E27FC236}">
                  <a16:creationId xmlns:a16="http://schemas.microsoft.com/office/drawing/2014/main" id="{F2F6E16A-C9F7-446B-A600-7D555F6C3E78}"/>
                </a:ext>
              </a:extLst>
            </p:cNvPr>
            <p:cNvSpPr>
              <a:spLocks noChangeArrowheads="1"/>
            </p:cNvSpPr>
            <p:nvPr/>
          </p:nvSpPr>
          <p:spPr bwMode="auto">
            <a:xfrm>
              <a:off x="3724" y="2563"/>
              <a:ext cx="1022" cy="410"/>
            </a:xfrm>
            <a:prstGeom prst="flowChartDecision">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pPr algn="just">
                <a:lnSpc>
                  <a:spcPct val="96000"/>
                </a:lnSpc>
              </a:pPr>
              <a:r>
                <a:rPr lang="ja-JP" altLang="en-US" sz="1800" b="0" dirty="0">
                  <a:latin typeface="+mj-lt"/>
                </a:rPr>
                <a:t>ｘ </a:t>
              </a:r>
              <a:r>
                <a:rPr lang="en-US" altLang="ja-JP" sz="1800" b="0" dirty="0" err="1">
                  <a:latin typeface="+mj-lt"/>
                </a:rPr>
                <a:t>là</a:t>
              </a:r>
              <a:r>
                <a:rPr lang="en-US" altLang="ja-JP" sz="1800" b="0" dirty="0">
                  <a:latin typeface="+mj-lt"/>
                </a:rPr>
                <a:t> </a:t>
              </a:r>
              <a:r>
                <a:rPr lang="en-US" altLang="ja-JP" sz="1800" b="0" dirty="0" err="1">
                  <a:latin typeface="+mj-lt"/>
                </a:rPr>
                <a:t>số</a:t>
              </a:r>
              <a:r>
                <a:rPr lang="en-US" altLang="ja-JP" sz="1800" b="0" dirty="0">
                  <a:latin typeface="+mj-lt"/>
                </a:rPr>
                <a:t> </a:t>
              </a:r>
              <a:r>
                <a:rPr lang="en-US" altLang="ja-JP" sz="1800" b="0" dirty="0" err="1">
                  <a:latin typeface="+mj-lt"/>
                </a:rPr>
                <a:t>lẻ</a:t>
              </a:r>
              <a:r>
                <a:rPr lang="en-US" altLang="ja-JP" sz="1800" b="0" dirty="0">
                  <a:latin typeface="+mj-lt"/>
                </a:rPr>
                <a:t>?</a:t>
              </a:r>
              <a:endParaRPr lang="en-US" altLang="ja-JP" sz="1800" dirty="0">
                <a:latin typeface="+mj-lt"/>
              </a:endParaRPr>
            </a:p>
          </p:txBody>
        </p:sp>
        <p:sp>
          <p:nvSpPr>
            <p:cNvPr id="711702" name="AutoShape 22">
              <a:extLst>
                <a:ext uri="{FF2B5EF4-FFF2-40B4-BE49-F238E27FC236}">
                  <a16:creationId xmlns:a16="http://schemas.microsoft.com/office/drawing/2014/main" id="{3EBA8080-1311-7E02-7E65-E6F583FB8254}"/>
                </a:ext>
              </a:extLst>
            </p:cNvPr>
            <p:cNvSpPr>
              <a:spLocks noChangeArrowheads="1"/>
            </p:cNvSpPr>
            <p:nvPr/>
          </p:nvSpPr>
          <p:spPr bwMode="auto">
            <a:xfrm>
              <a:off x="3770" y="3212"/>
              <a:ext cx="918" cy="307"/>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nchor="ctr"/>
            <a:lstStyle/>
            <a:p>
              <a:pPr algn="ctr"/>
              <a:r>
                <a:rPr lang="en-US" altLang="ja-JP" sz="1800" b="0"/>
                <a:t>Hiển thị là </a:t>
              </a:r>
              <a:r>
                <a:rPr lang="ja-JP" altLang="en-US" sz="1800" b="0"/>
                <a:t>「</a:t>
              </a:r>
              <a:r>
                <a:rPr lang="en-US" altLang="ja-JP" sz="1800" b="0"/>
                <a:t>Số lẻ</a:t>
              </a:r>
              <a:r>
                <a:rPr lang="ja-JP" altLang="en-US" sz="1800" b="0"/>
                <a:t>」</a:t>
              </a:r>
              <a:endParaRPr lang="ja-JP" altLang="en-US" sz="1800"/>
            </a:p>
          </p:txBody>
        </p:sp>
        <p:sp>
          <p:nvSpPr>
            <p:cNvPr id="711703" name="Line 23">
              <a:extLst>
                <a:ext uri="{FF2B5EF4-FFF2-40B4-BE49-F238E27FC236}">
                  <a16:creationId xmlns:a16="http://schemas.microsoft.com/office/drawing/2014/main" id="{17F2FEC2-30CF-63DE-52FB-9320D5DC2DE6}"/>
                </a:ext>
              </a:extLst>
            </p:cNvPr>
            <p:cNvSpPr>
              <a:spLocks noChangeShapeType="1"/>
            </p:cNvSpPr>
            <p:nvPr/>
          </p:nvSpPr>
          <p:spPr bwMode="auto">
            <a:xfrm>
              <a:off x="4744" y="2767"/>
              <a:ext cx="593"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11704" name="Line 24">
              <a:extLst>
                <a:ext uri="{FF2B5EF4-FFF2-40B4-BE49-F238E27FC236}">
                  <a16:creationId xmlns:a16="http://schemas.microsoft.com/office/drawing/2014/main" id="{B21C69AD-0CB7-4E73-EC08-F4708DD6DCAD}"/>
                </a:ext>
              </a:extLst>
            </p:cNvPr>
            <p:cNvSpPr>
              <a:spLocks noChangeShapeType="1"/>
            </p:cNvSpPr>
            <p:nvPr/>
          </p:nvSpPr>
          <p:spPr bwMode="auto">
            <a:xfrm>
              <a:off x="5330" y="2766"/>
              <a:ext cx="0" cy="911"/>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11705" name="Line 25">
              <a:extLst>
                <a:ext uri="{FF2B5EF4-FFF2-40B4-BE49-F238E27FC236}">
                  <a16:creationId xmlns:a16="http://schemas.microsoft.com/office/drawing/2014/main" id="{B5E964BB-352B-2379-0B2A-1FA913E849A1}"/>
                </a:ext>
              </a:extLst>
            </p:cNvPr>
            <p:cNvSpPr>
              <a:spLocks noChangeShapeType="1"/>
            </p:cNvSpPr>
            <p:nvPr/>
          </p:nvSpPr>
          <p:spPr bwMode="auto">
            <a:xfrm>
              <a:off x="4241" y="3672"/>
              <a:ext cx="1091" cy="0"/>
            </a:xfrm>
            <a:prstGeom prst="line">
              <a:avLst/>
            </a:prstGeom>
            <a:noFill/>
            <a:ln w="1905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11706" name="Text Box 26">
              <a:extLst>
                <a:ext uri="{FF2B5EF4-FFF2-40B4-BE49-F238E27FC236}">
                  <a16:creationId xmlns:a16="http://schemas.microsoft.com/office/drawing/2014/main" id="{05E19CD9-B2F1-B96B-437D-E9817A059A22}"/>
                </a:ext>
              </a:extLst>
            </p:cNvPr>
            <p:cNvSpPr txBox="1">
              <a:spLocks noChangeArrowheads="1"/>
            </p:cNvSpPr>
            <p:nvPr/>
          </p:nvSpPr>
          <p:spPr bwMode="auto">
            <a:xfrm>
              <a:off x="4293" y="3019"/>
              <a:ext cx="329" cy="1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just">
                <a:lnSpc>
                  <a:spcPct val="96000"/>
                </a:lnSpc>
              </a:pPr>
              <a:r>
                <a:rPr lang="en-US" altLang="ja-JP" sz="1800" b="0"/>
                <a:t>true</a:t>
              </a:r>
              <a:endParaRPr lang="en-US" altLang="ja-JP" sz="1800"/>
            </a:p>
          </p:txBody>
        </p:sp>
        <p:sp>
          <p:nvSpPr>
            <p:cNvPr id="711707" name="Text Box 27">
              <a:extLst>
                <a:ext uri="{FF2B5EF4-FFF2-40B4-BE49-F238E27FC236}">
                  <a16:creationId xmlns:a16="http://schemas.microsoft.com/office/drawing/2014/main" id="{70EDCA9D-52F9-1F1B-F963-7B888AC14235}"/>
                </a:ext>
              </a:extLst>
            </p:cNvPr>
            <p:cNvSpPr txBox="1">
              <a:spLocks noChangeArrowheads="1"/>
            </p:cNvSpPr>
            <p:nvPr/>
          </p:nvSpPr>
          <p:spPr bwMode="auto">
            <a:xfrm>
              <a:off x="4790" y="2550"/>
              <a:ext cx="329" cy="1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just">
                <a:lnSpc>
                  <a:spcPct val="96000"/>
                </a:lnSpc>
              </a:pPr>
              <a:r>
                <a:rPr lang="en-US" altLang="ja-JP" sz="1800" b="0"/>
                <a:t>false</a:t>
              </a:r>
              <a:endParaRPr lang="en-US" altLang="ja-JP" sz="1800"/>
            </a:p>
          </p:txBody>
        </p:sp>
        <p:sp>
          <p:nvSpPr>
            <p:cNvPr id="711708" name="AutoShape 28">
              <a:extLst>
                <a:ext uri="{FF2B5EF4-FFF2-40B4-BE49-F238E27FC236}">
                  <a16:creationId xmlns:a16="http://schemas.microsoft.com/office/drawing/2014/main" id="{ED2EB402-C28C-8ACA-9789-58886249AC6C}"/>
                </a:ext>
              </a:extLst>
            </p:cNvPr>
            <p:cNvSpPr>
              <a:spLocks noChangeArrowheads="1"/>
            </p:cNvSpPr>
            <p:nvPr/>
          </p:nvSpPr>
          <p:spPr bwMode="auto">
            <a:xfrm>
              <a:off x="4854" y="3206"/>
              <a:ext cx="918" cy="307"/>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nchor="ctr"/>
            <a:lstStyle/>
            <a:p>
              <a:pPr algn="ctr"/>
              <a:r>
                <a:rPr lang="en-US" altLang="ja-JP" sz="1800" b="0"/>
                <a:t>Hiển thị là </a:t>
              </a:r>
              <a:r>
                <a:rPr lang="ja-JP" altLang="en-US" sz="1800" b="0"/>
                <a:t>「</a:t>
              </a:r>
              <a:r>
                <a:rPr lang="en-US" altLang="ja-JP" sz="1800" b="0"/>
                <a:t>số chẵn</a:t>
              </a:r>
              <a:r>
                <a:rPr lang="ja-JP" altLang="en-US" sz="1800" b="0"/>
                <a:t>」</a:t>
              </a:r>
              <a:endParaRPr lang="ja-JP" altLang="en-US" sz="1800"/>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836AF782-6D2A-68FF-11F4-2E120BB5C0C7}"/>
              </a:ext>
            </a:extLst>
          </p:cNvPr>
          <p:cNvSpPr>
            <a:spLocks noGrp="1"/>
          </p:cNvSpPr>
          <p:nvPr>
            <p:ph type="sldNum" sz="quarter" idx="10"/>
          </p:nvPr>
        </p:nvSpPr>
        <p:spPr/>
        <p:txBody>
          <a:bodyPr/>
          <a:lstStyle/>
          <a:p>
            <a:fld id="{A552BFD9-A516-448D-AF66-453F84317FB4}" type="slidenum">
              <a:rPr lang="en-US" altLang="ja-JP"/>
              <a:pPr/>
              <a:t>34</a:t>
            </a:fld>
            <a:endParaRPr lang="en-US" altLang="ja-JP"/>
          </a:p>
        </p:txBody>
      </p:sp>
      <p:sp>
        <p:nvSpPr>
          <p:cNvPr id="713730" name="Rectangle 2">
            <a:extLst>
              <a:ext uri="{FF2B5EF4-FFF2-40B4-BE49-F238E27FC236}">
                <a16:creationId xmlns:a16="http://schemas.microsoft.com/office/drawing/2014/main" id="{389CCBCD-2699-A1FA-B7B2-7A93FCD0541B}"/>
              </a:ext>
            </a:extLst>
          </p:cNvPr>
          <p:cNvSpPr>
            <a:spLocks noGrp="1" noChangeArrowheads="1"/>
          </p:cNvSpPr>
          <p:nvPr>
            <p:ph type="title"/>
          </p:nvPr>
        </p:nvSpPr>
        <p:spPr>
          <a:xfrm>
            <a:off x="344487" y="324644"/>
            <a:ext cx="9217025" cy="490537"/>
          </a:xfrm>
        </p:spPr>
        <p:txBody>
          <a:bodyPr>
            <a:normAutofit fontScale="90000"/>
          </a:bodyPr>
          <a:lstStyle/>
          <a:p>
            <a:r>
              <a:rPr lang="en-US" altLang="ja-JP" dirty="0" err="1">
                <a:latin typeface="MS UI Gothic" panose="020B0600070205080204" pitchFamily="50" charset="-128"/>
                <a:ea typeface="MS UI Gothic" panose="020B0600070205080204" pitchFamily="50" charset="-128"/>
              </a:rPr>
              <a:t>Câu</a:t>
            </a:r>
            <a:r>
              <a:rPr lang="en-US" altLang="ja-JP" dirty="0">
                <a:latin typeface="MS UI Gothic" panose="020B0600070205080204" pitchFamily="50" charset="-128"/>
                <a:ea typeface="MS UI Gothic" panose="020B0600070205080204" pitchFamily="50" charset="-128"/>
              </a:rPr>
              <a:t> </a:t>
            </a:r>
            <a:r>
              <a:rPr lang="en-US" altLang="ja-JP" dirty="0" err="1">
                <a:latin typeface="MS UI Gothic" panose="020B0600070205080204" pitchFamily="50" charset="-128"/>
                <a:ea typeface="MS UI Gothic" panose="020B0600070205080204" pitchFamily="50" charset="-128"/>
              </a:rPr>
              <a:t>lệnh</a:t>
            </a:r>
            <a:r>
              <a:rPr lang="en-US" altLang="ja-JP" dirty="0">
                <a:latin typeface="MS UI Gothic" panose="020B0600070205080204" pitchFamily="50" charset="-128"/>
                <a:ea typeface="MS UI Gothic" panose="020B0600070205080204" pitchFamily="50" charset="-128"/>
              </a:rPr>
              <a:t> </a:t>
            </a:r>
            <a:r>
              <a:rPr lang="en-US" altLang="ja-JP" dirty="0">
                <a:latin typeface="ＭＳ ゴシック" panose="020B0609070205080204" pitchFamily="49" charset="-128"/>
                <a:ea typeface="ＭＳ ゴシック" panose="020B0609070205080204" pitchFamily="49" charset="-128"/>
              </a:rPr>
              <a:t>if-else</a:t>
            </a:r>
            <a:r>
              <a:rPr lang="en-US" altLang="en-US" dirty="0">
                <a:latin typeface="ＭＳ ゴシック" panose="020B0609070205080204" pitchFamily="49" charset="-128"/>
                <a:ea typeface="ＭＳ ゴシック" panose="020B0609070205080204" pitchFamily="49" charset="-128"/>
              </a:rPr>
              <a:t> </a:t>
            </a:r>
            <a:r>
              <a:rPr lang="en-US" altLang="en-US" dirty="0" err="1">
                <a:latin typeface="ＭＳ ゴシック" panose="020B0609070205080204" pitchFamily="49" charset="-128"/>
                <a:ea typeface="ＭＳ ゴシック" panose="020B0609070205080204" pitchFamily="49" charset="-128"/>
              </a:rPr>
              <a:t>if</a:t>
            </a:r>
            <a:r>
              <a:rPr lang="en-US" altLang="ja-JP" dirty="0" err="1">
                <a:latin typeface="ＭＳ ゴシック" panose="020B0609070205080204" pitchFamily="49" charset="-128"/>
                <a:ea typeface="ＭＳ ゴシック" panose="020B0609070205080204" pitchFamily="49" charset="-128"/>
              </a:rPr>
              <a:t>-</a:t>
            </a:r>
            <a:r>
              <a:rPr lang="en-US" altLang="en-US" dirty="0" err="1">
                <a:latin typeface="ＭＳ ゴシック" panose="020B0609070205080204" pitchFamily="49" charset="-128"/>
                <a:ea typeface="ＭＳ ゴシック" panose="020B0609070205080204" pitchFamily="49" charset="-128"/>
              </a:rPr>
              <a:t>else</a:t>
            </a:r>
            <a:r>
              <a:rPr lang="ja-JP" altLang="en-US" dirty="0">
                <a:latin typeface="MS UI Gothic" panose="020B0600070205080204" pitchFamily="50" charset="-128"/>
                <a:ea typeface="MS UI Gothic" panose="020B0600070205080204" pitchFamily="50" charset="-128"/>
              </a:rPr>
              <a:t>（</a:t>
            </a:r>
            <a:r>
              <a:rPr lang="en-US" altLang="ja-JP" dirty="0">
                <a:latin typeface="MS UI Gothic" panose="020B0600070205080204" pitchFamily="50" charset="-128"/>
                <a:ea typeface="MS UI Gothic" panose="020B0600070205080204" pitchFamily="50" charset="-128"/>
              </a:rPr>
              <a:t>1</a:t>
            </a:r>
            <a:r>
              <a:rPr lang="ja-JP" altLang="en-US" dirty="0">
                <a:latin typeface="MS UI Gothic" panose="020B0600070205080204" pitchFamily="50" charset="-128"/>
                <a:ea typeface="MS UI Gothic" panose="020B0600070205080204" pitchFamily="50" charset="-128"/>
              </a:rPr>
              <a:t>）</a:t>
            </a:r>
          </a:p>
        </p:txBody>
      </p:sp>
      <p:sp>
        <p:nvSpPr>
          <p:cNvPr id="713731" name="Rectangle 3">
            <a:extLst>
              <a:ext uri="{FF2B5EF4-FFF2-40B4-BE49-F238E27FC236}">
                <a16:creationId xmlns:a16="http://schemas.microsoft.com/office/drawing/2014/main" id="{FB4AFAF9-60AA-9B1B-B883-730E0AD82624}"/>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713732" name="Rectangle 4">
            <a:extLst>
              <a:ext uri="{FF2B5EF4-FFF2-40B4-BE49-F238E27FC236}">
                <a16:creationId xmlns:a16="http://schemas.microsoft.com/office/drawing/2014/main" id="{466B858B-9C1C-6223-376F-1930F4A8B4E8}"/>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en-US" sz="2400" b="0">
                <a:latin typeface="ＭＳ ゴシック" panose="020B0609070205080204" pitchFamily="49" charset="-128"/>
                <a:ea typeface="ＭＳ ゴシック" panose="020B0609070205080204" pitchFamily="49" charset="-128"/>
              </a:rPr>
              <a:t>Câu lệnh if</a:t>
            </a:r>
            <a:r>
              <a:rPr lang="en-US" altLang="ja-JP" sz="2400" b="0">
                <a:latin typeface="ＭＳ ゴシック" panose="020B0609070205080204" pitchFamily="49" charset="-128"/>
                <a:ea typeface="ＭＳ ゴシック" panose="020B0609070205080204" pitchFamily="49" charset="-128"/>
              </a:rPr>
              <a:t>-</a:t>
            </a:r>
            <a:r>
              <a:rPr lang="en-US" altLang="en-US" sz="2400" b="0">
                <a:latin typeface="ＭＳ ゴシック" panose="020B0609070205080204" pitchFamily="49" charset="-128"/>
                <a:ea typeface="ＭＳ ゴシック" panose="020B0609070205080204" pitchFamily="49" charset="-128"/>
              </a:rPr>
              <a:t>else if</a:t>
            </a:r>
            <a:r>
              <a:rPr lang="en-US" altLang="ja-JP" sz="2400" b="0">
                <a:latin typeface="ＭＳ ゴシック" panose="020B0609070205080204" pitchFamily="49" charset="-128"/>
                <a:ea typeface="ＭＳ ゴシック" panose="020B0609070205080204" pitchFamily="49" charset="-128"/>
              </a:rPr>
              <a:t>-</a:t>
            </a:r>
            <a:r>
              <a:rPr lang="en-US" altLang="en-US" sz="2400" b="0">
                <a:latin typeface="ＭＳ ゴシック" panose="020B0609070205080204" pitchFamily="49" charset="-128"/>
                <a:ea typeface="ＭＳ ゴシック" panose="020B0609070205080204" pitchFamily="49" charset="-128"/>
              </a:rPr>
              <a:t>else</a:t>
            </a:r>
            <a:endParaRPr lang="en-US" altLang="ja-JP" sz="2400" b="0"/>
          </a:p>
          <a:p>
            <a:pPr>
              <a:spcBef>
                <a:spcPct val="50000"/>
              </a:spcBef>
              <a:buFont typeface="Wingdings" panose="05000000000000000000" pitchFamily="2" charset="2"/>
              <a:buNone/>
            </a:pPr>
            <a:r>
              <a:rPr lang="en-US" altLang="ja-JP" sz="2000" b="0"/>
              <a:t>●Cú pháp đơn giản</a:t>
            </a:r>
            <a:endParaRPr lang="en-US" altLang="ja-JP" sz="2400" b="0"/>
          </a:p>
          <a:p>
            <a:pPr lvl="1"/>
            <a:endParaRPr lang="en-US" altLang="ja-JP" sz="2400" b="0"/>
          </a:p>
        </p:txBody>
      </p:sp>
      <p:sp>
        <p:nvSpPr>
          <p:cNvPr id="713733" name="Text Box 5">
            <a:extLst>
              <a:ext uri="{FF2B5EF4-FFF2-40B4-BE49-F238E27FC236}">
                <a16:creationId xmlns:a16="http://schemas.microsoft.com/office/drawing/2014/main" id="{161808F0-2EEC-AECC-85C4-B685D144E361}"/>
              </a:ext>
            </a:extLst>
          </p:cNvPr>
          <p:cNvSpPr txBox="1">
            <a:spLocks noChangeArrowheads="1"/>
          </p:cNvSpPr>
          <p:nvPr/>
        </p:nvSpPr>
        <p:spPr bwMode="auto">
          <a:xfrm>
            <a:off x="344488" y="1751013"/>
            <a:ext cx="9120187" cy="4044950"/>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en-US" altLang="ja-JP" sz="2000" dirty="0">
                <a:latin typeface="+mj-lt"/>
                <a:ea typeface="ＭＳ ゴシック" panose="020B0609070205080204" pitchFamily="49" charset="-128"/>
              </a:rPr>
              <a:t>if (</a:t>
            </a:r>
            <a:r>
              <a:rPr lang="en-US" altLang="ja-JP" sz="2000" dirty="0" err="1">
                <a:latin typeface="+mj-lt"/>
                <a:ea typeface="ＭＳ ゴシック" panose="020B0609070205080204" pitchFamily="49" charset="-128"/>
              </a:rPr>
              <a:t>Biểu</a:t>
            </a:r>
            <a:r>
              <a:rPr lang="en-US" altLang="ja-JP" sz="2000" dirty="0">
                <a:latin typeface="+mj-lt"/>
                <a:ea typeface="ＭＳ ゴシック" panose="020B0609070205080204" pitchFamily="49" charset="-128"/>
              </a:rPr>
              <a:t> </a:t>
            </a:r>
            <a:r>
              <a:rPr lang="en-US" altLang="ja-JP" sz="2000" dirty="0" err="1">
                <a:latin typeface="+mj-lt"/>
                <a:ea typeface="ＭＳ ゴシック" panose="020B0609070205080204" pitchFamily="49" charset="-128"/>
              </a:rPr>
              <a:t>thức</a:t>
            </a:r>
            <a:r>
              <a:rPr lang="en-US" altLang="ja-JP" sz="2000" dirty="0">
                <a:latin typeface="+mj-lt"/>
                <a:ea typeface="ＭＳ ゴシック" panose="020B0609070205080204" pitchFamily="49" charset="-128"/>
              </a:rPr>
              <a:t> </a:t>
            </a:r>
            <a:r>
              <a:rPr lang="en-US" altLang="ja-JP" sz="2000" dirty="0" err="1">
                <a:latin typeface="+mj-lt"/>
                <a:ea typeface="ＭＳ ゴシック" panose="020B0609070205080204" pitchFamily="49" charset="-128"/>
              </a:rPr>
              <a:t>điều</a:t>
            </a:r>
            <a:r>
              <a:rPr lang="en-US" altLang="ja-JP" sz="2000" dirty="0">
                <a:latin typeface="+mj-lt"/>
                <a:ea typeface="ＭＳ ゴシック" panose="020B0609070205080204" pitchFamily="49" charset="-128"/>
              </a:rPr>
              <a:t> </a:t>
            </a:r>
            <a:r>
              <a:rPr lang="en-US" altLang="ja-JP" sz="2000" dirty="0" err="1">
                <a:latin typeface="+mj-lt"/>
                <a:ea typeface="ＭＳ ゴシック" panose="020B0609070205080204" pitchFamily="49" charset="-128"/>
              </a:rPr>
              <a:t>kiện</a:t>
            </a:r>
            <a:r>
              <a:rPr lang="en-US" altLang="ja-JP" sz="2000" dirty="0">
                <a:latin typeface="+mj-lt"/>
                <a:ea typeface="ＭＳ ゴシック" panose="020B0609070205080204" pitchFamily="49" charset="-128"/>
              </a:rPr>
              <a:t> </a:t>
            </a:r>
            <a:r>
              <a:rPr lang="en-US" altLang="ja-JP" sz="2000" dirty="0">
                <a:latin typeface="+mj-lt"/>
                <a:ea typeface="MS UI Gothic" panose="020B0600070205080204" pitchFamily="50" charset="-128"/>
              </a:rPr>
              <a:t>1</a:t>
            </a:r>
            <a:r>
              <a:rPr lang="en-US" altLang="ja-JP" sz="2000" dirty="0">
                <a:latin typeface="+mj-lt"/>
                <a:ea typeface="ＭＳ ゴシック" panose="020B0609070205080204" pitchFamily="49" charset="-128"/>
              </a:rPr>
              <a:t>) {</a:t>
            </a:r>
          </a:p>
          <a:p>
            <a:pPr lvl="1" algn="just">
              <a:lnSpc>
                <a:spcPct val="112000"/>
              </a:lnSpc>
            </a:pP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Xử</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lý</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trong</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trường</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hợp</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đã</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thỏa</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mãn</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biểu</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thức</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điều</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kiện</a:t>
            </a:r>
            <a:r>
              <a:rPr lang="en-US" altLang="ja-JP" sz="2000" dirty="0">
                <a:latin typeface="+mj-lt"/>
                <a:ea typeface="MS UI Gothic" panose="020B0600070205080204" pitchFamily="50" charset="-128"/>
              </a:rPr>
              <a:t> 1</a:t>
            </a:r>
          </a:p>
          <a:p>
            <a:pPr lvl="1" algn="just">
              <a:lnSpc>
                <a:spcPct val="112000"/>
              </a:lnSpc>
            </a:pPr>
            <a:r>
              <a:rPr lang="en-US" altLang="ja-JP" sz="2000" dirty="0">
                <a:latin typeface="+mj-lt"/>
                <a:ea typeface="ＭＳ ゴシック" panose="020B0609070205080204" pitchFamily="49" charset="-128"/>
              </a:rPr>
              <a:t>}</a:t>
            </a:r>
          </a:p>
          <a:p>
            <a:pPr lvl="1" algn="just">
              <a:lnSpc>
                <a:spcPct val="112000"/>
              </a:lnSpc>
            </a:pPr>
            <a:r>
              <a:rPr lang="en-US" altLang="ja-JP" sz="2000" dirty="0">
                <a:latin typeface="+mj-lt"/>
                <a:ea typeface="MS UI Gothic" panose="020B0600070205080204" pitchFamily="50" charset="-128"/>
              </a:rPr>
              <a:t> </a:t>
            </a:r>
            <a:r>
              <a:rPr lang="en-US" altLang="ja-JP" sz="2000" dirty="0">
                <a:latin typeface="+mj-lt"/>
                <a:ea typeface="ＭＳ ゴシック" panose="020B0609070205080204" pitchFamily="49" charset="-128"/>
              </a:rPr>
              <a:t>else if (</a:t>
            </a:r>
            <a:r>
              <a:rPr lang="en-US" altLang="ja-JP" sz="2000" dirty="0" err="1">
                <a:latin typeface="+mj-lt"/>
                <a:ea typeface="ＭＳ ゴシック" panose="020B0609070205080204" pitchFamily="49" charset="-128"/>
              </a:rPr>
              <a:t>Biểu</a:t>
            </a:r>
            <a:r>
              <a:rPr lang="en-US" altLang="ja-JP" sz="2000" dirty="0">
                <a:latin typeface="+mj-lt"/>
                <a:ea typeface="ＭＳ ゴシック" panose="020B0609070205080204" pitchFamily="49" charset="-128"/>
              </a:rPr>
              <a:t> </a:t>
            </a:r>
            <a:r>
              <a:rPr lang="en-US" altLang="ja-JP" sz="2000" dirty="0" err="1">
                <a:latin typeface="+mj-lt"/>
                <a:ea typeface="ＭＳ ゴシック" panose="020B0609070205080204" pitchFamily="49" charset="-128"/>
              </a:rPr>
              <a:t>thức</a:t>
            </a:r>
            <a:r>
              <a:rPr lang="en-US" altLang="ja-JP" sz="2000" dirty="0">
                <a:latin typeface="+mj-lt"/>
                <a:ea typeface="ＭＳ ゴシック" panose="020B0609070205080204" pitchFamily="49" charset="-128"/>
              </a:rPr>
              <a:t> </a:t>
            </a:r>
            <a:r>
              <a:rPr lang="en-US" altLang="ja-JP" sz="2000" dirty="0" err="1">
                <a:latin typeface="+mj-lt"/>
                <a:ea typeface="ＭＳ ゴシック" panose="020B0609070205080204" pitchFamily="49" charset="-128"/>
              </a:rPr>
              <a:t>điều</a:t>
            </a:r>
            <a:r>
              <a:rPr lang="en-US" altLang="ja-JP" sz="2000" dirty="0">
                <a:latin typeface="+mj-lt"/>
                <a:ea typeface="ＭＳ ゴシック" panose="020B0609070205080204" pitchFamily="49" charset="-128"/>
              </a:rPr>
              <a:t> </a:t>
            </a:r>
            <a:r>
              <a:rPr lang="en-US" altLang="ja-JP" sz="2000" dirty="0" err="1">
                <a:latin typeface="+mj-lt"/>
                <a:ea typeface="ＭＳ ゴシック" panose="020B0609070205080204" pitchFamily="49" charset="-128"/>
              </a:rPr>
              <a:t>kiện</a:t>
            </a:r>
            <a:r>
              <a:rPr lang="en-US" altLang="ja-JP" sz="2000" dirty="0">
                <a:latin typeface="+mj-lt"/>
                <a:ea typeface="ＭＳ ゴシック" panose="020B0609070205080204" pitchFamily="49" charset="-128"/>
              </a:rPr>
              <a:t> </a:t>
            </a:r>
            <a:r>
              <a:rPr lang="en-US" altLang="ja-JP" sz="2000" dirty="0">
                <a:latin typeface="+mj-lt"/>
                <a:ea typeface="MS UI Gothic" panose="020B0600070205080204" pitchFamily="50" charset="-128"/>
              </a:rPr>
              <a:t>2</a:t>
            </a:r>
            <a:r>
              <a:rPr lang="en-US" altLang="ja-JP" sz="2000" dirty="0">
                <a:latin typeface="+mj-lt"/>
                <a:ea typeface="ＭＳ ゴシック" panose="020B0609070205080204" pitchFamily="49" charset="-128"/>
              </a:rPr>
              <a:t>) {</a:t>
            </a:r>
          </a:p>
          <a:p>
            <a:pPr lvl="1" algn="just">
              <a:lnSpc>
                <a:spcPct val="112000"/>
              </a:lnSpc>
            </a:pP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Xử</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lý</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trong</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trường</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hợp</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thỏa</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mãn</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biểu</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thức</a:t>
            </a:r>
            <a:endParaRPr lang="en-US" altLang="ja-JP" sz="2000" dirty="0">
              <a:latin typeface="+mj-lt"/>
              <a:ea typeface="MS UI Gothic" panose="020B0600070205080204" pitchFamily="50" charset="-128"/>
            </a:endParaRPr>
          </a:p>
          <a:p>
            <a:pPr lvl="1" algn="just">
              <a:lnSpc>
                <a:spcPct val="112000"/>
              </a:lnSpc>
            </a:pP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điều</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kiện</a:t>
            </a:r>
            <a:r>
              <a:rPr lang="en-US" altLang="ja-JP" sz="2000" dirty="0">
                <a:latin typeface="+mj-lt"/>
                <a:ea typeface="MS UI Gothic" panose="020B0600070205080204" pitchFamily="50" charset="-128"/>
              </a:rPr>
              <a:t> 2</a:t>
            </a:r>
          </a:p>
          <a:p>
            <a:pPr lvl="1" algn="just">
              <a:lnSpc>
                <a:spcPct val="112000"/>
              </a:lnSpc>
            </a:pPr>
            <a:r>
              <a:rPr lang="en-US" altLang="ja-JP" sz="2000" dirty="0">
                <a:latin typeface="+mj-lt"/>
                <a:ea typeface="ＭＳ ゴシック" panose="020B0609070205080204" pitchFamily="49" charset="-128"/>
              </a:rPr>
              <a:t>}</a:t>
            </a:r>
          </a:p>
          <a:p>
            <a:pPr lvl="1" algn="just">
              <a:lnSpc>
                <a:spcPct val="112000"/>
              </a:lnSpc>
            </a:pPr>
            <a:r>
              <a:rPr lang="en-US" altLang="ja-JP" sz="2000" dirty="0">
                <a:latin typeface="+mj-lt"/>
                <a:ea typeface="ＭＳ ゴシック" panose="020B0609070205080204" pitchFamily="49" charset="-128"/>
              </a:rPr>
              <a:t> else { </a:t>
            </a:r>
          </a:p>
          <a:p>
            <a:pPr lvl="1" algn="just">
              <a:lnSpc>
                <a:spcPct val="112000"/>
              </a:lnSpc>
            </a:pP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Xử</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lý</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trường</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hợp</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không</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thỏa</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mãn</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cả</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hai</a:t>
            </a:r>
            <a:r>
              <a:rPr lang="en-US" altLang="ja-JP" sz="2000" dirty="0">
                <a:latin typeface="+mj-lt"/>
                <a:ea typeface="MS UI Gothic" panose="020B0600070205080204" pitchFamily="50" charset="-128"/>
              </a:rPr>
              <a:t> </a:t>
            </a:r>
          </a:p>
          <a:p>
            <a:pPr lvl="1" algn="just">
              <a:lnSpc>
                <a:spcPct val="112000"/>
              </a:lnSpc>
            </a:pPr>
            <a:r>
              <a:rPr lang="en-US" altLang="ja-JP" sz="2000" dirty="0" err="1">
                <a:latin typeface="+mj-lt"/>
                <a:ea typeface="MS UI Gothic" panose="020B0600070205080204" pitchFamily="50" charset="-128"/>
              </a:rPr>
              <a:t>biểu</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thức</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điều</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kiện</a:t>
            </a:r>
            <a:r>
              <a:rPr lang="en-US" altLang="ja-JP" sz="2000" dirty="0">
                <a:latin typeface="+mj-lt"/>
                <a:ea typeface="MS UI Gothic" panose="020B0600070205080204" pitchFamily="50" charset="-128"/>
              </a:rPr>
              <a:t> 1, 2</a:t>
            </a:r>
          </a:p>
          <a:p>
            <a:pPr lvl="1" algn="just">
              <a:lnSpc>
                <a:spcPct val="112000"/>
              </a:lnSpc>
            </a:pPr>
            <a:r>
              <a:rPr lang="en-US" altLang="ja-JP" sz="2000" dirty="0">
                <a:latin typeface="+mj-lt"/>
                <a:ea typeface="ＭＳ ゴシック" panose="020B0609070205080204" pitchFamily="49" charset="-128"/>
              </a:rPr>
              <a:t>}</a:t>
            </a:r>
          </a:p>
        </p:txBody>
      </p:sp>
      <p:sp>
        <p:nvSpPr>
          <p:cNvPr id="713748" name="Rectangle 20">
            <a:extLst>
              <a:ext uri="{FF2B5EF4-FFF2-40B4-BE49-F238E27FC236}">
                <a16:creationId xmlns:a16="http://schemas.microsoft.com/office/drawing/2014/main" id="{7894DE07-332A-AE21-1721-1B314F01A726}"/>
              </a:ext>
            </a:extLst>
          </p:cNvPr>
          <p:cNvSpPr>
            <a:spLocks noChangeArrowheads="1"/>
          </p:cNvSpPr>
          <p:nvPr/>
        </p:nvSpPr>
        <p:spPr bwMode="auto">
          <a:xfrm>
            <a:off x="436563" y="2833688"/>
            <a:ext cx="5810250" cy="1066800"/>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713749" name="Rectangle 21">
            <a:extLst>
              <a:ext uri="{FF2B5EF4-FFF2-40B4-BE49-F238E27FC236}">
                <a16:creationId xmlns:a16="http://schemas.microsoft.com/office/drawing/2014/main" id="{2C0A9357-0410-6ACC-1DB2-95D42EBBADF8}"/>
              </a:ext>
            </a:extLst>
          </p:cNvPr>
          <p:cNvSpPr>
            <a:spLocks noChangeArrowheads="1"/>
          </p:cNvSpPr>
          <p:nvPr/>
        </p:nvSpPr>
        <p:spPr bwMode="auto">
          <a:xfrm>
            <a:off x="457200" y="4127500"/>
            <a:ext cx="5500688" cy="1143000"/>
          </a:xfrm>
          <a:prstGeom prst="rect">
            <a:avLst/>
          </a:prstGeom>
          <a:noFill/>
          <a:ln w="25400" algn="ctr">
            <a:solidFill>
              <a:srgbClr val="FF8519"/>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713750" name="AutoShape 22">
            <a:extLst>
              <a:ext uri="{FF2B5EF4-FFF2-40B4-BE49-F238E27FC236}">
                <a16:creationId xmlns:a16="http://schemas.microsoft.com/office/drawing/2014/main" id="{8E432728-2E5D-39C7-3BF9-4A99DD760E2A}"/>
              </a:ext>
            </a:extLst>
          </p:cNvPr>
          <p:cNvSpPr>
            <a:spLocks noChangeArrowheads="1"/>
          </p:cNvSpPr>
          <p:nvPr/>
        </p:nvSpPr>
        <p:spPr bwMode="auto">
          <a:xfrm>
            <a:off x="6230450" y="2587626"/>
            <a:ext cx="3217862" cy="969963"/>
          </a:xfrm>
          <a:prstGeom prst="wedgeRoundRectCallout">
            <a:avLst>
              <a:gd name="adj1" fmla="val -70426"/>
              <a:gd name="adj2" fmla="val -3847"/>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r>
              <a:rPr lang="en-US" altLang="ja-JP" sz="1400" dirty="0">
                <a:latin typeface="+mj-lt"/>
                <a:ea typeface="ＭＳ ゴシック" panose="020B0609070205080204" pitchFamily="49" charset="-128"/>
              </a:rPr>
              <a:t>Block else if </a:t>
            </a:r>
            <a:r>
              <a:rPr lang="en-US" altLang="ja-JP" sz="1400" dirty="0" err="1">
                <a:latin typeface="+mj-lt"/>
                <a:ea typeface="ＭＳ ゴシック" panose="020B0609070205080204" pitchFamily="49" charset="-128"/>
              </a:rPr>
              <a:t>sử</a:t>
            </a:r>
            <a:r>
              <a:rPr lang="en-US" altLang="ja-JP" sz="1400" dirty="0">
                <a:latin typeface="+mj-lt"/>
                <a:ea typeface="ＭＳ ゴシック" panose="020B0609070205080204" pitchFamily="49" charset="-128"/>
              </a:rPr>
              <a:t> </a:t>
            </a:r>
            <a:r>
              <a:rPr lang="en-US" altLang="ja-JP" sz="1400" dirty="0" err="1">
                <a:latin typeface="+mj-lt"/>
                <a:ea typeface="ＭＳ ゴシック" panose="020B0609070205080204" pitchFamily="49" charset="-128"/>
              </a:rPr>
              <a:t>dụng</a:t>
            </a:r>
            <a:r>
              <a:rPr lang="en-US" altLang="ja-JP" sz="1400" dirty="0">
                <a:latin typeface="+mj-lt"/>
                <a:ea typeface="ＭＳ ゴシック" panose="020B0609070205080204" pitchFamily="49" charset="-128"/>
              </a:rPr>
              <a:t> </a:t>
            </a:r>
            <a:r>
              <a:rPr lang="en-US" altLang="ja-JP" sz="1400" dirty="0" err="1">
                <a:latin typeface="+mj-lt"/>
                <a:ea typeface="ＭＳ ゴシック" panose="020B0609070205080204" pitchFamily="49" charset="-128"/>
              </a:rPr>
              <a:t>trong</a:t>
            </a:r>
            <a:r>
              <a:rPr lang="en-US" altLang="ja-JP" sz="1400" dirty="0">
                <a:latin typeface="+mj-lt"/>
                <a:ea typeface="ＭＳ ゴシック" panose="020B0609070205080204" pitchFamily="49" charset="-128"/>
              </a:rPr>
              <a:t> </a:t>
            </a:r>
            <a:r>
              <a:rPr lang="en-US" altLang="ja-JP" sz="1400" dirty="0" err="1">
                <a:latin typeface="+mj-lt"/>
                <a:ea typeface="ＭＳ ゴシック" panose="020B0609070205080204" pitchFamily="49" charset="-128"/>
              </a:rPr>
              <a:t>trường</a:t>
            </a:r>
            <a:r>
              <a:rPr lang="en-US" altLang="ja-JP" sz="1400" dirty="0">
                <a:latin typeface="+mj-lt"/>
                <a:ea typeface="ＭＳ ゴシック" panose="020B0609070205080204" pitchFamily="49" charset="-128"/>
              </a:rPr>
              <a:t> </a:t>
            </a:r>
            <a:r>
              <a:rPr lang="en-US" altLang="ja-JP" sz="1400" dirty="0" err="1">
                <a:latin typeface="+mj-lt"/>
                <a:ea typeface="ＭＳ ゴシック" panose="020B0609070205080204" pitchFamily="49" charset="-128"/>
              </a:rPr>
              <a:t>hợp</a:t>
            </a:r>
            <a:r>
              <a:rPr lang="en-US" altLang="ja-JP" sz="1400" dirty="0">
                <a:latin typeface="+mj-lt"/>
                <a:ea typeface="ＭＳ ゴシック" panose="020B0609070205080204" pitchFamily="49" charset="-128"/>
              </a:rPr>
              <a:t> </a:t>
            </a:r>
            <a:r>
              <a:rPr lang="en-US" altLang="ja-JP" sz="1400" dirty="0" err="1">
                <a:latin typeface="+mj-lt"/>
                <a:ea typeface="ＭＳ ゴシック" panose="020B0609070205080204" pitchFamily="49" charset="-128"/>
              </a:rPr>
              <a:t>muốn</a:t>
            </a:r>
            <a:r>
              <a:rPr lang="en-US" altLang="ja-JP" sz="1400" dirty="0">
                <a:latin typeface="+mj-lt"/>
                <a:ea typeface="ＭＳ ゴシック" panose="020B0609070205080204" pitchFamily="49" charset="-128"/>
              </a:rPr>
              <a:t> </a:t>
            </a:r>
            <a:r>
              <a:rPr lang="en-US" altLang="ja-JP" sz="1400" dirty="0" err="1">
                <a:latin typeface="+mj-lt"/>
                <a:ea typeface="ＭＳ ゴシック" panose="020B0609070205080204" pitchFamily="49" charset="-128"/>
              </a:rPr>
              <a:t>chỉ</a:t>
            </a:r>
            <a:r>
              <a:rPr lang="en-US" altLang="ja-JP" sz="1400" dirty="0">
                <a:latin typeface="+mj-lt"/>
                <a:ea typeface="ＭＳ ゴシック" panose="020B0609070205080204" pitchFamily="49" charset="-128"/>
              </a:rPr>
              <a:t> </a:t>
            </a:r>
            <a:r>
              <a:rPr lang="en-US" altLang="ja-JP" sz="1400" dirty="0" err="1">
                <a:latin typeface="+mj-lt"/>
                <a:ea typeface="ＭＳ ゴシック" panose="020B0609070205080204" pitchFamily="49" charset="-128"/>
              </a:rPr>
              <a:t>định</a:t>
            </a:r>
            <a:r>
              <a:rPr lang="en-US" altLang="ja-JP" sz="1400" dirty="0">
                <a:latin typeface="+mj-lt"/>
                <a:ea typeface="ＭＳ ゴシック" panose="020B0609070205080204" pitchFamily="49" charset="-128"/>
              </a:rPr>
              <a:t> &gt;= 3 </a:t>
            </a:r>
            <a:r>
              <a:rPr lang="en-US" altLang="ja-JP" sz="1400" dirty="0" err="1">
                <a:latin typeface="+mj-lt"/>
                <a:ea typeface="ＭＳ ゴシック" panose="020B0609070205080204" pitchFamily="49" charset="-128"/>
              </a:rPr>
              <a:t>vị</a:t>
            </a:r>
            <a:r>
              <a:rPr lang="en-US" altLang="ja-JP" sz="1400" dirty="0">
                <a:latin typeface="+mj-lt"/>
                <a:ea typeface="ＭＳ ゴシック" panose="020B0609070205080204" pitchFamily="49" charset="-128"/>
              </a:rPr>
              <a:t> </a:t>
            </a:r>
            <a:r>
              <a:rPr lang="en-US" altLang="ja-JP" sz="1400" dirty="0" err="1">
                <a:latin typeface="+mj-lt"/>
                <a:ea typeface="ＭＳ ゴシック" panose="020B0609070205080204" pitchFamily="49" charset="-128"/>
              </a:rPr>
              <a:t>trí</a:t>
            </a:r>
            <a:r>
              <a:rPr lang="en-US" altLang="ja-JP" sz="1400" dirty="0">
                <a:latin typeface="+mj-lt"/>
                <a:ea typeface="ＭＳ ゴシック" panose="020B0609070205080204" pitchFamily="49" charset="-128"/>
              </a:rPr>
              <a:t> </a:t>
            </a:r>
            <a:r>
              <a:rPr lang="en-US" altLang="ja-JP" sz="1400" dirty="0" err="1">
                <a:latin typeface="+mj-lt"/>
                <a:ea typeface="ＭＳ ゴシック" panose="020B0609070205080204" pitchFamily="49" charset="-128"/>
              </a:rPr>
              <a:t>phân</a:t>
            </a:r>
            <a:r>
              <a:rPr lang="en-US" altLang="ja-JP" sz="1400" dirty="0">
                <a:latin typeface="+mj-lt"/>
                <a:ea typeface="ＭＳ ゴシック" panose="020B0609070205080204" pitchFamily="49" charset="-128"/>
              </a:rPr>
              <a:t> </a:t>
            </a:r>
            <a:r>
              <a:rPr lang="en-US" altLang="ja-JP" sz="1400" dirty="0" err="1">
                <a:latin typeface="+mj-lt"/>
                <a:ea typeface="ＭＳ ゴシック" panose="020B0609070205080204" pitchFamily="49" charset="-128"/>
              </a:rPr>
              <a:t>nhánh</a:t>
            </a:r>
            <a:r>
              <a:rPr lang="ja-JP" altLang="en-US" sz="1400" dirty="0">
                <a:latin typeface="+mj-lt"/>
              </a:rPr>
              <a:t>（</a:t>
            </a:r>
            <a:r>
              <a:rPr lang="en-US" altLang="ja-JP" sz="1400" dirty="0" err="1">
                <a:latin typeface="+mj-lt"/>
              </a:rPr>
              <a:t>Có</a:t>
            </a:r>
            <a:r>
              <a:rPr lang="en-US" altLang="ja-JP" sz="1400" dirty="0">
                <a:latin typeface="+mj-lt"/>
              </a:rPr>
              <a:t> </a:t>
            </a:r>
            <a:r>
              <a:rPr lang="en-US" altLang="ja-JP" sz="1400" dirty="0" err="1">
                <a:latin typeface="+mj-lt"/>
              </a:rPr>
              <a:t>thể</a:t>
            </a:r>
            <a:r>
              <a:rPr lang="en-US" altLang="ja-JP" sz="1400" dirty="0">
                <a:latin typeface="+mj-lt"/>
              </a:rPr>
              <a:t> </a:t>
            </a:r>
            <a:r>
              <a:rPr lang="en-US" altLang="ja-JP" sz="1400" dirty="0" err="1">
                <a:latin typeface="+mj-lt"/>
              </a:rPr>
              <a:t>mô</a:t>
            </a:r>
            <a:r>
              <a:rPr lang="en-US" altLang="ja-JP" sz="1400" dirty="0">
                <a:latin typeface="+mj-lt"/>
              </a:rPr>
              <a:t> </a:t>
            </a:r>
            <a:r>
              <a:rPr lang="en-US" altLang="ja-JP" sz="1400" dirty="0" err="1">
                <a:latin typeface="+mj-lt"/>
              </a:rPr>
              <a:t>tả</a:t>
            </a:r>
            <a:r>
              <a:rPr lang="en-US" altLang="ja-JP" sz="1400" dirty="0">
                <a:latin typeface="+mj-lt"/>
              </a:rPr>
              <a:t> </a:t>
            </a:r>
            <a:r>
              <a:rPr lang="en-US" altLang="ja-JP" sz="1400" dirty="0" err="1">
                <a:latin typeface="+mj-lt"/>
              </a:rPr>
              <a:t>nhiều</a:t>
            </a:r>
            <a:r>
              <a:rPr lang="ja-JP" altLang="en-US" sz="1400" dirty="0">
                <a:latin typeface="+mj-lt"/>
              </a:rPr>
              <a:t>）</a:t>
            </a:r>
          </a:p>
        </p:txBody>
      </p:sp>
      <p:sp>
        <p:nvSpPr>
          <p:cNvPr id="713752" name="AutoShape 24">
            <a:extLst>
              <a:ext uri="{FF2B5EF4-FFF2-40B4-BE49-F238E27FC236}">
                <a16:creationId xmlns:a16="http://schemas.microsoft.com/office/drawing/2014/main" id="{DC96EB98-EDB6-D2D1-7FA5-22C6449E7F02}"/>
              </a:ext>
            </a:extLst>
          </p:cNvPr>
          <p:cNvSpPr>
            <a:spLocks noChangeArrowheads="1"/>
          </p:cNvSpPr>
          <p:nvPr/>
        </p:nvSpPr>
        <p:spPr bwMode="auto">
          <a:xfrm>
            <a:off x="6284928" y="4127500"/>
            <a:ext cx="3322637" cy="965200"/>
          </a:xfrm>
          <a:prstGeom prst="wedgeRoundRectCallout">
            <a:avLst>
              <a:gd name="adj1" fmla="val -65574"/>
              <a:gd name="adj2" fmla="val -13815"/>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r>
              <a:rPr lang="en-US" altLang="ja-JP" sz="1400" dirty="0" err="1">
                <a:latin typeface="+mj-lt"/>
              </a:rPr>
              <a:t>Nếu</a:t>
            </a:r>
            <a:r>
              <a:rPr lang="en-US" altLang="ja-JP" sz="1400" dirty="0">
                <a:latin typeface="+mj-lt"/>
              </a:rPr>
              <a:t> </a:t>
            </a:r>
            <a:r>
              <a:rPr lang="en-US" altLang="ja-JP" sz="1400" dirty="0" err="1">
                <a:latin typeface="+mj-lt"/>
              </a:rPr>
              <a:t>không</a:t>
            </a:r>
            <a:r>
              <a:rPr lang="en-US" altLang="ja-JP" sz="1400" dirty="0">
                <a:latin typeface="+mj-lt"/>
              </a:rPr>
              <a:t> </a:t>
            </a:r>
            <a:r>
              <a:rPr lang="en-US" altLang="ja-JP" sz="1400" dirty="0" err="1">
                <a:latin typeface="+mj-lt"/>
              </a:rPr>
              <a:t>cần</a:t>
            </a:r>
            <a:r>
              <a:rPr lang="en-US" altLang="ja-JP" sz="1400" dirty="0">
                <a:latin typeface="+mj-lt"/>
              </a:rPr>
              <a:t> </a:t>
            </a:r>
            <a:r>
              <a:rPr lang="en-US" altLang="ja-JP" sz="1400" dirty="0" err="1">
                <a:latin typeface="+mj-lt"/>
              </a:rPr>
              <a:t>xử</a:t>
            </a:r>
            <a:r>
              <a:rPr lang="en-US" altLang="ja-JP" sz="1400" dirty="0">
                <a:latin typeface="+mj-lt"/>
              </a:rPr>
              <a:t> </a:t>
            </a:r>
            <a:r>
              <a:rPr lang="en-US" altLang="ja-JP" sz="1400" dirty="0" err="1">
                <a:latin typeface="+mj-lt"/>
              </a:rPr>
              <a:t>lý</a:t>
            </a:r>
            <a:r>
              <a:rPr lang="en-US" altLang="ja-JP" sz="1400" dirty="0">
                <a:latin typeface="+mj-lt"/>
              </a:rPr>
              <a:t> </a:t>
            </a:r>
            <a:r>
              <a:rPr lang="en-US" altLang="ja-JP" sz="1400" dirty="0" err="1">
                <a:latin typeface="+mj-lt"/>
              </a:rPr>
              <a:t>trường</a:t>
            </a:r>
            <a:r>
              <a:rPr lang="en-US" altLang="ja-JP" sz="1400" dirty="0">
                <a:latin typeface="+mj-lt"/>
              </a:rPr>
              <a:t> </a:t>
            </a:r>
            <a:r>
              <a:rPr lang="en-US" altLang="ja-JP" sz="1400" dirty="0" err="1">
                <a:latin typeface="+mj-lt"/>
              </a:rPr>
              <a:t>hợp</a:t>
            </a:r>
            <a:r>
              <a:rPr lang="en-US" altLang="ja-JP" sz="1400" dirty="0">
                <a:latin typeface="+mj-lt"/>
              </a:rPr>
              <a:t> </a:t>
            </a:r>
            <a:r>
              <a:rPr lang="en-US" altLang="ja-JP" sz="1400" dirty="0" err="1">
                <a:latin typeface="+mj-lt"/>
              </a:rPr>
              <a:t>không</a:t>
            </a:r>
            <a:r>
              <a:rPr lang="en-US" altLang="ja-JP" sz="1400" dirty="0">
                <a:latin typeface="+mj-lt"/>
              </a:rPr>
              <a:t> </a:t>
            </a:r>
            <a:r>
              <a:rPr lang="en-US" altLang="ja-JP" sz="1400" dirty="0" err="1">
                <a:latin typeface="+mj-lt"/>
              </a:rPr>
              <a:t>thỏa</a:t>
            </a:r>
            <a:r>
              <a:rPr lang="en-US" altLang="ja-JP" sz="1400" dirty="0">
                <a:latin typeface="+mj-lt"/>
              </a:rPr>
              <a:t> </a:t>
            </a:r>
            <a:r>
              <a:rPr lang="en-US" altLang="ja-JP" sz="1400" dirty="0" err="1">
                <a:latin typeface="+mj-lt"/>
              </a:rPr>
              <a:t>mãn</a:t>
            </a:r>
            <a:r>
              <a:rPr lang="en-US" altLang="ja-JP" sz="1400" dirty="0">
                <a:latin typeface="+mj-lt"/>
              </a:rPr>
              <a:t> </a:t>
            </a:r>
            <a:r>
              <a:rPr lang="en-US" altLang="ja-JP" sz="1400" dirty="0" err="1">
                <a:latin typeface="+mj-lt"/>
              </a:rPr>
              <a:t>tất</a:t>
            </a:r>
            <a:r>
              <a:rPr lang="en-US" altLang="ja-JP" sz="1400" dirty="0">
                <a:latin typeface="+mj-lt"/>
              </a:rPr>
              <a:t> </a:t>
            </a:r>
            <a:r>
              <a:rPr lang="en-US" altLang="ja-JP" sz="1400" dirty="0" err="1">
                <a:latin typeface="+mj-lt"/>
              </a:rPr>
              <a:t>cả</a:t>
            </a:r>
            <a:r>
              <a:rPr lang="en-US" altLang="ja-JP" sz="1400" dirty="0">
                <a:latin typeface="+mj-lt"/>
              </a:rPr>
              <a:t> </a:t>
            </a:r>
            <a:r>
              <a:rPr lang="en-US" altLang="ja-JP" sz="1400" dirty="0" err="1">
                <a:latin typeface="+mj-lt"/>
              </a:rPr>
              <a:t>biểu</a:t>
            </a:r>
            <a:r>
              <a:rPr lang="en-US" altLang="ja-JP" sz="1400" dirty="0">
                <a:latin typeface="+mj-lt"/>
              </a:rPr>
              <a:t> </a:t>
            </a:r>
            <a:r>
              <a:rPr lang="en-US" altLang="ja-JP" sz="1400" dirty="0" err="1">
                <a:latin typeface="+mj-lt"/>
              </a:rPr>
              <a:t>thức</a:t>
            </a:r>
            <a:r>
              <a:rPr lang="en-US" altLang="ja-JP" sz="1400" dirty="0">
                <a:latin typeface="+mj-lt"/>
              </a:rPr>
              <a:t> </a:t>
            </a:r>
            <a:r>
              <a:rPr lang="en-US" altLang="ja-JP" sz="1400" dirty="0" err="1">
                <a:latin typeface="+mj-lt"/>
              </a:rPr>
              <a:t>điều</a:t>
            </a:r>
            <a:r>
              <a:rPr lang="en-US" altLang="ja-JP" sz="1400" dirty="0">
                <a:latin typeface="+mj-lt"/>
              </a:rPr>
              <a:t> </a:t>
            </a:r>
            <a:r>
              <a:rPr lang="en-US" altLang="ja-JP" sz="1400" dirty="0" err="1">
                <a:latin typeface="+mj-lt"/>
              </a:rPr>
              <a:t>kiện</a:t>
            </a:r>
            <a:r>
              <a:rPr lang="en-US" altLang="ja-JP" sz="1400" dirty="0">
                <a:latin typeface="+mj-lt"/>
              </a:rPr>
              <a:t> </a:t>
            </a:r>
            <a:r>
              <a:rPr lang="en-US" altLang="ja-JP" sz="1400" dirty="0" err="1">
                <a:latin typeface="+mj-lt"/>
              </a:rPr>
              <a:t>thì</a:t>
            </a:r>
            <a:r>
              <a:rPr lang="en-US" altLang="ja-JP" sz="1400" dirty="0">
                <a:latin typeface="+mj-lt"/>
              </a:rPr>
              <a:t> </a:t>
            </a:r>
            <a:r>
              <a:rPr lang="en-US" altLang="ja-JP" sz="1400" dirty="0" err="1">
                <a:latin typeface="+mj-lt"/>
              </a:rPr>
              <a:t>có</a:t>
            </a:r>
            <a:r>
              <a:rPr lang="en-US" altLang="ja-JP" sz="1400" dirty="0">
                <a:latin typeface="+mj-lt"/>
              </a:rPr>
              <a:t> </a:t>
            </a:r>
            <a:r>
              <a:rPr lang="en-US" altLang="ja-JP" sz="1400" dirty="0" err="1">
                <a:latin typeface="+mj-lt"/>
              </a:rPr>
              <a:t>thể</a:t>
            </a:r>
            <a:r>
              <a:rPr lang="en-US" altLang="ja-JP" sz="1400" dirty="0">
                <a:latin typeface="+mj-lt"/>
              </a:rPr>
              <a:t> </a:t>
            </a:r>
            <a:r>
              <a:rPr lang="en-US" altLang="ja-JP" sz="1400" dirty="0" err="1">
                <a:latin typeface="+mj-lt"/>
              </a:rPr>
              <a:t>lược</a:t>
            </a:r>
            <a:r>
              <a:rPr lang="en-US" altLang="ja-JP" sz="1400" dirty="0">
                <a:latin typeface="+mj-lt"/>
              </a:rPr>
              <a:t> </a:t>
            </a:r>
            <a:r>
              <a:rPr lang="en-US" altLang="ja-JP" sz="1400" dirty="0" err="1">
                <a:latin typeface="+mj-lt"/>
              </a:rPr>
              <a:t>bỏ</a:t>
            </a:r>
            <a:r>
              <a:rPr lang="en-US" altLang="ja-JP" sz="1400" dirty="0">
                <a:latin typeface="+mj-lt"/>
              </a:rPr>
              <a:t> block else.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1618" name="Rectangle 2">
            <a:extLst>
              <a:ext uri="{FF2B5EF4-FFF2-40B4-BE49-F238E27FC236}">
                <a16:creationId xmlns:a16="http://schemas.microsoft.com/office/drawing/2014/main" id="{8B1535CE-902E-D5DB-42E5-740A45153BF5}"/>
              </a:ext>
            </a:extLst>
          </p:cNvPr>
          <p:cNvSpPr>
            <a:spLocks noGrp="1" noChangeArrowheads="1"/>
          </p:cNvSpPr>
          <p:nvPr>
            <p:ph type="title"/>
          </p:nvPr>
        </p:nvSpPr>
        <p:spPr>
          <a:xfrm>
            <a:off x="284618" y="334963"/>
            <a:ext cx="9217025" cy="490537"/>
          </a:xfrm>
        </p:spPr>
        <p:txBody>
          <a:bodyPr>
            <a:normAutofit fontScale="90000"/>
          </a:bodyPr>
          <a:lstStyle/>
          <a:p>
            <a:r>
              <a:rPr lang="en-US" altLang="en-US" dirty="0" err="1">
                <a:latin typeface="Arial" panose="020B0604020202020204" pitchFamily="34" charset="0"/>
              </a:rPr>
              <a:t>Câu</a:t>
            </a:r>
            <a:r>
              <a:rPr lang="en-US" altLang="en-US" dirty="0">
                <a:latin typeface="Arial" panose="020B0604020202020204" pitchFamily="34" charset="0"/>
              </a:rPr>
              <a:t> </a:t>
            </a:r>
            <a:r>
              <a:rPr lang="en-US" altLang="en-US" dirty="0" err="1">
                <a:latin typeface="Arial" panose="020B0604020202020204" pitchFamily="34" charset="0"/>
              </a:rPr>
              <a:t>lệnh</a:t>
            </a:r>
            <a:r>
              <a:rPr lang="en-US" altLang="en-US" dirty="0">
                <a:latin typeface="Arial" panose="020B0604020202020204" pitchFamily="34" charset="0"/>
              </a:rPr>
              <a:t> </a:t>
            </a:r>
            <a:r>
              <a:rPr lang="en-US" altLang="ja-JP" dirty="0">
                <a:latin typeface="Arial" panose="020B0604020202020204" pitchFamily="34" charset="0"/>
                <a:ea typeface="ＭＳ ゴシック" panose="020B0609070205080204" pitchFamily="49" charset="-128"/>
              </a:rPr>
              <a:t>if-else</a:t>
            </a:r>
            <a:r>
              <a:rPr lang="en-US" altLang="en-US" dirty="0">
                <a:latin typeface="Arial" panose="020B0604020202020204" pitchFamily="34" charset="0"/>
                <a:ea typeface="ＭＳ ゴシック" panose="020B0609070205080204" pitchFamily="49" charset="-128"/>
              </a:rPr>
              <a:t> if</a:t>
            </a:r>
            <a:r>
              <a:rPr lang="en-US" altLang="ja-JP" dirty="0">
                <a:latin typeface="Arial" panose="020B0604020202020204" pitchFamily="34" charset="0"/>
                <a:ea typeface="ＭＳ ゴシック" panose="020B0609070205080204" pitchFamily="49" charset="-128"/>
              </a:rPr>
              <a:t>-</a:t>
            </a:r>
            <a:r>
              <a:rPr lang="en-US" altLang="en-US" dirty="0">
                <a:latin typeface="Arial" panose="020B0604020202020204" pitchFamily="34" charset="0"/>
                <a:ea typeface="ＭＳ ゴシック" panose="020B0609070205080204" pitchFamily="49" charset="-128"/>
              </a:rPr>
              <a:t>else</a:t>
            </a:r>
            <a:r>
              <a:rPr lang="en-US" altLang="en-US" dirty="0">
                <a:latin typeface="Arial" panose="020B0604020202020204" pitchFamily="34" charset="0"/>
              </a:rPr>
              <a:t>（</a:t>
            </a:r>
            <a:r>
              <a:rPr lang="en-US" altLang="ja-JP" dirty="0">
                <a:latin typeface="Arial" panose="020B0604020202020204" pitchFamily="34" charset="0"/>
              </a:rPr>
              <a:t>2</a:t>
            </a:r>
            <a:r>
              <a:rPr lang="en-US" altLang="en-US" dirty="0">
                <a:latin typeface="Arial" panose="020B0604020202020204" pitchFamily="34" charset="0"/>
              </a:rPr>
              <a:t>）</a:t>
            </a:r>
            <a:endParaRPr lang="ja-JP" altLang="en-US" dirty="0">
              <a:latin typeface="Arial" panose="020B0604020202020204" pitchFamily="34" charset="0"/>
            </a:endParaRPr>
          </a:p>
        </p:txBody>
      </p:sp>
      <p:sp>
        <p:nvSpPr>
          <p:cNvPr id="751619" name="Rectangle 3">
            <a:extLst>
              <a:ext uri="{FF2B5EF4-FFF2-40B4-BE49-F238E27FC236}">
                <a16:creationId xmlns:a16="http://schemas.microsoft.com/office/drawing/2014/main" id="{5370CBF4-17E5-BA97-854C-FEA765B06BD1}"/>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751620" name="Rectangle 4">
            <a:extLst>
              <a:ext uri="{FF2B5EF4-FFF2-40B4-BE49-F238E27FC236}">
                <a16:creationId xmlns:a16="http://schemas.microsoft.com/office/drawing/2014/main" id="{C76CF10D-AFBE-2DB4-75C5-006E37CBEB6D}"/>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en-US" sz="2400" b="0">
                <a:latin typeface="Arial" panose="020B0604020202020204" pitchFamily="34" charset="0"/>
                <a:ea typeface="ＭＳ ゴシック" panose="020B0609070205080204" pitchFamily="49" charset="-128"/>
              </a:rPr>
              <a:t>Câu lệnh if-else if-else</a:t>
            </a:r>
            <a:endParaRPr lang="en-US" altLang="ja-JP" sz="2400" b="0">
              <a:latin typeface="Arial" panose="020B0604020202020204" pitchFamily="34" charset="0"/>
            </a:endParaRPr>
          </a:p>
          <a:p>
            <a:pPr>
              <a:spcBef>
                <a:spcPct val="50000"/>
              </a:spcBef>
              <a:buFont typeface="Wingdings" panose="05000000000000000000" pitchFamily="2" charset="2"/>
              <a:buNone/>
            </a:pPr>
            <a:r>
              <a:rPr lang="en-US" altLang="ja-JP" sz="2000" b="0">
                <a:latin typeface="Arial" panose="020B0604020202020204" pitchFamily="34" charset="0"/>
              </a:rPr>
              <a:t>●Ví dụ: Nếu x &lt; 0 thì sẽ hiển thị </a:t>
            </a:r>
            <a:r>
              <a:rPr lang="ja-JP" altLang="en-US" sz="2000" b="0">
                <a:latin typeface="Arial" panose="020B0604020202020204" pitchFamily="34" charset="0"/>
              </a:rPr>
              <a:t>「</a:t>
            </a:r>
            <a:r>
              <a:rPr lang="en-US" altLang="ja-JP" sz="2000" b="0">
                <a:latin typeface="Arial" panose="020B0604020202020204" pitchFamily="34" charset="0"/>
              </a:rPr>
              <a:t>số âm</a:t>
            </a:r>
            <a:r>
              <a:rPr lang="ja-JP" altLang="en-US" sz="2000" b="0">
                <a:latin typeface="Arial" panose="020B0604020202020204" pitchFamily="34" charset="0"/>
              </a:rPr>
              <a:t>」</a:t>
            </a:r>
            <a:r>
              <a:rPr lang="en-US" altLang="ja-JP" sz="2000" b="0">
                <a:latin typeface="Arial" panose="020B0604020202020204" pitchFamily="34" charset="0"/>
              </a:rPr>
              <a:t>, nếu là 0 thì sẽ hiển thị là </a:t>
            </a:r>
            <a:r>
              <a:rPr lang="ja-JP" altLang="en-US" sz="2000" b="0">
                <a:latin typeface="Arial" panose="020B0604020202020204" pitchFamily="34" charset="0"/>
              </a:rPr>
              <a:t>「</a:t>
            </a:r>
            <a:r>
              <a:rPr lang="en-US" altLang="ja-JP" sz="2000" b="0">
                <a:latin typeface="Arial" panose="020B0604020202020204" pitchFamily="34" charset="0"/>
              </a:rPr>
              <a:t>0</a:t>
            </a:r>
            <a:r>
              <a:rPr lang="ja-JP" altLang="en-US" sz="2000" b="0">
                <a:latin typeface="Arial" panose="020B0604020202020204" pitchFamily="34" charset="0"/>
              </a:rPr>
              <a:t>」</a:t>
            </a:r>
            <a:r>
              <a:rPr lang="en-US" altLang="ja-JP" sz="2000" b="0">
                <a:latin typeface="Arial" panose="020B0604020202020204" pitchFamily="34" charset="0"/>
              </a:rPr>
              <a:t>, ngoài ra sẽ hiển thị là </a:t>
            </a:r>
            <a:r>
              <a:rPr lang="ja-JP" altLang="en-US" sz="2000" b="0">
                <a:latin typeface="Arial" panose="020B0604020202020204" pitchFamily="34" charset="0"/>
              </a:rPr>
              <a:t>「</a:t>
            </a:r>
            <a:r>
              <a:rPr lang="en-US" altLang="ja-JP" sz="2000" b="0">
                <a:latin typeface="Arial" panose="020B0604020202020204" pitchFamily="34" charset="0"/>
              </a:rPr>
              <a:t>số dương</a:t>
            </a:r>
            <a:r>
              <a:rPr lang="ja-JP" altLang="en-US" sz="2000" b="0">
                <a:latin typeface="Arial" panose="020B0604020202020204" pitchFamily="34" charset="0"/>
              </a:rPr>
              <a:t>」</a:t>
            </a:r>
          </a:p>
          <a:p>
            <a:pPr>
              <a:spcBef>
                <a:spcPct val="50000"/>
              </a:spcBef>
              <a:buFont typeface="Wingdings" panose="05000000000000000000" pitchFamily="2" charset="2"/>
              <a:buNone/>
            </a:pPr>
            <a:endParaRPr lang="en-US" altLang="ja-JP" sz="2400" b="0">
              <a:latin typeface="Arial" panose="020B0604020202020204" pitchFamily="34" charset="0"/>
            </a:endParaRPr>
          </a:p>
        </p:txBody>
      </p:sp>
      <p:sp>
        <p:nvSpPr>
          <p:cNvPr id="751625" name="Rectangle 9">
            <a:extLst>
              <a:ext uri="{FF2B5EF4-FFF2-40B4-BE49-F238E27FC236}">
                <a16:creationId xmlns:a16="http://schemas.microsoft.com/office/drawing/2014/main" id="{37F2AABA-C1A1-E0A4-DEB3-CEEEAC1E09DE}"/>
              </a:ext>
            </a:extLst>
          </p:cNvPr>
          <p:cNvSpPr>
            <a:spLocks noChangeArrowheads="1"/>
          </p:cNvSpPr>
          <p:nvPr/>
        </p:nvSpPr>
        <p:spPr bwMode="auto">
          <a:xfrm>
            <a:off x="344488" y="1990725"/>
            <a:ext cx="9120187" cy="42259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endParaRPr lang="en-US" altLang="ja-JP" sz="1800" b="0">
              <a:latin typeface="Arial" panose="020B0604020202020204" pitchFamily="34" charset="0"/>
              <a:ea typeface="ＭＳ ゴシック" panose="020B0609070205080204" pitchFamily="49" charset="-128"/>
            </a:endParaRPr>
          </a:p>
          <a:p>
            <a:pPr lvl="1"/>
            <a:r>
              <a:rPr lang="en-US" altLang="ja-JP" sz="1800" b="0">
                <a:latin typeface="Arial" panose="020B0604020202020204" pitchFamily="34" charset="0"/>
                <a:ea typeface="ＭＳ ゴシック" panose="020B0609070205080204" pitchFamily="49" charset="-128"/>
              </a:rPr>
              <a:t>int x = 5;</a:t>
            </a:r>
          </a:p>
          <a:p>
            <a:pPr lvl="1"/>
            <a:endParaRPr lang="en-US" altLang="ja-JP" sz="1800" b="0">
              <a:latin typeface="Arial" panose="020B0604020202020204" pitchFamily="34" charset="0"/>
              <a:ea typeface="ＭＳ ゴシック" panose="020B0609070205080204" pitchFamily="49" charset="-128"/>
            </a:endParaRPr>
          </a:p>
          <a:p>
            <a:pPr lvl="1"/>
            <a:r>
              <a:rPr lang="en-US" altLang="ja-JP" sz="1800" b="0">
                <a:latin typeface="Arial" panose="020B0604020202020204" pitchFamily="34" charset="0"/>
                <a:ea typeface="ＭＳ ゴシック" panose="020B0609070205080204" pitchFamily="49" charset="-128"/>
              </a:rPr>
              <a:t>if ( x &lt; 0 ) {</a:t>
            </a:r>
          </a:p>
          <a:p>
            <a:pPr lvl="1"/>
            <a:r>
              <a:rPr lang="en-US" altLang="ja-JP" sz="1800" b="0">
                <a:latin typeface="Arial" panose="020B0604020202020204" pitchFamily="34" charset="0"/>
                <a:ea typeface="ＭＳ ゴシック" panose="020B0609070205080204" pitchFamily="49" charset="-128"/>
              </a:rPr>
              <a:t>    System.out.println(“Số âm");</a:t>
            </a:r>
          </a:p>
          <a:p>
            <a:pPr lvl="1"/>
            <a:endParaRPr lang="en-US" altLang="ja-JP" sz="1800" b="0">
              <a:latin typeface="Arial" panose="020B0604020202020204" pitchFamily="34" charset="0"/>
              <a:ea typeface="ＭＳ ゴシック" panose="020B0609070205080204" pitchFamily="49" charset="-128"/>
            </a:endParaRPr>
          </a:p>
          <a:p>
            <a:pPr lvl="1"/>
            <a:r>
              <a:rPr lang="en-US" altLang="ja-JP" sz="1800" b="0">
                <a:latin typeface="Arial" panose="020B0604020202020204" pitchFamily="34" charset="0"/>
                <a:ea typeface="ＭＳ ゴシック" panose="020B0609070205080204" pitchFamily="49" charset="-128"/>
              </a:rPr>
              <a:t>} else if ( x == 0 ) {</a:t>
            </a:r>
          </a:p>
          <a:p>
            <a:pPr lvl="1"/>
            <a:r>
              <a:rPr lang="en-US" altLang="ja-JP" sz="1800" b="0">
                <a:latin typeface="Arial" panose="020B0604020202020204" pitchFamily="34" charset="0"/>
                <a:ea typeface="ＭＳ ゴシック" panose="020B0609070205080204" pitchFamily="49" charset="-128"/>
              </a:rPr>
              <a:t>    System.out.println("0");</a:t>
            </a:r>
          </a:p>
          <a:p>
            <a:pPr lvl="1"/>
            <a:endParaRPr lang="en-US" altLang="ja-JP" sz="1800" b="0">
              <a:latin typeface="Arial" panose="020B0604020202020204" pitchFamily="34" charset="0"/>
              <a:ea typeface="ＭＳ ゴシック" panose="020B0609070205080204" pitchFamily="49" charset="-128"/>
            </a:endParaRPr>
          </a:p>
          <a:p>
            <a:pPr lvl="1"/>
            <a:r>
              <a:rPr lang="en-US" altLang="ja-JP" sz="1800" b="0">
                <a:latin typeface="Arial" panose="020B0604020202020204" pitchFamily="34" charset="0"/>
                <a:ea typeface="ＭＳ ゴシック" panose="020B0609070205080204" pitchFamily="49" charset="-128"/>
              </a:rPr>
              <a:t>}  else {</a:t>
            </a:r>
          </a:p>
          <a:p>
            <a:pPr lvl="1"/>
            <a:r>
              <a:rPr lang="en-US" altLang="ja-JP" sz="1800" b="0">
                <a:latin typeface="Arial" panose="020B0604020202020204" pitchFamily="34" charset="0"/>
                <a:ea typeface="ＭＳ ゴシック" panose="020B0609070205080204" pitchFamily="49" charset="-128"/>
              </a:rPr>
              <a:t>    System.out.println(“Số dương");  // Hiển thị số này</a:t>
            </a:r>
          </a:p>
          <a:p>
            <a:pPr lvl="1"/>
            <a:endParaRPr lang="en-US" altLang="ja-JP" sz="1800" b="0">
              <a:latin typeface="Arial" panose="020B0604020202020204" pitchFamily="34" charset="0"/>
              <a:ea typeface="ＭＳ ゴシック" panose="020B0609070205080204" pitchFamily="49" charset="-128"/>
            </a:endParaRPr>
          </a:p>
          <a:p>
            <a:pPr lvl="1"/>
            <a:r>
              <a:rPr lang="en-US" altLang="ja-JP" sz="1800" b="0">
                <a:latin typeface="Arial" panose="020B0604020202020204" pitchFamily="34" charset="0"/>
                <a:ea typeface="ＭＳ ゴシック" panose="020B0609070205080204" pitchFamily="49" charset="-128"/>
              </a:rPr>
              <a:t>}</a:t>
            </a:r>
          </a:p>
        </p:txBody>
      </p:sp>
      <p:sp>
        <p:nvSpPr>
          <p:cNvPr id="751626" name="Rectangle 10">
            <a:extLst>
              <a:ext uri="{FF2B5EF4-FFF2-40B4-BE49-F238E27FC236}">
                <a16:creationId xmlns:a16="http://schemas.microsoft.com/office/drawing/2014/main" id="{6631E22B-7D54-F899-AB01-B030774DE37C}"/>
              </a:ext>
            </a:extLst>
          </p:cNvPr>
          <p:cNvSpPr>
            <a:spLocks noChangeArrowheads="1"/>
          </p:cNvSpPr>
          <p:nvPr/>
        </p:nvSpPr>
        <p:spPr bwMode="auto">
          <a:xfrm>
            <a:off x="838200" y="2982913"/>
            <a:ext cx="730250" cy="293687"/>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
        <p:nvSpPr>
          <p:cNvPr id="751627" name="Text Box 11">
            <a:extLst>
              <a:ext uri="{FF2B5EF4-FFF2-40B4-BE49-F238E27FC236}">
                <a16:creationId xmlns:a16="http://schemas.microsoft.com/office/drawing/2014/main" id="{87667991-20F0-D282-B9DA-8773CCD5D462}"/>
              </a:ext>
            </a:extLst>
          </p:cNvPr>
          <p:cNvSpPr txBox="1">
            <a:spLocks noChangeArrowheads="1"/>
          </p:cNvSpPr>
          <p:nvPr/>
        </p:nvSpPr>
        <p:spPr bwMode="auto">
          <a:xfrm>
            <a:off x="4246562" y="2573338"/>
            <a:ext cx="2611438" cy="369332"/>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ja-JP" sz="1800" b="0" dirty="0">
                <a:latin typeface="+mj-lt"/>
              </a:rPr>
              <a:t>Trong </a:t>
            </a:r>
            <a:r>
              <a:rPr lang="en-US" altLang="ja-JP" sz="1800" b="0" dirty="0" err="1">
                <a:latin typeface="+mj-lt"/>
              </a:rPr>
              <a:t>ví</a:t>
            </a:r>
            <a:r>
              <a:rPr lang="en-US" altLang="ja-JP" sz="1800" b="0" dirty="0">
                <a:latin typeface="+mj-lt"/>
              </a:rPr>
              <a:t> </a:t>
            </a:r>
            <a:r>
              <a:rPr lang="en-US" altLang="ja-JP" sz="1800" b="0" dirty="0" err="1">
                <a:latin typeface="+mj-lt"/>
              </a:rPr>
              <a:t>dụ</a:t>
            </a:r>
            <a:r>
              <a:rPr lang="en-US" altLang="ja-JP" sz="1800" b="0" dirty="0">
                <a:latin typeface="+mj-lt"/>
              </a:rPr>
              <a:t> </a:t>
            </a:r>
            <a:r>
              <a:rPr lang="en-US" altLang="ja-JP" sz="1800" b="0" dirty="0" err="1">
                <a:latin typeface="+mj-lt"/>
              </a:rPr>
              <a:t>này</a:t>
            </a:r>
            <a:r>
              <a:rPr lang="en-US" altLang="ja-JP" sz="1800" b="0" dirty="0">
                <a:latin typeface="+mj-lt"/>
              </a:rPr>
              <a:t> </a:t>
            </a:r>
            <a:r>
              <a:rPr lang="en-US" altLang="ja-JP" sz="1800" b="0" dirty="0" err="1">
                <a:latin typeface="+mj-lt"/>
              </a:rPr>
              <a:t>là</a:t>
            </a:r>
            <a:r>
              <a:rPr lang="en-US" altLang="ja-JP" sz="1800" b="0" dirty="0">
                <a:latin typeface="+mj-lt"/>
              </a:rPr>
              <a:t> false</a:t>
            </a:r>
          </a:p>
        </p:txBody>
      </p:sp>
      <p:cxnSp>
        <p:nvCxnSpPr>
          <p:cNvPr id="751628" name="AutoShape 12">
            <a:extLst>
              <a:ext uri="{FF2B5EF4-FFF2-40B4-BE49-F238E27FC236}">
                <a16:creationId xmlns:a16="http://schemas.microsoft.com/office/drawing/2014/main" id="{7CD2754A-87AA-B8C7-2D8B-CBD8BE6E7341}"/>
              </a:ext>
            </a:extLst>
          </p:cNvPr>
          <p:cNvCxnSpPr>
            <a:cxnSpLocks noChangeShapeType="1"/>
            <a:stCxn id="751626" idx="0"/>
            <a:endCxn id="751627" idx="1"/>
          </p:cNvCxnSpPr>
          <p:nvPr/>
        </p:nvCxnSpPr>
        <p:spPr bwMode="auto">
          <a:xfrm rot="5400000" flipH="1" flipV="1">
            <a:off x="2612489" y="1348841"/>
            <a:ext cx="224909" cy="3043237"/>
          </a:xfrm>
          <a:prstGeom prst="bentConnector2">
            <a:avLst/>
          </a:prstGeom>
          <a:noFill/>
          <a:ln w="25400">
            <a:solidFill>
              <a:srgbClr val="3FB007"/>
            </a:solidFill>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1629" name="Rectangle 13">
            <a:extLst>
              <a:ext uri="{FF2B5EF4-FFF2-40B4-BE49-F238E27FC236}">
                <a16:creationId xmlns:a16="http://schemas.microsoft.com/office/drawing/2014/main" id="{7B1B6B12-93D0-3BF6-2C94-7A8FB201818E}"/>
              </a:ext>
            </a:extLst>
          </p:cNvPr>
          <p:cNvSpPr>
            <a:spLocks noChangeArrowheads="1"/>
          </p:cNvSpPr>
          <p:nvPr/>
        </p:nvSpPr>
        <p:spPr bwMode="auto">
          <a:xfrm>
            <a:off x="1446213" y="3881437"/>
            <a:ext cx="806450" cy="295275"/>
          </a:xfrm>
          <a:prstGeom prst="rect">
            <a:avLst/>
          </a:prstGeom>
          <a:noFill/>
          <a:ln w="25400" algn="ctr">
            <a:solidFill>
              <a:srgbClr val="FF6600"/>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
        <p:nvSpPr>
          <p:cNvPr id="751630" name="Text Box 14">
            <a:extLst>
              <a:ext uri="{FF2B5EF4-FFF2-40B4-BE49-F238E27FC236}">
                <a16:creationId xmlns:a16="http://schemas.microsoft.com/office/drawing/2014/main" id="{18A87EDC-DAF3-FBD7-4A3A-0DE8BD74F71A}"/>
              </a:ext>
            </a:extLst>
          </p:cNvPr>
          <p:cNvSpPr txBox="1">
            <a:spLocks noChangeArrowheads="1"/>
          </p:cNvSpPr>
          <p:nvPr/>
        </p:nvSpPr>
        <p:spPr bwMode="auto">
          <a:xfrm>
            <a:off x="4521200" y="3275013"/>
            <a:ext cx="1868488" cy="666750"/>
          </a:xfrm>
          <a:prstGeom prst="rect">
            <a:avLst/>
          </a:prstGeom>
          <a:noFill/>
          <a:ln w="25400" algn="ctr">
            <a:solidFill>
              <a:srgbClr val="FF6600"/>
            </a:solidFill>
            <a:prstDash val="sysDot"/>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800" b="0" dirty="0">
                <a:latin typeface="+mj-lt"/>
              </a:rPr>
              <a:t>Trong </a:t>
            </a:r>
            <a:r>
              <a:rPr lang="en-US" altLang="ja-JP" sz="1800" b="0" dirty="0" err="1">
                <a:latin typeface="+mj-lt"/>
              </a:rPr>
              <a:t>ví</a:t>
            </a:r>
            <a:r>
              <a:rPr lang="en-US" altLang="ja-JP" sz="1800" b="0" dirty="0">
                <a:latin typeface="+mj-lt"/>
              </a:rPr>
              <a:t> </a:t>
            </a:r>
            <a:r>
              <a:rPr lang="en-US" altLang="ja-JP" sz="1800" b="0" dirty="0" err="1">
                <a:latin typeface="+mj-lt"/>
              </a:rPr>
              <a:t>dụ</a:t>
            </a:r>
            <a:r>
              <a:rPr lang="en-US" altLang="ja-JP" sz="1800" b="0" dirty="0">
                <a:latin typeface="+mj-lt"/>
              </a:rPr>
              <a:t> </a:t>
            </a:r>
            <a:r>
              <a:rPr lang="en-US" altLang="ja-JP" sz="1800" b="0" dirty="0" err="1">
                <a:latin typeface="+mj-lt"/>
              </a:rPr>
              <a:t>này</a:t>
            </a:r>
            <a:r>
              <a:rPr lang="en-US" altLang="ja-JP" sz="1800" b="0" dirty="0">
                <a:latin typeface="+mj-lt"/>
              </a:rPr>
              <a:t> </a:t>
            </a:r>
            <a:r>
              <a:rPr lang="en-US" altLang="ja-JP" sz="1800" b="0" dirty="0" err="1">
                <a:latin typeface="+mj-lt"/>
              </a:rPr>
              <a:t>là</a:t>
            </a:r>
            <a:r>
              <a:rPr lang="en-US" altLang="ja-JP" sz="1800" b="0" dirty="0">
                <a:latin typeface="+mj-lt"/>
              </a:rPr>
              <a:t> false</a:t>
            </a:r>
          </a:p>
        </p:txBody>
      </p:sp>
      <p:cxnSp>
        <p:nvCxnSpPr>
          <p:cNvPr id="751631" name="AutoShape 15">
            <a:extLst>
              <a:ext uri="{FF2B5EF4-FFF2-40B4-BE49-F238E27FC236}">
                <a16:creationId xmlns:a16="http://schemas.microsoft.com/office/drawing/2014/main" id="{D581C4E2-871F-FD86-05F0-6F75A7E77B52}"/>
              </a:ext>
            </a:extLst>
          </p:cNvPr>
          <p:cNvCxnSpPr>
            <a:cxnSpLocks noChangeShapeType="1"/>
          </p:cNvCxnSpPr>
          <p:nvPr/>
        </p:nvCxnSpPr>
        <p:spPr bwMode="auto">
          <a:xfrm rot="16200000">
            <a:off x="3405187" y="2850853"/>
            <a:ext cx="22225" cy="2209800"/>
          </a:xfrm>
          <a:prstGeom prst="bentConnector2">
            <a:avLst/>
          </a:prstGeom>
          <a:noFill/>
          <a:ln w="25400">
            <a:solidFill>
              <a:srgbClr val="FF6600"/>
            </a:solidFill>
            <a:prstDash val="sysDot"/>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1634" name="Rectangle 18">
            <a:extLst>
              <a:ext uri="{FF2B5EF4-FFF2-40B4-BE49-F238E27FC236}">
                <a16:creationId xmlns:a16="http://schemas.microsoft.com/office/drawing/2014/main" id="{A3E7EA33-C591-6036-7F94-12354246235C}"/>
              </a:ext>
            </a:extLst>
          </p:cNvPr>
          <p:cNvSpPr>
            <a:spLocks noChangeArrowheads="1"/>
          </p:cNvSpPr>
          <p:nvPr/>
        </p:nvSpPr>
        <p:spPr bwMode="auto">
          <a:xfrm>
            <a:off x="546100" y="4516438"/>
            <a:ext cx="5854700" cy="892175"/>
          </a:xfrm>
          <a:prstGeom prst="rect">
            <a:avLst/>
          </a:prstGeom>
          <a:noFill/>
          <a:ln w="25400" algn="ctr">
            <a:solidFill>
              <a:srgbClr val="673EC1"/>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249AF5CC-AD47-3632-4E70-3CEF8A8B3A02}"/>
              </a:ext>
            </a:extLst>
          </p:cNvPr>
          <p:cNvSpPr>
            <a:spLocks noGrp="1"/>
          </p:cNvSpPr>
          <p:nvPr>
            <p:ph type="sldNum" sz="quarter" idx="10"/>
          </p:nvPr>
        </p:nvSpPr>
        <p:spPr/>
        <p:txBody>
          <a:bodyPr/>
          <a:lstStyle/>
          <a:p>
            <a:fld id="{3D5907CC-B027-45D1-A75A-159AAF7F5A55}" type="slidenum">
              <a:rPr lang="en-US" altLang="ja-JP"/>
              <a:pPr/>
              <a:t>36</a:t>
            </a:fld>
            <a:endParaRPr lang="en-US" altLang="ja-JP"/>
          </a:p>
        </p:txBody>
      </p:sp>
      <p:sp>
        <p:nvSpPr>
          <p:cNvPr id="717826" name="Rectangle 2">
            <a:extLst>
              <a:ext uri="{FF2B5EF4-FFF2-40B4-BE49-F238E27FC236}">
                <a16:creationId xmlns:a16="http://schemas.microsoft.com/office/drawing/2014/main" id="{85B9BB81-158C-5406-10CB-5D91B5B383C1}"/>
              </a:ext>
            </a:extLst>
          </p:cNvPr>
          <p:cNvSpPr>
            <a:spLocks noGrp="1" noChangeArrowheads="1"/>
          </p:cNvSpPr>
          <p:nvPr>
            <p:ph type="title"/>
          </p:nvPr>
        </p:nvSpPr>
        <p:spPr>
          <a:xfrm>
            <a:off x="272547" y="319514"/>
            <a:ext cx="9217025" cy="490537"/>
          </a:xfrm>
        </p:spPr>
        <p:txBody>
          <a:bodyPr>
            <a:normAutofit fontScale="90000"/>
          </a:bodyPr>
          <a:lstStyle/>
          <a:p>
            <a:r>
              <a:rPr lang="en-US" altLang="ja-JP" dirty="0">
                <a:latin typeface="Arial" panose="020B0604020202020204" pitchFamily="34" charset="0"/>
                <a:ea typeface="MS UI Gothic" panose="020B0600070205080204" pitchFamily="50" charset="-128"/>
              </a:rPr>
              <a:t>Nesting </a:t>
            </a:r>
            <a:r>
              <a:rPr lang="en-US" altLang="ja-JP" dirty="0" err="1">
                <a:latin typeface="Arial" panose="020B0604020202020204" pitchFamily="34" charset="0"/>
                <a:ea typeface="MS UI Gothic" panose="020B0600070205080204" pitchFamily="50" charset="-128"/>
              </a:rPr>
              <a:t>của</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câu</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lệnh</a:t>
            </a:r>
            <a:r>
              <a:rPr lang="en-US" altLang="ja-JP" dirty="0">
                <a:latin typeface="Arial" panose="020B0604020202020204" pitchFamily="34" charset="0"/>
                <a:ea typeface="MS UI Gothic" panose="020B0600070205080204" pitchFamily="50" charset="-128"/>
              </a:rPr>
              <a:t> </a:t>
            </a:r>
            <a:r>
              <a:rPr lang="en-US" altLang="en-US" dirty="0">
                <a:latin typeface="Arial" panose="020B0604020202020204" pitchFamily="34" charset="0"/>
                <a:ea typeface="ＭＳ ゴシック" panose="020B0609070205080204" pitchFamily="49" charset="-128"/>
              </a:rPr>
              <a:t>if</a:t>
            </a:r>
            <a:r>
              <a:rPr lang="en-US" altLang="ja-JP" dirty="0">
                <a:latin typeface="Arial" panose="020B0604020202020204" pitchFamily="34" charset="0"/>
                <a:ea typeface="MS UI Gothic" panose="020B0600070205080204" pitchFamily="50" charset="-128"/>
              </a:rPr>
              <a:t> </a:t>
            </a:r>
            <a:r>
              <a:rPr lang="en-US" altLang="ja-JP" dirty="0">
                <a:latin typeface="Arial" panose="020B0604020202020204" pitchFamily="34" charset="0"/>
                <a:ea typeface="ＭＳ ゴシック" panose="020B0609070205080204" pitchFamily="49" charset="-128"/>
              </a:rPr>
              <a:t>(</a:t>
            </a:r>
            <a:r>
              <a:rPr lang="en-US" altLang="ja-JP" dirty="0" err="1">
                <a:latin typeface="Arial" panose="020B0604020202020204" pitchFamily="34" charset="0"/>
                <a:ea typeface="ＭＳ ゴシック" panose="020B0609070205080204" pitchFamily="49" charset="-128"/>
              </a:rPr>
              <a:t>Lồng</a:t>
            </a:r>
            <a:r>
              <a:rPr lang="en-US" altLang="ja-JP" dirty="0">
                <a:latin typeface="Arial" panose="020B0604020202020204" pitchFamily="34" charset="0"/>
                <a:ea typeface="ＭＳ ゴシック" panose="020B0609070205080204" pitchFamily="49" charset="-128"/>
              </a:rPr>
              <a:t>)</a:t>
            </a:r>
            <a:r>
              <a:rPr lang="ja-JP" altLang="en-US" dirty="0">
                <a:latin typeface="Arial" panose="020B0604020202020204" pitchFamily="34" charset="0"/>
                <a:ea typeface="ＭＳ ゴシック" panose="020B0609070205080204" pitchFamily="49" charset="-128"/>
              </a:rPr>
              <a:t>（</a:t>
            </a:r>
            <a:r>
              <a:rPr lang="en-US" altLang="ja-JP" dirty="0">
                <a:latin typeface="Arial" panose="020B0604020202020204" pitchFamily="34" charset="0"/>
                <a:ea typeface="ＭＳ ゴシック" panose="020B0609070205080204" pitchFamily="49" charset="-128"/>
              </a:rPr>
              <a:t>1</a:t>
            </a:r>
            <a:r>
              <a:rPr lang="ja-JP" altLang="en-US" dirty="0">
                <a:latin typeface="Arial" panose="020B0604020202020204" pitchFamily="34" charset="0"/>
                <a:ea typeface="ＭＳ ゴシック" panose="020B0609070205080204" pitchFamily="49" charset="-128"/>
              </a:rPr>
              <a:t>）</a:t>
            </a:r>
          </a:p>
        </p:txBody>
      </p:sp>
      <p:sp>
        <p:nvSpPr>
          <p:cNvPr id="717827" name="Rectangle 3">
            <a:extLst>
              <a:ext uri="{FF2B5EF4-FFF2-40B4-BE49-F238E27FC236}">
                <a16:creationId xmlns:a16="http://schemas.microsoft.com/office/drawing/2014/main" id="{CC5746C6-3100-8EE7-C218-07C5EDEB06E6}"/>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717828" name="Rectangle 4">
            <a:extLst>
              <a:ext uri="{FF2B5EF4-FFF2-40B4-BE49-F238E27FC236}">
                <a16:creationId xmlns:a16="http://schemas.microsoft.com/office/drawing/2014/main" id="{5829DDC2-4717-6A7D-044A-B2D5A080ED2F}"/>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en-US" sz="2400" b="0">
                <a:latin typeface="Arial" panose="020B0604020202020204" pitchFamily="34" charset="0"/>
                <a:ea typeface="ＭＳ ゴシック" panose="020B0609070205080204" pitchFamily="49" charset="-128"/>
              </a:rPr>
              <a:t>Nest của câu lệnh if (lồng)</a:t>
            </a:r>
            <a:endParaRPr lang="en-US" altLang="ja-JP" sz="2400" b="0">
              <a:latin typeface="Arial" panose="020B0604020202020204" pitchFamily="34" charset="0"/>
              <a:ea typeface="ＭＳ ゴシック" panose="020B0609070205080204" pitchFamily="49" charset="-128"/>
            </a:endParaRPr>
          </a:p>
          <a:p>
            <a:pPr>
              <a:spcBef>
                <a:spcPct val="50000"/>
              </a:spcBef>
              <a:buFont typeface="Wingdings" panose="05000000000000000000" pitchFamily="2" charset="2"/>
              <a:buNone/>
            </a:pPr>
            <a:r>
              <a:rPr lang="en-US" altLang="ja-JP" sz="2000" b="0">
                <a:latin typeface="Arial" panose="020B0604020202020204" pitchFamily="34" charset="0"/>
              </a:rPr>
              <a:t>●Ví dụ</a:t>
            </a:r>
            <a:endParaRPr lang="en-US" altLang="ja-JP" sz="2400" b="0">
              <a:latin typeface="Arial" panose="020B0604020202020204" pitchFamily="34" charset="0"/>
            </a:endParaRPr>
          </a:p>
          <a:p>
            <a:pPr lvl="1"/>
            <a:endParaRPr lang="en-US" altLang="ja-JP" sz="2400" b="0">
              <a:latin typeface="Arial" panose="020B0604020202020204" pitchFamily="34" charset="0"/>
            </a:endParaRPr>
          </a:p>
        </p:txBody>
      </p:sp>
      <p:grpSp>
        <p:nvGrpSpPr>
          <p:cNvPr id="717846" name="Group 22">
            <a:extLst>
              <a:ext uri="{FF2B5EF4-FFF2-40B4-BE49-F238E27FC236}">
                <a16:creationId xmlns:a16="http://schemas.microsoft.com/office/drawing/2014/main" id="{886CE3A9-8751-031B-FCAE-56DEB34DE3BF}"/>
              </a:ext>
            </a:extLst>
          </p:cNvPr>
          <p:cNvGrpSpPr>
            <a:grpSpLocks/>
          </p:cNvGrpSpPr>
          <p:nvPr/>
        </p:nvGrpSpPr>
        <p:grpSpPr bwMode="auto">
          <a:xfrm>
            <a:off x="344488" y="1751013"/>
            <a:ext cx="9120187" cy="4552950"/>
            <a:chOff x="217" y="1103"/>
            <a:chExt cx="5745" cy="2868"/>
          </a:xfrm>
        </p:grpSpPr>
        <p:sp>
          <p:nvSpPr>
            <p:cNvPr id="717830" name="Text Box 6">
              <a:extLst>
                <a:ext uri="{FF2B5EF4-FFF2-40B4-BE49-F238E27FC236}">
                  <a16:creationId xmlns:a16="http://schemas.microsoft.com/office/drawing/2014/main" id="{B7AA7758-4FCC-9306-EEE1-3B86AB22DBBF}"/>
                </a:ext>
              </a:extLst>
            </p:cNvPr>
            <p:cNvSpPr txBox="1">
              <a:spLocks noChangeArrowheads="1"/>
            </p:cNvSpPr>
            <p:nvPr/>
          </p:nvSpPr>
          <p:spPr bwMode="auto">
            <a:xfrm>
              <a:off x="217" y="1103"/>
              <a:ext cx="5745" cy="2868"/>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en-US" altLang="ja-JP" sz="2000">
                  <a:ea typeface="ＭＳ ゴシック" panose="020B0609070205080204" pitchFamily="49" charset="-128"/>
                </a:rPr>
                <a:t>if (Biểu thức điều kiện </a:t>
              </a:r>
              <a:r>
                <a:rPr lang="en-US" altLang="ja-JP" sz="2000">
                  <a:ea typeface="MS UI Gothic" panose="020B0600070205080204" pitchFamily="50" charset="-128"/>
                </a:rPr>
                <a:t>1</a:t>
              </a:r>
              <a:r>
                <a:rPr lang="en-US" altLang="ja-JP" sz="2000">
                  <a:ea typeface="ＭＳ ゴシック" panose="020B0609070205080204" pitchFamily="49" charset="-128"/>
                </a:rPr>
                <a:t>) {</a:t>
              </a:r>
            </a:p>
            <a:p>
              <a:pPr lvl="1" algn="just">
                <a:lnSpc>
                  <a:spcPct val="112000"/>
                </a:lnSpc>
              </a:pPr>
              <a:r>
                <a:rPr lang="en-US" altLang="ja-JP" sz="2000">
                  <a:ea typeface="ＭＳ ゴシック" panose="020B0609070205080204" pitchFamily="49" charset="-128"/>
                </a:rPr>
                <a:t>    if (</a:t>
              </a:r>
              <a:r>
                <a:rPr lang="en-US" altLang="ja-JP" sz="2000">
                  <a:ea typeface="MS UI Gothic" panose="020B0600070205080204" pitchFamily="50" charset="-128"/>
                </a:rPr>
                <a:t>Biểu thức điều kiện </a:t>
              </a:r>
              <a:r>
                <a:rPr lang="en-US" altLang="ja-JP">
                  <a:ea typeface="MS UI Gothic" panose="020B0600070205080204" pitchFamily="50" charset="-128"/>
                </a:rPr>
                <a:t> </a:t>
              </a:r>
              <a:r>
                <a:rPr lang="en-US" altLang="ja-JP" sz="2000">
                  <a:ea typeface="MS UI Gothic" panose="020B0600070205080204" pitchFamily="50" charset="-128"/>
                </a:rPr>
                <a:t>2</a:t>
              </a:r>
              <a:r>
                <a:rPr lang="en-US" altLang="ja-JP" sz="2000">
                  <a:ea typeface="ＭＳ ゴシック" panose="020B0609070205080204" pitchFamily="49" charset="-128"/>
                </a:rPr>
                <a:t>) {</a:t>
              </a:r>
            </a:p>
            <a:p>
              <a:pPr lvl="1" algn="just">
                <a:lnSpc>
                  <a:spcPct val="112000"/>
                </a:lnSpc>
              </a:pPr>
              <a:r>
                <a:rPr lang="en-US" altLang="ja-JP" sz="2000">
                  <a:ea typeface="ＭＳ ゴシック" panose="020B0609070205080204" pitchFamily="49" charset="-128"/>
                </a:rPr>
                <a:t>        Xử lý khi thỏa mãn biểu thức điều kiện 2</a:t>
              </a:r>
              <a:endParaRPr lang="en-US" altLang="ja-JP" sz="2000">
                <a:ea typeface="MS UI Gothic" panose="020B0600070205080204" pitchFamily="50" charset="-128"/>
              </a:endParaRPr>
            </a:p>
            <a:p>
              <a:pPr lvl="1" algn="just">
                <a:lnSpc>
                  <a:spcPct val="112000"/>
                </a:lnSpc>
              </a:pPr>
              <a:r>
                <a:rPr lang="en-US" altLang="ja-JP" sz="2000">
                  <a:ea typeface="ＭＳ ゴシック" panose="020B0609070205080204" pitchFamily="49" charset="-128"/>
                </a:rPr>
                <a:t>    }</a:t>
              </a:r>
            </a:p>
            <a:p>
              <a:pPr lvl="1" algn="just">
                <a:lnSpc>
                  <a:spcPct val="112000"/>
                </a:lnSpc>
              </a:pPr>
              <a:r>
                <a:rPr lang="en-US" altLang="ja-JP" sz="2000">
                  <a:ea typeface="ＭＳ ゴシック" panose="020B0609070205080204" pitchFamily="49" charset="-128"/>
                </a:rPr>
                <a:t>}</a:t>
              </a:r>
              <a:r>
                <a:rPr lang="en-US" altLang="ja-JP" sz="2000">
                  <a:ea typeface="MS UI Gothic" panose="020B0600070205080204" pitchFamily="50" charset="-128"/>
                </a:rPr>
                <a:t> </a:t>
              </a:r>
              <a:r>
                <a:rPr lang="en-US" altLang="ja-JP" sz="2000">
                  <a:ea typeface="ＭＳ ゴシック" panose="020B0609070205080204" pitchFamily="49" charset="-128"/>
                </a:rPr>
                <a:t>else {</a:t>
              </a:r>
            </a:p>
            <a:p>
              <a:pPr lvl="1" algn="just">
                <a:lnSpc>
                  <a:spcPct val="112000"/>
                </a:lnSpc>
              </a:pPr>
              <a:r>
                <a:rPr lang="en-US" altLang="ja-JP" sz="2000">
                  <a:ea typeface="ＭＳ ゴシック" panose="020B0609070205080204" pitchFamily="49" charset="-128"/>
                </a:rPr>
                <a:t>    if (</a:t>
              </a:r>
              <a:r>
                <a:rPr lang="en-US" altLang="ja-JP" sz="2000">
                  <a:ea typeface="MS UI Gothic" panose="020B0600070205080204" pitchFamily="50" charset="-128"/>
                </a:rPr>
                <a:t>Biểu thức điều kiện 3</a:t>
              </a:r>
              <a:r>
                <a:rPr lang="en-US" altLang="ja-JP" sz="2000">
                  <a:ea typeface="ＭＳ ゴシック" panose="020B0609070205080204" pitchFamily="49" charset="-128"/>
                </a:rPr>
                <a:t>) {</a:t>
              </a:r>
            </a:p>
            <a:p>
              <a:pPr lvl="1" algn="just">
                <a:lnSpc>
                  <a:spcPct val="112000"/>
                </a:lnSpc>
              </a:pPr>
              <a:r>
                <a:rPr lang="en-US" altLang="ja-JP" sz="2000">
                  <a:ea typeface="ＭＳ ゴシック" panose="020B0609070205080204" pitchFamily="49" charset="-128"/>
                </a:rPr>
                <a:t>        Xử lý khi thỏa mãn b</a:t>
              </a:r>
              <a:r>
                <a:rPr lang="en-US" altLang="ja-JP" sz="2000">
                  <a:ea typeface="MS UI Gothic" panose="020B0600070205080204" pitchFamily="50" charset="-128"/>
                </a:rPr>
                <a:t>iểu thức điều kiện 3</a:t>
              </a:r>
            </a:p>
            <a:p>
              <a:pPr lvl="1" algn="just">
                <a:lnSpc>
                  <a:spcPct val="112000"/>
                </a:lnSpc>
              </a:pPr>
              <a:r>
                <a:rPr lang="en-US" altLang="ja-JP" sz="2000">
                  <a:ea typeface="ＭＳ ゴシック" panose="020B0609070205080204" pitchFamily="49" charset="-128"/>
                </a:rPr>
                <a:t>    } else {</a:t>
              </a:r>
            </a:p>
            <a:p>
              <a:pPr lvl="1" algn="just">
                <a:lnSpc>
                  <a:spcPct val="112000"/>
                </a:lnSpc>
              </a:pPr>
              <a:r>
                <a:rPr lang="en-US" altLang="ja-JP" sz="2000">
                  <a:ea typeface="ＭＳ ゴシック" panose="020B0609070205080204" pitchFamily="49" charset="-128"/>
                </a:rPr>
                <a:t>        Xử lý trong trường hợp không thỏa mãn</a:t>
              </a:r>
            </a:p>
            <a:p>
              <a:pPr lvl="1" algn="just">
                <a:lnSpc>
                  <a:spcPct val="112000"/>
                </a:lnSpc>
              </a:pPr>
              <a:r>
                <a:rPr lang="en-US" altLang="ja-JP" sz="2000">
                  <a:ea typeface="ＭＳ ゴシック" panose="020B0609070205080204" pitchFamily="49" charset="-128"/>
                </a:rPr>
                <a:t>   </a:t>
              </a:r>
              <a:r>
                <a:rPr lang="en-US" altLang="ja-JP" sz="2000">
                  <a:ea typeface="MS UI Gothic" panose="020B0600070205080204" pitchFamily="50" charset="-128"/>
                </a:rPr>
                <a:t>biểu thức điều kiện 3</a:t>
              </a:r>
            </a:p>
            <a:p>
              <a:pPr lvl="1" algn="just">
                <a:lnSpc>
                  <a:spcPct val="112000"/>
                </a:lnSpc>
              </a:pPr>
              <a:r>
                <a:rPr lang="en-US" altLang="ja-JP" sz="2000">
                  <a:ea typeface="ＭＳ ゴシック" panose="020B0609070205080204" pitchFamily="49" charset="-128"/>
                </a:rPr>
                <a:t>    }</a:t>
              </a:r>
            </a:p>
            <a:p>
              <a:pPr lvl="1" algn="just">
                <a:lnSpc>
                  <a:spcPct val="112000"/>
                </a:lnSpc>
              </a:pPr>
              <a:r>
                <a:rPr lang="en-US" altLang="ja-JP" sz="2000">
                  <a:ea typeface="ＭＳ ゴシック" panose="020B0609070205080204" pitchFamily="49" charset="-128"/>
                </a:rPr>
                <a:t>}</a:t>
              </a:r>
            </a:p>
          </p:txBody>
        </p:sp>
        <p:sp>
          <p:nvSpPr>
            <p:cNvPr id="717831" name="Rectangle 7">
              <a:extLst>
                <a:ext uri="{FF2B5EF4-FFF2-40B4-BE49-F238E27FC236}">
                  <a16:creationId xmlns:a16="http://schemas.microsoft.com/office/drawing/2014/main" id="{CBE21876-9D30-08CE-6105-295B903D32F3}"/>
                </a:ext>
              </a:extLst>
            </p:cNvPr>
            <p:cNvSpPr>
              <a:spLocks noChangeArrowheads="1"/>
            </p:cNvSpPr>
            <p:nvPr/>
          </p:nvSpPr>
          <p:spPr bwMode="auto">
            <a:xfrm>
              <a:off x="449" y="1346"/>
              <a:ext cx="3335" cy="663"/>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
          <p:nvSpPr>
            <p:cNvPr id="717833" name="AutoShape 9">
              <a:extLst>
                <a:ext uri="{FF2B5EF4-FFF2-40B4-BE49-F238E27FC236}">
                  <a16:creationId xmlns:a16="http://schemas.microsoft.com/office/drawing/2014/main" id="{A29089B0-3053-9B2F-E418-E660D1231346}"/>
                </a:ext>
              </a:extLst>
            </p:cNvPr>
            <p:cNvSpPr>
              <a:spLocks noChangeArrowheads="1"/>
            </p:cNvSpPr>
            <p:nvPr/>
          </p:nvSpPr>
          <p:spPr bwMode="auto">
            <a:xfrm>
              <a:off x="4502" y="1216"/>
              <a:ext cx="1382" cy="653"/>
            </a:xfrm>
            <a:prstGeom prst="wedgeRoundRectCallout">
              <a:avLst>
                <a:gd name="adj1" fmla="val -42111"/>
                <a:gd name="adj2" fmla="val 77259"/>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err="1">
                  <a:latin typeface="+mj-lt"/>
                </a:rPr>
                <a:t>Có</a:t>
              </a:r>
              <a:r>
                <a:rPr lang="en-US" altLang="ja-JP" sz="1800" dirty="0">
                  <a:latin typeface="+mj-lt"/>
                </a:rPr>
                <a:t> </a:t>
              </a:r>
              <a:r>
                <a:rPr lang="en-US" altLang="ja-JP" sz="1800" dirty="0" err="1">
                  <a:latin typeface="+mj-lt"/>
                </a:rPr>
                <a:t>thể</a:t>
              </a:r>
              <a:r>
                <a:rPr lang="en-US" altLang="ja-JP" sz="1800" dirty="0">
                  <a:latin typeface="+mj-lt"/>
                </a:rPr>
                <a:t> nesting </a:t>
              </a:r>
              <a:r>
                <a:rPr lang="en-US" altLang="ja-JP" sz="1800" dirty="0" err="1">
                  <a:latin typeface="+mj-lt"/>
                </a:rPr>
                <a:t>câu</a:t>
              </a:r>
              <a:r>
                <a:rPr lang="en-US" altLang="ja-JP" sz="1800" dirty="0">
                  <a:latin typeface="+mj-lt"/>
                </a:rPr>
                <a:t> </a:t>
              </a:r>
              <a:r>
                <a:rPr lang="en-US" altLang="ja-JP" sz="1800" dirty="0" err="1">
                  <a:latin typeface="+mj-lt"/>
                </a:rPr>
                <a:t>lệnh</a:t>
              </a:r>
              <a:r>
                <a:rPr lang="en-US" altLang="ja-JP" sz="1800" dirty="0">
                  <a:latin typeface="+mj-lt"/>
                </a:rPr>
                <a:t> if </a:t>
              </a:r>
              <a:r>
                <a:rPr lang="en-US" altLang="ja-JP" sz="1800" dirty="0" err="1">
                  <a:latin typeface="+mj-lt"/>
                </a:rPr>
                <a:t>trong</a:t>
              </a:r>
              <a:r>
                <a:rPr lang="en-US" altLang="ja-JP" sz="1800" dirty="0">
                  <a:latin typeface="+mj-lt"/>
                </a:rPr>
                <a:t> </a:t>
              </a:r>
              <a:r>
                <a:rPr lang="en-US" altLang="ja-JP" sz="1800" dirty="0" err="1">
                  <a:latin typeface="+mj-lt"/>
                </a:rPr>
                <a:t>câu</a:t>
              </a:r>
              <a:r>
                <a:rPr lang="en-US" altLang="ja-JP" sz="1800" dirty="0">
                  <a:latin typeface="+mj-lt"/>
                </a:rPr>
                <a:t> </a:t>
              </a:r>
              <a:r>
                <a:rPr lang="en-US" altLang="ja-JP" sz="1800" dirty="0" err="1">
                  <a:latin typeface="+mj-lt"/>
                </a:rPr>
                <a:t>lệnh</a:t>
              </a:r>
              <a:r>
                <a:rPr lang="en-US" altLang="ja-JP" sz="1800" dirty="0">
                  <a:latin typeface="+mj-lt"/>
                </a:rPr>
                <a:t> if </a:t>
              </a:r>
              <a:r>
                <a:rPr lang="en-US" altLang="ja-JP" sz="1800" dirty="0" err="1">
                  <a:latin typeface="+mj-lt"/>
                </a:rPr>
                <a:t>đã</a:t>
              </a:r>
              <a:r>
                <a:rPr lang="en-US" altLang="ja-JP" sz="1800" dirty="0">
                  <a:latin typeface="+mj-lt"/>
                </a:rPr>
                <a:t> nesting</a:t>
              </a:r>
            </a:p>
          </p:txBody>
        </p:sp>
        <p:sp>
          <p:nvSpPr>
            <p:cNvPr id="717835" name="Rectangle 11">
              <a:extLst>
                <a:ext uri="{FF2B5EF4-FFF2-40B4-BE49-F238E27FC236}">
                  <a16:creationId xmlns:a16="http://schemas.microsoft.com/office/drawing/2014/main" id="{106D735F-5D37-DA0B-C9E8-A64EE5E1B0A8}"/>
                </a:ext>
              </a:extLst>
            </p:cNvPr>
            <p:cNvSpPr>
              <a:spLocks noChangeArrowheads="1"/>
            </p:cNvSpPr>
            <p:nvPr/>
          </p:nvSpPr>
          <p:spPr bwMode="auto">
            <a:xfrm>
              <a:off x="455" y="2194"/>
              <a:ext cx="3329" cy="1119"/>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
          <p:nvSpPr>
            <p:cNvPr id="717837" name="Rectangle 13">
              <a:extLst>
                <a:ext uri="{FF2B5EF4-FFF2-40B4-BE49-F238E27FC236}">
                  <a16:creationId xmlns:a16="http://schemas.microsoft.com/office/drawing/2014/main" id="{4FD84ED9-E054-01BB-CA8A-7614284A2F9D}"/>
                </a:ext>
              </a:extLst>
            </p:cNvPr>
            <p:cNvSpPr>
              <a:spLocks noChangeArrowheads="1"/>
            </p:cNvSpPr>
            <p:nvPr/>
          </p:nvSpPr>
          <p:spPr bwMode="auto">
            <a:xfrm>
              <a:off x="3978" y="1953"/>
              <a:ext cx="877" cy="420"/>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spAutoFit/>
            </a:bodyP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marL="1827213" defTabSz="863600">
                <a:defRPr kumimoji="1">
                  <a:solidFill>
                    <a:schemeClr val="tx1"/>
                  </a:solidFill>
                  <a:latin typeface="Arial" panose="020B0604020202020204" pitchFamily="34" charset="0"/>
                  <a:ea typeface="ＭＳ Ｐゴシック" panose="020B0600070205080204" pitchFamily="50" charset="-128"/>
                </a:defRPr>
              </a:lvl5pPr>
              <a:lvl6pPr marL="22844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16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88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60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800" b="0">
                  <a:ea typeface="ＭＳ ゴシック" panose="020B0609070205080204" pitchFamily="49" charset="-128"/>
                </a:rPr>
                <a:t>Nest của câu lệnh if</a:t>
              </a:r>
              <a:endParaRPr lang="en-US" altLang="ja-JP" sz="1800" b="0">
                <a:ea typeface="MS UI Gothic" panose="020B0600070205080204" pitchFamily="50" charset="-128"/>
              </a:endParaRPr>
            </a:p>
          </p:txBody>
        </p:sp>
        <p:cxnSp>
          <p:nvCxnSpPr>
            <p:cNvPr id="717840" name="AutoShape 16">
              <a:extLst>
                <a:ext uri="{FF2B5EF4-FFF2-40B4-BE49-F238E27FC236}">
                  <a16:creationId xmlns:a16="http://schemas.microsoft.com/office/drawing/2014/main" id="{0F32D645-9BB0-BA69-6286-2A23CDAF8CCB}"/>
                </a:ext>
              </a:extLst>
            </p:cNvPr>
            <p:cNvCxnSpPr>
              <a:cxnSpLocks noChangeShapeType="1"/>
              <a:stCxn id="717837" idx="2"/>
            </p:cNvCxnSpPr>
            <p:nvPr/>
          </p:nvCxnSpPr>
          <p:spPr bwMode="auto">
            <a:xfrm rot="5400000">
              <a:off x="3918" y="2255"/>
              <a:ext cx="373" cy="625"/>
            </a:xfrm>
            <a:prstGeom prst="bentConnector2">
              <a:avLst/>
            </a:prstGeom>
            <a:noFill/>
            <a:ln w="25400">
              <a:solidFill>
                <a:srgbClr val="3FB007"/>
              </a:solidFill>
              <a:miter lim="800000"/>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7842" name="AutoShape 18">
              <a:extLst>
                <a:ext uri="{FF2B5EF4-FFF2-40B4-BE49-F238E27FC236}">
                  <a16:creationId xmlns:a16="http://schemas.microsoft.com/office/drawing/2014/main" id="{899F5B92-1496-DFC2-4773-62255EE3F3F1}"/>
                </a:ext>
              </a:extLst>
            </p:cNvPr>
            <p:cNvCxnSpPr>
              <a:cxnSpLocks noChangeShapeType="1"/>
              <a:stCxn id="717837" idx="0"/>
            </p:cNvCxnSpPr>
            <p:nvPr/>
          </p:nvCxnSpPr>
          <p:spPr bwMode="auto">
            <a:xfrm rot="5400000" flipH="1">
              <a:off x="3971" y="1499"/>
              <a:ext cx="267" cy="625"/>
            </a:xfrm>
            <a:prstGeom prst="bentConnector2">
              <a:avLst/>
            </a:prstGeom>
            <a:noFill/>
            <a:ln w="25400">
              <a:solidFill>
                <a:srgbClr val="3FB007"/>
              </a:solidFill>
              <a:miter lim="800000"/>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7844" name="AutoShape 20">
              <a:extLst>
                <a:ext uri="{FF2B5EF4-FFF2-40B4-BE49-F238E27FC236}">
                  <a16:creationId xmlns:a16="http://schemas.microsoft.com/office/drawing/2014/main" id="{B846BA06-4158-2867-5FE6-20222F048A09}"/>
                </a:ext>
              </a:extLst>
            </p:cNvPr>
            <p:cNvSpPr>
              <a:spLocks noChangeArrowheads="1"/>
            </p:cNvSpPr>
            <p:nvPr/>
          </p:nvSpPr>
          <p:spPr bwMode="auto">
            <a:xfrm>
              <a:off x="270" y="3560"/>
              <a:ext cx="5348" cy="301"/>
            </a:xfrm>
            <a:prstGeom prst="wedgeRoundRectCallout">
              <a:avLst>
                <a:gd name="adj1" fmla="val -40185"/>
                <a:gd name="adj2" fmla="val -167278"/>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a:latin typeface="+mj-lt"/>
                </a:rPr>
                <a:t>Trường </a:t>
              </a:r>
              <a:r>
                <a:rPr lang="en-US" altLang="ja-JP" sz="1800" dirty="0" err="1">
                  <a:latin typeface="+mj-lt"/>
                </a:rPr>
                <a:t>hợp</a:t>
              </a:r>
              <a:r>
                <a:rPr lang="en-US" altLang="ja-JP" sz="1800" dirty="0">
                  <a:latin typeface="+mj-lt"/>
                </a:rPr>
                <a:t> block </a:t>
              </a:r>
              <a:r>
                <a:rPr lang="en-US" altLang="ja-JP" sz="1800" dirty="0" err="1">
                  <a:latin typeface="+mj-lt"/>
                </a:rPr>
                <a:t>bị</a:t>
              </a:r>
              <a:r>
                <a:rPr lang="en-US" altLang="ja-JP" sz="1800" dirty="0">
                  <a:latin typeface="+mj-lt"/>
                </a:rPr>
                <a:t> </a:t>
              </a:r>
              <a:r>
                <a:rPr lang="en-US" altLang="ja-JP" sz="1800" dirty="0" err="1">
                  <a:latin typeface="+mj-lt"/>
                </a:rPr>
                <a:t>lồng</a:t>
              </a:r>
              <a:r>
                <a:rPr lang="en-US" altLang="ja-JP" sz="1800" dirty="0">
                  <a:latin typeface="+mj-lt"/>
                </a:rPr>
                <a:t>, </a:t>
              </a:r>
              <a:r>
                <a:rPr lang="en-US" altLang="ja-JP" sz="1800" dirty="0" err="1">
                  <a:latin typeface="+mj-lt"/>
                </a:rPr>
                <a:t>nếu</a:t>
              </a:r>
              <a:r>
                <a:rPr lang="en-US" altLang="ja-JP" sz="1800" dirty="0">
                  <a:latin typeface="+mj-lt"/>
                </a:rPr>
                <a:t> </a:t>
              </a:r>
              <a:r>
                <a:rPr lang="en-US" altLang="ja-JP" sz="1800" dirty="0" err="1">
                  <a:latin typeface="+mj-lt"/>
                </a:rPr>
                <a:t>xuống</a:t>
              </a:r>
              <a:r>
                <a:rPr lang="en-US" altLang="ja-JP" sz="1800" dirty="0">
                  <a:latin typeface="+mj-lt"/>
                </a:rPr>
                <a:t> </a:t>
              </a:r>
              <a:r>
                <a:rPr lang="en-US" altLang="ja-JP" sz="1800" dirty="0" err="1">
                  <a:latin typeface="+mj-lt"/>
                </a:rPr>
                <a:t>dòng</a:t>
              </a:r>
              <a:r>
                <a:rPr lang="en-US" altLang="ja-JP" sz="1800" dirty="0">
                  <a:latin typeface="+mj-lt"/>
                </a:rPr>
                <a:t> (indent) </a:t>
              </a:r>
              <a:r>
                <a:rPr lang="en-US" altLang="ja-JP" sz="1800" dirty="0" err="1">
                  <a:latin typeface="+mj-lt"/>
                </a:rPr>
                <a:t>thì</a:t>
              </a:r>
              <a:r>
                <a:rPr lang="en-US" altLang="ja-JP" sz="1800" dirty="0">
                  <a:latin typeface="+mj-lt"/>
                </a:rPr>
                <a:t> code </a:t>
              </a:r>
              <a:r>
                <a:rPr lang="en-US" altLang="ja-JP" sz="1800" dirty="0" err="1">
                  <a:latin typeface="+mj-lt"/>
                </a:rPr>
                <a:t>sẽ</a:t>
              </a:r>
              <a:r>
                <a:rPr lang="en-US" altLang="ja-JP" sz="1800" dirty="0">
                  <a:latin typeface="+mj-lt"/>
                </a:rPr>
                <a:t> </a:t>
              </a:r>
              <a:r>
                <a:rPr lang="en-US" altLang="ja-JP" sz="1800" dirty="0" err="1">
                  <a:latin typeface="+mj-lt"/>
                </a:rPr>
                <a:t>dễ</a:t>
              </a:r>
              <a:r>
                <a:rPr lang="en-US" altLang="ja-JP" sz="1800" dirty="0">
                  <a:latin typeface="+mj-lt"/>
                </a:rPr>
                <a:t> </a:t>
              </a:r>
              <a:r>
                <a:rPr lang="en-US" altLang="ja-JP" sz="1800" dirty="0" err="1">
                  <a:latin typeface="+mj-lt"/>
                </a:rPr>
                <a:t>nhìn</a:t>
              </a:r>
              <a:r>
                <a:rPr lang="en-US" altLang="ja-JP" sz="1800" dirty="0">
                  <a:latin typeface="+mj-lt"/>
                </a:rPr>
                <a:t>.</a:t>
              </a: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541AEF4D-9ABC-A474-8237-5305086A4BBB}"/>
              </a:ext>
            </a:extLst>
          </p:cNvPr>
          <p:cNvSpPr>
            <a:spLocks noGrp="1"/>
          </p:cNvSpPr>
          <p:nvPr>
            <p:ph type="sldNum" sz="quarter" idx="10"/>
          </p:nvPr>
        </p:nvSpPr>
        <p:spPr/>
        <p:txBody>
          <a:bodyPr/>
          <a:lstStyle/>
          <a:p>
            <a:fld id="{3BAE28ED-9B95-4434-BEA1-58C4DE9C3C7F}" type="slidenum">
              <a:rPr lang="en-US" altLang="ja-JP"/>
              <a:pPr/>
              <a:t>37</a:t>
            </a:fld>
            <a:endParaRPr lang="en-US" altLang="ja-JP"/>
          </a:p>
        </p:txBody>
      </p:sp>
      <p:sp>
        <p:nvSpPr>
          <p:cNvPr id="753666" name="Rectangle 2">
            <a:extLst>
              <a:ext uri="{FF2B5EF4-FFF2-40B4-BE49-F238E27FC236}">
                <a16:creationId xmlns:a16="http://schemas.microsoft.com/office/drawing/2014/main" id="{9D7A8D32-0C5F-FCB5-9E9C-2DAF6495D41C}"/>
              </a:ext>
            </a:extLst>
          </p:cNvPr>
          <p:cNvSpPr>
            <a:spLocks noGrp="1" noChangeArrowheads="1"/>
          </p:cNvSpPr>
          <p:nvPr>
            <p:ph type="title"/>
          </p:nvPr>
        </p:nvSpPr>
        <p:spPr>
          <a:xfrm>
            <a:off x="344488" y="319882"/>
            <a:ext cx="9217025" cy="490537"/>
          </a:xfrm>
        </p:spPr>
        <p:txBody>
          <a:bodyPr>
            <a:normAutofit fontScale="90000"/>
          </a:bodyPr>
          <a:lstStyle/>
          <a:p>
            <a:r>
              <a:rPr lang="en-US" altLang="ja-JP" dirty="0">
                <a:latin typeface="Arial" panose="020B0604020202020204" pitchFamily="34" charset="0"/>
                <a:ea typeface="MS UI Gothic" panose="020B0600070205080204" pitchFamily="50" charset="-128"/>
              </a:rPr>
              <a:t>Nest </a:t>
            </a:r>
            <a:r>
              <a:rPr lang="en-US" altLang="ja-JP" dirty="0" err="1">
                <a:latin typeface="Arial" panose="020B0604020202020204" pitchFamily="34" charset="0"/>
                <a:ea typeface="MS UI Gothic" panose="020B0600070205080204" pitchFamily="50" charset="-128"/>
              </a:rPr>
              <a:t>của</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câu</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lệnh</a:t>
            </a:r>
            <a:r>
              <a:rPr lang="en-US" altLang="ja-JP" dirty="0">
                <a:latin typeface="Arial" panose="020B0604020202020204" pitchFamily="34" charset="0"/>
                <a:ea typeface="MS UI Gothic" panose="020B0600070205080204" pitchFamily="50" charset="-128"/>
              </a:rPr>
              <a:t> </a:t>
            </a:r>
            <a:r>
              <a:rPr lang="en-US" altLang="en-US" dirty="0">
                <a:latin typeface="Arial" panose="020B0604020202020204" pitchFamily="34" charset="0"/>
                <a:ea typeface="ＭＳ ゴシック" panose="020B0609070205080204" pitchFamily="49" charset="-128"/>
              </a:rPr>
              <a:t>if</a:t>
            </a:r>
            <a:r>
              <a:rPr lang="en-US" altLang="ja-JP" dirty="0">
                <a:latin typeface="Arial" panose="020B0604020202020204" pitchFamily="34" charset="0"/>
                <a:ea typeface="MS UI Gothic" panose="020B0600070205080204" pitchFamily="50" charset="-128"/>
              </a:rPr>
              <a:t> </a:t>
            </a:r>
            <a:r>
              <a:rPr lang="en-US" altLang="ja-JP" dirty="0">
                <a:latin typeface="Arial" panose="020B0604020202020204" pitchFamily="34" charset="0"/>
                <a:ea typeface="ＭＳ ゴシック" panose="020B0609070205080204" pitchFamily="49" charset="-128"/>
              </a:rPr>
              <a:t>(</a:t>
            </a:r>
            <a:r>
              <a:rPr lang="en-US" altLang="ja-JP" dirty="0" err="1">
                <a:latin typeface="Arial" panose="020B0604020202020204" pitchFamily="34" charset="0"/>
                <a:ea typeface="ＭＳ ゴシック" panose="020B0609070205080204" pitchFamily="49" charset="-128"/>
              </a:rPr>
              <a:t>lồng</a:t>
            </a:r>
            <a:r>
              <a:rPr lang="en-US" altLang="ja-JP" dirty="0">
                <a:latin typeface="Arial" panose="020B0604020202020204" pitchFamily="34" charset="0"/>
                <a:ea typeface="ＭＳ ゴシック" panose="020B0609070205080204" pitchFamily="49" charset="-128"/>
              </a:rPr>
              <a:t>)</a:t>
            </a:r>
            <a:r>
              <a:rPr lang="ja-JP" altLang="en-US" dirty="0">
                <a:latin typeface="Arial" panose="020B0604020202020204" pitchFamily="34" charset="0"/>
                <a:ea typeface="ＭＳ ゴシック" panose="020B0609070205080204" pitchFamily="49" charset="-128"/>
              </a:rPr>
              <a:t>（</a:t>
            </a:r>
            <a:r>
              <a:rPr lang="en-US" altLang="ja-JP" dirty="0">
                <a:latin typeface="Arial" panose="020B0604020202020204" pitchFamily="34" charset="0"/>
                <a:ea typeface="ＭＳ ゴシック" panose="020B0609070205080204" pitchFamily="49" charset="-128"/>
              </a:rPr>
              <a:t>2</a:t>
            </a:r>
            <a:r>
              <a:rPr lang="ja-JP" altLang="en-US" dirty="0">
                <a:latin typeface="Arial" panose="020B0604020202020204" pitchFamily="34" charset="0"/>
                <a:ea typeface="ＭＳ ゴシック" panose="020B0609070205080204" pitchFamily="49" charset="-128"/>
              </a:rPr>
              <a:t>）</a:t>
            </a:r>
          </a:p>
        </p:txBody>
      </p:sp>
      <p:sp>
        <p:nvSpPr>
          <p:cNvPr id="753667" name="Rectangle 3">
            <a:extLst>
              <a:ext uri="{FF2B5EF4-FFF2-40B4-BE49-F238E27FC236}">
                <a16:creationId xmlns:a16="http://schemas.microsoft.com/office/drawing/2014/main" id="{99AAB26C-0538-2523-B816-B811C46B9B8A}"/>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753668" name="Rectangle 4">
            <a:extLst>
              <a:ext uri="{FF2B5EF4-FFF2-40B4-BE49-F238E27FC236}">
                <a16:creationId xmlns:a16="http://schemas.microsoft.com/office/drawing/2014/main" id="{4BC370C4-280F-9E04-810B-5D8B0F6F92CF}"/>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en-US" sz="2400" b="0">
                <a:latin typeface="Arial" panose="020B0604020202020204" pitchFamily="34" charset="0"/>
                <a:ea typeface="ＭＳ ゴシック" panose="020B0609070205080204" pitchFamily="49" charset="-128"/>
              </a:rPr>
              <a:t>Nest của câu lệnh if </a:t>
            </a:r>
            <a:r>
              <a:rPr lang="en-US" altLang="en-US" sz="2400" b="0">
                <a:latin typeface="Arial" panose="020B0604020202020204" pitchFamily="34" charset="0"/>
              </a:rPr>
              <a:t>(lồng)</a:t>
            </a:r>
            <a:endParaRPr lang="en-US" altLang="ja-JP" sz="2400" b="0">
              <a:latin typeface="Arial" panose="020B0604020202020204" pitchFamily="34" charset="0"/>
            </a:endParaRPr>
          </a:p>
          <a:p>
            <a:pPr>
              <a:buFont typeface="Wingdings" panose="05000000000000000000" pitchFamily="2" charset="2"/>
              <a:buNone/>
            </a:pPr>
            <a:r>
              <a:rPr lang="en-US" altLang="ja-JP" sz="2000" b="0">
                <a:latin typeface="Arial" panose="020B0604020202020204" pitchFamily="34" charset="0"/>
              </a:rPr>
              <a:t>●Ví dụ: Biểu thị việc x và y có lớn hơn 0 không?</a:t>
            </a:r>
          </a:p>
          <a:p>
            <a:pPr>
              <a:spcBef>
                <a:spcPct val="50000"/>
              </a:spcBef>
              <a:buFont typeface="Wingdings" panose="05000000000000000000" pitchFamily="2" charset="2"/>
              <a:buNone/>
            </a:pPr>
            <a:endParaRPr lang="en-US" altLang="ja-JP" sz="2400" b="0">
              <a:latin typeface="Arial" panose="020B0604020202020204" pitchFamily="34" charset="0"/>
            </a:endParaRPr>
          </a:p>
        </p:txBody>
      </p:sp>
      <p:sp>
        <p:nvSpPr>
          <p:cNvPr id="753670" name="Rectangle 6">
            <a:extLst>
              <a:ext uri="{FF2B5EF4-FFF2-40B4-BE49-F238E27FC236}">
                <a16:creationId xmlns:a16="http://schemas.microsoft.com/office/drawing/2014/main" id="{1B859A22-7F99-6250-90ED-FEB4305DD8F8}"/>
              </a:ext>
            </a:extLst>
          </p:cNvPr>
          <p:cNvSpPr>
            <a:spLocks noChangeArrowheads="1"/>
          </p:cNvSpPr>
          <p:nvPr/>
        </p:nvSpPr>
        <p:spPr bwMode="auto">
          <a:xfrm>
            <a:off x="344488" y="1565275"/>
            <a:ext cx="8980487" cy="49085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spcBef>
                <a:spcPct val="0"/>
              </a:spcBef>
            </a:pPr>
            <a:r>
              <a:rPr lang="en-US" altLang="ja-JP" sz="1800" b="0">
                <a:latin typeface="Arial" panose="020B0604020202020204" pitchFamily="34" charset="0"/>
                <a:ea typeface="ＭＳ ゴシック" panose="020B0609070205080204" pitchFamily="49" charset="-128"/>
              </a:rPr>
              <a:t>int x = 5;</a:t>
            </a:r>
          </a:p>
          <a:p>
            <a:pPr lvl="1">
              <a:spcBef>
                <a:spcPct val="0"/>
              </a:spcBef>
            </a:pPr>
            <a:r>
              <a:rPr lang="en-US" altLang="ja-JP" sz="1800" b="0">
                <a:latin typeface="Arial" panose="020B0604020202020204" pitchFamily="34" charset="0"/>
                <a:ea typeface="ＭＳ ゴシック" panose="020B0609070205080204" pitchFamily="49" charset="-128"/>
              </a:rPr>
              <a:t>int y = -2;</a:t>
            </a:r>
          </a:p>
          <a:p>
            <a:pPr lvl="1">
              <a:lnSpc>
                <a:spcPct val="130000"/>
              </a:lnSpc>
              <a:spcBef>
                <a:spcPct val="50000"/>
              </a:spcBef>
            </a:pPr>
            <a:r>
              <a:rPr lang="en-US" altLang="ja-JP" sz="1800" b="0">
                <a:latin typeface="Arial" panose="020B0604020202020204" pitchFamily="34" charset="0"/>
                <a:ea typeface="ＭＳ ゴシック" panose="020B0609070205080204" pitchFamily="49" charset="-128"/>
              </a:rPr>
              <a:t>if ( x &gt; 0 ) {</a:t>
            </a:r>
          </a:p>
          <a:p>
            <a:pPr lvl="1">
              <a:lnSpc>
                <a:spcPct val="130000"/>
              </a:lnSpc>
              <a:spcBef>
                <a:spcPct val="30000"/>
              </a:spcBef>
            </a:pPr>
            <a:r>
              <a:rPr lang="en-US" altLang="ja-JP" sz="1800" b="0">
                <a:latin typeface="Arial" panose="020B0604020202020204" pitchFamily="34" charset="0"/>
                <a:ea typeface="ＭＳ ゴシック" panose="020B0609070205080204" pitchFamily="49" charset="-128"/>
              </a:rPr>
              <a:t>    if ( y &gt; 0 ) {</a:t>
            </a:r>
          </a:p>
          <a:p>
            <a:pPr lvl="1">
              <a:lnSpc>
                <a:spcPct val="130000"/>
              </a:lnSpc>
              <a:spcBef>
                <a:spcPct val="0"/>
              </a:spcBef>
            </a:pPr>
            <a:r>
              <a:rPr lang="en-US" altLang="ja-JP" sz="1800" b="0">
                <a:latin typeface="Arial" panose="020B0604020202020204" pitchFamily="34" charset="0"/>
                <a:ea typeface="ＭＳ ゴシック" panose="020B0609070205080204" pitchFamily="49" charset="-128"/>
              </a:rPr>
              <a:t>        System.out.println(“Cả x và y đều &gt; 0");</a:t>
            </a:r>
          </a:p>
          <a:p>
            <a:pPr lvl="1">
              <a:lnSpc>
                <a:spcPct val="130000"/>
              </a:lnSpc>
              <a:spcBef>
                <a:spcPct val="0"/>
              </a:spcBef>
            </a:pPr>
            <a:r>
              <a:rPr lang="en-US" altLang="ja-JP" sz="1800" b="0">
                <a:latin typeface="Arial" panose="020B0604020202020204" pitchFamily="34" charset="0"/>
                <a:ea typeface="ＭＳ ゴシック" panose="020B0609070205080204" pitchFamily="49" charset="-128"/>
              </a:rPr>
              <a:t>    }  else {</a:t>
            </a:r>
          </a:p>
          <a:p>
            <a:pPr lvl="1">
              <a:lnSpc>
                <a:spcPct val="130000"/>
              </a:lnSpc>
              <a:spcBef>
                <a:spcPct val="0"/>
              </a:spcBef>
            </a:pPr>
            <a:r>
              <a:rPr lang="en-US" altLang="ja-JP" sz="1800" b="0">
                <a:latin typeface="Arial" panose="020B0604020202020204" pitchFamily="34" charset="0"/>
                <a:ea typeface="ＭＳ ゴシック" panose="020B0609070205080204" pitchFamily="49" charset="-128"/>
              </a:rPr>
              <a:t>        System.out.println("x &gt; 0, và y &lt;=0");</a:t>
            </a:r>
            <a:r>
              <a:rPr lang="ja-JP" altLang="en-US" sz="1800" b="0">
                <a:latin typeface="Arial" panose="020B0604020202020204" pitchFamily="34" charset="0"/>
                <a:ea typeface="ＭＳ ゴシック" panose="020B0609070205080204" pitchFamily="49" charset="-128"/>
              </a:rPr>
              <a:t>　 </a:t>
            </a:r>
            <a:r>
              <a:rPr lang="en-US" altLang="ja-JP" sz="1800" b="0">
                <a:latin typeface="Arial" panose="020B0604020202020204" pitchFamily="34" charset="0"/>
                <a:ea typeface="ＭＳ ゴシック" panose="020B0609070205080204" pitchFamily="49" charset="-128"/>
              </a:rPr>
              <a:t>//Hiển thị câu này</a:t>
            </a:r>
          </a:p>
          <a:p>
            <a:pPr lvl="1">
              <a:lnSpc>
                <a:spcPct val="130000"/>
              </a:lnSpc>
              <a:spcBef>
                <a:spcPct val="0"/>
              </a:spcBef>
            </a:pPr>
            <a:r>
              <a:rPr lang="en-US" altLang="ja-JP" sz="1800" b="0">
                <a:latin typeface="Arial" panose="020B0604020202020204" pitchFamily="34" charset="0"/>
                <a:ea typeface="ＭＳ ゴシック" panose="020B0609070205080204" pitchFamily="49" charset="-128"/>
              </a:rPr>
              <a:t>    }</a:t>
            </a:r>
          </a:p>
          <a:p>
            <a:pPr lvl="1">
              <a:spcBef>
                <a:spcPct val="0"/>
              </a:spcBef>
            </a:pPr>
            <a:r>
              <a:rPr lang="en-US" altLang="ja-JP" sz="1800" b="0">
                <a:latin typeface="Arial" panose="020B0604020202020204" pitchFamily="34" charset="0"/>
                <a:ea typeface="ＭＳ ゴシック" panose="020B0609070205080204" pitchFamily="49" charset="-128"/>
              </a:rPr>
              <a:t>} else {</a:t>
            </a:r>
          </a:p>
          <a:p>
            <a:pPr lvl="1">
              <a:spcBef>
                <a:spcPct val="0"/>
              </a:spcBef>
            </a:pPr>
            <a:r>
              <a:rPr lang="en-US" altLang="ja-JP" sz="1800" b="0">
                <a:latin typeface="Arial" panose="020B0604020202020204" pitchFamily="34" charset="0"/>
                <a:ea typeface="ＭＳ ゴシック" panose="020B0609070205080204" pitchFamily="49" charset="-128"/>
              </a:rPr>
              <a:t>    if (y &gt; 0) {</a:t>
            </a:r>
          </a:p>
          <a:p>
            <a:pPr lvl="1">
              <a:spcBef>
                <a:spcPct val="0"/>
              </a:spcBef>
            </a:pPr>
            <a:r>
              <a:rPr lang="en-US" altLang="ja-JP" sz="1800" b="0">
                <a:latin typeface="Arial" panose="020B0604020202020204" pitchFamily="34" charset="0"/>
                <a:ea typeface="ＭＳ ゴシック" panose="020B0609070205080204" pitchFamily="49" charset="-128"/>
              </a:rPr>
              <a:t>        System.out.println("x&lt;=0, và y &gt; 0");</a:t>
            </a:r>
          </a:p>
          <a:p>
            <a:pPr lvl="1">
              <a:spcBef>
                <a:spcPct val="0"/>
              </a:spcBef>
            </a:pPr>
            <a:r>
              <a:rPr lang="en-US" altLang="ja-JP" sz="1800" b="0">
                <a:latin typeface="Arial" panose="020B0604020202020204" pitchFamily="34" charset="0"/>
                <a:ea typeface="ＭＳ ゴシック" panose="020B0609070205080204" pitchFamily="49" charset="-128"/>
              </a:rPr>
              <a:t>    } else {</a:t>
            </a:r>
          </a:p>
          <a:p>
            <a:pPr lvl="1">
              <a:spcBef>
                <a:spcPct val="0"/>
              </a:spcBef>
            </a:pPr>
            <a:r>
              <a:rPr lang="en-US" altLang="ja-JP" sz="1800" b="0">
                <a:latin typeface="Arial" panose="020B0604020202020204" pitchFamily="34" charset="0"/>
                <a:ea typeface="ＭＳ ゴシック" panose="020B0609070205080204" pitchFamily="49" charset="-128"/>
              </a:rPr>
              <a:t>        System.out.println(“Cả x và y đều &lt;= 0");</a:t>
            </a:r>
          </a:p>
          <a:p>
            <a:pPr lvl="1">
              <a:spcBef>
                <a:spcPct val="0"/>
              </a:spcBef>
            </a:pPr>
            <a:r>
              <a:rPr lang="en-US" altLang="ja-JP" sz="1800" b="0">
                <a:latin typeface="Arial" panose="020B0604020202020204" pitchFamily="34" charset="0"/>
                <a:ea typeface="ＭＳ ゴシック" panose="020B0609070205080204" pitchFamily="49" charset="-128"/>
              </a:rPr>
              <a:t>    }</a:t>
            </a:r>
          </a:p>
          <a:p>
            <a:pPr lvl="1">
              <a:spcBef>
                <a:spcPct val="0"/>
              </a:spcBef>
            </a:pPr>
            <a:r>
              <a:rPr lang="en-US" altLang="ja-JP" sz="1800" b="0">
                <a:latin typeface="Arial" panose="020B0604020202020204" pitchFamily="34" charset="0"/>
                <a:ea typeface="ＭＳ ゴシック" panose="020B0609070205080204" pitchFamily="49" charset="-128"/>
              </a:rPr>
              <a:t>}</a:t>
            </a:r>
          </a:p>
        </p:txBody>
      </p:sp>
      <p:sp>
        <p:nvSpPr>
          <p:cNvPr id="753671" name="Rectangle 7">
            <a:extLst>
              <a:ext uri="{FF2B5EF4-FFF2-40B4-BE49-F238E27FC236}">
                <a16:creationId xmlns:a16="http://schemas.microsoft.com/office/drawing/2014/main" id="{4B9F0711-07F0-449A-E33F-1A5A3C590C81}"/>
              </a:ext>
            </a:extLst>
          </p:cNvPr>
          <p:cNvSpPr>
            <a:spLocks noChangeArrowheads="1"/>
          </p:cNvSpPr>
          <p:nvPr/>
        </p:nvSpPr>
        <p:spPr bwMode="auto">
          <a:xfrm>
            <a:off x="919163" y="2398713"/>
            <a:ext cx="555625" cy="255587"/>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
        <p:nvSpPr>
          <p:cNvPr id="753672" name="Text Box 8">
            <a:extLst>
              <a:ext uri="{FF2B5EF4-FFF2-40B4-BE49-F238E27FC236}">
                <a16:creationId xmlns:a16="http://schemas.microsoft.com/office/drawing/2014/main" id="{E4737D64-49DF-5810-1568-C3BB0A0D0520}"/>
              </a:ext>
            </a:extLst>
          </p:cNvPr>
          <p:cNvSpPr txBox="1">
            <a:spLocks noChangeArrowheads="1"/>
          </p:cNvSpPr>
          <p:nvPr/>
        </p:nvSpPr>
        <p:spPr bwMode="auto">
          <a:xfrm>
            <a:off x="3957638" y="1976438"/>
            <a:ext cx="2733676" cy="369332"/>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ja-JP" sz="1800" b="0" dirty="0">
                <a:latin typeface="+mj-lt"/>
              </a:rPr>
              <a:t>Trong VD </a:t>
            </a:r>
            <a:r>
              <a:rPr lang="en-US" altLang="ja-JP" sz="1800" b="0" dirty="0" err="1">
                <a:latin typeface="+mj-lt"/>
              </a:rPr>
              <a:t>này</a:t>
            </a:r>
            <a:r>
              <a:rPr lang="en-US" altLang="ja-JP" sz="1800" b="0" dirty="0">
                <a:latin typeface="+mj-lt"/>
              </a:rPr>
              <a:t> </a:t>
            </a:r>
            <a:r>
              <a:rPr lang="en-US" altLang="ja-JP" sz="1800" b="0" dirty="0" err="1">
                <a:latin typeface="+mj-lt"/>
              </a:rPr>
              <a:t>là</a:t>
            </a:r>
            <a:r>
              <a:rPr lang="en-US" altLang="ja-JP" sz="1800" b="0" dirty="0">
                <a:latin typeface="+mj-lt"/>
              </a:rPr>
              <a:t> true</a:t>
            </a:r>
          </a:p>
        </p:txBody>
      </p:sp>
      <p:cxnSp>
        <p:nvCxnSpPr>
          <p:cNvPr id="753673" name="AutoShape 9">
            <a:extLst>
              <a:ext uri="{FF2B5EF4-FFF2-40B4-BE49-F238E27FC236}">
                <a16:creationId xmlns:a16="http://schemas.microsoft.com/office/drawing/2014/main" id="{61B04621-51EB-486C-A9E1-77D7FBE3326E}"/>
              </a:ext>
            </a:extLst>
          </p:cNvPr>
          <p:cNvCxnSpPr>
            <a:cxnSpLocks noChangeShapeType="1"/>
            <a:stCxn id="753671" idx="0"/>
          </p:cNvCxnSpPr>
          <p:nvPr/>
        </p:nvCxnSpPr>
        <p:spPr bwMode="auto">
          <a:xfrm rot="16200000">
            <a:off x="2468563" y="923925"/>
            <a:ext cx="190500" cy="2733675"/>
          </a:xfrm>
          <a:prstGeom prst="bentConnector2">
            <a:avLst/>
          </a:prstGeom>
          <a:noFill/>
          <a:ln w="25400">
            <a:solidFill>
              <a:srgbClr val="3FB007"/>
            </a:solidFill>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3674" name="Rectangle 10">
            <a:extLst>
              <a:ext uri="{FF2B5EF4-FFF2-40B4-BE49-F238E27FC236}">
                <a16:creationId xmlns:a16="http://schemas.microsoft.com/office/drawing/2014/main" id="{1F1B1557-EC8B-C79C-608E-CB5F9AEF7C79}"/>
              </a:ext>
            </a:extLst>
          </p:cNvPr>
          <p:cNvSpPr>
            <a:spLocks noChangeArrowheads="1"/>
          </p:cNvSpPr>
          <p:nvPr/>
        </p:nvSpPr>
        <p:spPr bwMode="auto">
          <a:xfrm>
            <a:off x="1584325" y="2846388"/>
            <a:ext cx="685800" cy="279400"/>
          </a:xfrm>
          <a:prstGeom prst="rect">
            <a:avLst/>
          </a:prstGeom>
          <a:noFill/>
          <a:ln w="25400" algn="ctr">
            <a:solidFill>
              <a:srgbClr val="FF6600"/>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
        <p:nvSpPr>
          <p:cNvPr id="753675" name="Text Box 11">
            <a:extLst>
              <a:ext uri="{FF2B5EF4-FFF2-40B4-BE49-F238E27FC236}">
                <a16:creationId xmlns:a16="http://schemas.microsoft.com/office/drawing/2014/main" id="{BD99FE37-1661-776B-342B-9D111C72964C}"/>
              </a:ext>
            </a:extLst>
          </p:cNvPr>
          <p:cNvSpPr txBox="1">
            <a:spLocks noChangeArrowheads="1"/>
          </p:cNvSpPr>
          <p:nvPr/>
        </p:nvSpPr>
        <p:spPr bwMode="auto">
          <a:xfrm>
            <a:off x="3956050" y="2522538"/>
            <a:ext cx="2439988" cy="369332"/>
          </a:xfrm>
          <a:prstGeom prst="rect">
            <a:avLst/>
          </a:prstGeom>
          <a:noFill/>
          <a:ln w="25400" algn="ctr">
            <a:solidFill>
              <a:srgbClr val="FF6600"/>
            </a:solidFill>
            <a:prstDash val="sysDot"/>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800" b="0" dirty="0">
                <a:latin typeface="+mj-lt"/>
              </a:rPr>
              <a:t>Trong VD </a:t>
            </a:r>
            <a:r>
              <a:rPr lang="en-US" altLang="ja-JP" sz="1800" b="0" dirty="0" err="1">
                <a:latin typeface="+mj-lt"/>
              </a:rPr>
              <a:t>này</a:t>
            </a:r>
            <a:r>
              <a:rPr lang="en-US" altLang="ja-JP" sz="1800" b="0" dirty="0">
                <a:latin typeface="+mj-lt"/>
              </a:rPr>
              <a:t> </a:t>
            </a:r>
            <a:r>
              <a:rPr lang="en-US" altLang="ja-JP" sz="1800" b="0" dirty="0" err="1">
                <a:latin typeface="+mj-lt"/>
              </a:rPr>
              <a:t>là</a:t>
            </a:r>
            <a:r>
              <a:rPr lang="en-US" altLang="ja-JP" sz="1800" b="0" dirty="0">
                <a:latin typeface="+mj-lt"/>
              </a:rPr>
              <a:t> false</a:t>
            </a:r>
          </a:p>
        </p:txBody>
      </p:sp>
      <p:sp>
        <p:nvSpPr>
          <p:cNvPr id="753677" name="Rectangle 13">
            <a:extLst>
              <a:ext uri="{FF2B5EF4-FFF2-40B4-BE49-F238E27FC236}">
                <a16:creationId xmlns:a16="http://schemas.microsoft.com/office/drawing/2014/main" id="{09ECC715-E0A6-4F3A-9C6B-4F95F62E4C13}"/>
              </a:ext>
            </a:extLst>
          </p:cNvPr>
          <p:cNvSpPr>
            <a:spLocks noChangeArrowheads="1"/>
          </p:cNvSpPr>
          <p:nvPr/>
        </p:nvSpPr>
        <p:spPr bwMode="auto">
          <a:xfrm>
            <a:off x="798513" y="3535363"/>
            <a:ext cx="8128000" cy="1012825"/>
          </a:xfrm>
          <a:prstGeom prst="rect">
            <a:avLst/>
          </a:prstGeom>
          <a:noFill/>
          <a:ln w="25400" algn="ctr">
            <a:solidFill>
              <a:srgbClr val="673EC1"/>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cxnSp>
        <p:nvCxnSpPr>
          <p:cNvPr id="753678" name="AutoShape 14">
            <a:extLst>
              <a:ext uri="{FF2B5EF4-FFF2-40B4-BE49-F238E27FC236}">
                <a16:creationId xmlns:a16="http://schemas.microsoft.com/office/drawing/2014/main" id="{9FCF602D-0B13-0F79-B326-65491D68E552}"/>
              </a:ext>
            </a:extLst>
          </p:cNvPr>
          <p:cNvCxnSpPr>
            <a:cxnSpLocks noChangeShapeType="1"/>
            <a:stCxn id="753674" idx="0"/>
            <a:endCxn id="753675" idx="1"/>
          </p:cNvCxnSpPr>
          <p:nvPr/>
        </p:nvCxnSpPr>
        <p:spPr bwMode="auto">
          <a:xfrm rot="5400000" flipH="1" flipV="1">
            <a:off x="2872045" y="1762384"/>
            <a:ext cx="139184" cy="2028825"/>
          </a:xfrm>
          <a:prstGeom prst="bentConnector2">
            <a:avLst/>
          </a:prstGeom>
          <a:noFill/>
          <a:ln w="25400">
            <a:solidFill>
              <a:srgbClr val="FF6600"/>
            </a:solidFill>
            <a:prstDash val="sysDot"/>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3682" name="Rectangle 18">
            <a:extLst>
              <a:ext uri="{FF2B5EF4-FFF2-40B4-BE49-F238E27FC236}">
                <a16:creationId xmlns:a16="http://schemas.microsoft.com/office/drawing/2014/main" id="{C2678425-A1AC-9118-D428-3F618698251C}"/>
              </a:ext>
            </a:extLst>
          </p:cNvPr>
          <p:cNvSpPr>
            <a:spLocks noChangeArrowheads="1"/>
          </p:cNvSpPr>
          <p:nvPr/>
        </p:nvSpPr>
        <p:spPr bwMode="auto">
          <a:xfrm>
            <a:off x="1108743" y="2799659"/>
            <a:ext cx="685800" cy="279400"/>
          </a:xfrm>
          <a:prstGeom prst="rect">
            <a:avLst/>
          </a:prstGeom>
          <a:noFill/>
          <a:ln w="25400" algn="ctr">
            <a:solidFill>
              <a:srgbClr val="FF6600"/>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9D7BED77-E07F-7577-EA4B-0D29AFE46B48}"/>
              </a:ext>
            </a:extLst>
          </p:cNvPr>
          <p:cNvSpPr>
            <a:spLocks noGrp="1"/>
          </p:cNvSpPr>
          <p:nvPr>
            <p:ph type="sldNum" sz="quarter" idx="10"/>
          </p:nvPr>
        </p:nvSpPr>
        <p:spPr/>
        <p:txBody>
          <a:bodyPr/>
          <a:lstStyle/>
          <a:p>
            <a:fld id="{4A102B31-002C-490D-A7A0-19EF26B90375}" type="slidenum">
              <a:rPr lang="en-US" altLang="ja-JP"/>
              <a:pPr/>
              <a:t>38</a:t>
            </a:fld>
            <a:endParaRPr lang="en-US" altLang="ja-JP"/>
          </a:p>
        </p:txBody>
      </p:sp>
      <p:sp>
        <p:nvSpPr>
          <p:cNvPr id="726024" name="Rectangle 8">
            <a:extLst>
              <a:ext uri="{FF2B5EF4-FFF2-40B4-BE49-F238E27FC236}">
                <a16:creationId xmlns:a16="http://schemas.microsoft.com/office/drawing/2014/main" id="{D335AF6C-466F-6714-FE5C-FD7EE1B31194}"/>
              </a:ext>
            </a:extLst>
          </p:cNvPr>
          <p:cNvSpPr>
            <a:spLocks noChangeArrowheads="1"/>
          </p:cNvSpPr>
          <p:nvPr/>
        </p:nvSpPr>
        <p:spPr bwMode="auto">
          <a:xfrm>
            <a:off x="395288" y="2462213"/>
            <a:ext cx="9069387" cy="39608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en-US" altLang="en-US" sz="1800" b="0">
                <a:latin typeface="Arial" panose="020B0604020202020204" pitchFamily="34" charset="0"/>
                <a:ea typeface="ＭＳ ゴシック" panose="020B0609070205080204" pitchFamily="49" charset="-128"/>
              </a:rPr>
              <a:t>int x = </a:t>
            </a:r>
            <a:r>
              <a:rPr lang="en-US" altLang="ja-JP" sz="1800" b="0">
                <a:latin typeface="Arial" panose="020B0604020202020204" pitchFamily="34" charset="0"/>
                <a:ea typeface="ＭＳ ゴシック" panose="020B0609070205080204" pitchFamily="49" charset="-128"/>
              </a:rPr>
              <a:t>2</a:t>
            </a:r>
            <a:r>
              <a:rPr lang="en-US" altLang="en-US" sz="1800" b="0">
                <a:latin typeface="Arial" panose="020B0604020202020204" pitchFamily="34" charset="0"/>
                <a:ea typeface="ＭＳ ゴシック" panose="020B0609070205080204" pitchFamily="49" charset="-128"/>
              </a:rPr>
              <a:t>;</a:t>
            </a:r>
          </a:p>
          <a:p>
            <a:pPr lvl="1"/>
            <a:r>
              <a:rPr lang="en-US" altLang="en-US" sz="1800" b="0">
                <a:latin typeface="Arial" panose="020B0604020202020204" pitchFamily="34" charset="0"/>
                <a:ea typeface="ＭＳ ゴシック" panose="020B0609070205080204" pitchFamily="49" charset="-128"/>
              </a:rPr>
              <a:t>switch (x) {</a:t>
            </a:r>
          </a:p>
          <a:p>
            <a:pPr lvl="1"/>
            <a:r>
              <a:rPr lang="en-US" altLang="ja-JP" sz="1800" b="0">
                <a:latin typeface="Arial" panose="020B0604020202020204" pitchFamily="34" charset="0"/>
                <a:ea typeface="ＭＳ ゴシック" panose="020B0609070205080204" pitchFamily="49" charset="-128"/>
              </a:rPr>
              <a:t>    </a:t>
            </a:r>
            <a:r>
              <a:rPr lang="en-US" altLang="en-US" sz="1800" b="0">
                <a:latin typeface="Arial" panose="020B0604020202020204" pitchFamily="34" charset="0"/>
                <a:ea typeface="ＭＳ ゴシック" panose="020B0609070205080204" pitchFamily="49" charset="-128"/>
              </a:rPr>
              <a:t>case </a:t>
            </a:r>
            <a:r>
              <a:rPr lang="en-US" altLang="ja-JP" sz="1800" b="0">
                <a:latin typeface="Arial" panose="020B0604020202020204" pitchFamily="34" charset="0"/>
                <a:ea typeface="ＭＳ ゴシック" panose="020B0609070205080204" pitchFamily="49" charset="-128"/>
              </a:rPr>
              <a:t>1</a:t>
            </a:r>
            <a:r>
              <a:rPr lang="en-US" altLang="en-US" sz="1800" b="0">
                <a:latin typeface="Arial" panose="020B0604020202020204" pitchFamily="34" charset="0"/>
                <a:ea typeface="ＭＳ ゴシック" panose="020B0609070205080204" pitchFamily="49" charset="-128"/>
              </a:rPr>
              <a:t>:</a:t>
            </a:r>
          </a:p>
          <a:p>
            <a:pPr lvl="1"/>
            <a:r>
              <a:rPr lang="en-US" altLang="ja-JP" sz="1800" b="0">
                <a:latin typeface="Arial" panose="020B0604020202020204" pitchFamily="34" charset="0"/>
                <a:ea typeface="ＭＳ ゴシック" panose="020B0609070205080204" pitchFamily="49" charset="-128"/>
              </a:rPr>
              <a:t>        </a:t>
            </a:r>
            <a:r>
              <a:rPr lang="en-US" altLang="en-US" sz="1800" b="0">
                <a:latin typeface="Arial" panose="020B0604020202020204" pitchFamily="34" charset="0"/>
                <a:ea typeface="ＭＳ ゴシック" panose="020B0609070205080204" pitchFamily="49" charset="-128"/>
              </a:rPr>
              <a:t>System.out.println(“Là </a:t>
            </a:r>
            <a:r>
              <a:rPr lang="en-US" altLang="ja-JP" sz="1800" b="0">
                <a:latin typeface="Arial" panose="020B0604020202020204" pitchFamily="34" charset="0"/>
                <a:ea typeface="ＭＳ ゴシック" panose="020B0609070205080204" pitchFamily="49" charset="-128"/>
              </a:rPr>
              <a:t>1</a:t>
            </a:r>
            <a:r>
              <a:rPr lang="en-US" altLang="en-US" sz="1800" b="0">
                <a:latin typeface="Arial" panose="020B0604020202020204" pitchFamily="34" charset="0"/>
                <a:ea typeface="ＭＳ ゴシック" panose="020B0609070205080204" pitchFamily="49" charset="-128"/>
              </a:rPr>
              <a:t>");</a:t>
            </a:r>
            <a:endParaRPr lang="en-US" altLang="ja-JP" sz="1800" b="0">
              <a:latin typeface="Arial" panose="020B0604020202020204" pitchFamily="34" charset="0"/>
              <a:ea typeface="ＭＳ ゴシック" panose="020B0609070205080204" pitchFamily="49" charset="-128"/>
            </a:endParaRPr>
          </a:p>
          <a:p>
            <a:pPr lvl="1"/>
            <a:r>
              <a:rPr lang="en-US" altLang="ja-JP" sz="1800" b="0">
                <a:latin typeface="Arial" panose="020B0604020202020204" pitchFamily="34" charset="0"/>
                <a:ea typeface="ＭＳ ゴシック" panose="020B0609070205080204" pitchFamily="49" charset="-128"/>
              </a:rPr>
              <a:t>        </a:t>
            </a:r>
            <a:r>
              <a:rPr lang="en-US" altLang="en-US" sz="1800" b="0">
                <a:latin typeface="Arial" panose="020B0604020202020204" pitchFamily="34" charset="0"/>
                <a:ea typeface="ＭＳ ゴシック" panose="020B0609070205080204" pitchFamily="49" charset="-128"/>
              </a:rPr>
              <a:t>break;</a:t>
            </a:r>
          </a:p>
          <a:p>
            <a:pPr lvl="1"/>
            <a:r>
              <a:rPr lang="en-US" altLang="ja-JP" sz="1800" b="0">
                <a:latin typeface="Arial" panose="020B0604020202020204" pitchFamily="34" charset="0"/>
                <a:ea typeface="ＭＳ ゴシック" panose="020B0609070205080204" pitchFamily="49" charset="-128"/>
              </a:rPr>
              <a:t>    </a:t>
            </a:r>
            <a:r>
              <a:rPr lang="en-US" altLang="en-US" sz="1800" b="0">
                <a:latin typeface="Arial" panose="020B0604020202020204" pitchFamily="34" charset="0"/>
                <a:ea typeface="ＭＳ ゴシック" panose="020B0609070205080204" pitchFamily="49" charset="-128"/>
              </a:rPr>
              <a:t>case </a:t>
            </a:r>
            <a:r>
              <a:rPr lang="en-US" altLang="ja-JP" sz="1800" b="0">
                <a:latin typeface="Arial" panose="020B0604020202020204" pitchFamily="34" charset="0"/>
                <a:ea typeface="ＭＳ ゴシック" panose="020B0609070205080204" pitchFamily="49" charset="-128"/>
              </a:rPr>
              <a:t>2</a:t>
            </a:r>
            <a:r>
              <a:rPr lang="en-US" altLang="en-US" sz="1800" b="0">
                <a:latin typeface="Arial" panose="020B0604020202020204" pitchFamily="34" charset="0"/>
                <a:ea typeface="ＭＳ ゴシック" panose="020B0609070205080204" pitchFamily="49" charset="-128"/>
              </a:rPr>
              <a:t>:</a:t>
            </a:r>
          </a:p>
          <a:p>
            <a:pPr lvl="1"/>
            <a:r>
              <a:rPr lang="en-US" altLang="ja-JP" sz="1800" b="0">
                <a:latin typeface="Arial" panose="020B0604020202020204" pitchFamily="34" charset="0"/>
                <a:ea typeface="ＭＳ ゴシック" panose="020B0609070205080204" pitchFamily="49" charset="-128"/>
              </a:rPr>
              <a:t>        </a:t>
            </a:r>
            <a:r>
              <a:rPr lang="en-US" altLang="en-US" sz="1800" b="0">
                <a:latin typeface="Arial" panose="020B0604020202020204" pitchFamily="34" charset="0"/>
                <a:ea typeface="ＭＳ ゴシック" panose="020B0609070205080204" pitchFamily="49" charset="-128"/>
              </a:rPr>
              <a:t>System.out.println(“Là </a:t>
            </a:r>
            <a:r>
              <a:rPr lang="en-US" altLang="ja-JP" sz="1800" b="0">
                <a:latin typeface="Arial" panose="020B0604020202020204" pitchFamily="34" charset="0"/>
                <a:ea typeface="ＭＳ ゴシック" panose="020B0609070205080204" pitchFamily="49" charset="-128"/>
              </a:rPr>
              <a:t>2</a:t>
            </a:r>
            <a:r>
              <a:rPr lang="en-US" altLang="en-US" sz="1800" b="0">
                <a:latin typeface="Arial" panose="020B0604020202020204" pitchFamily="34" charset="0"/>
                <a:ea typeface="ＭＳ ゴシック" panose="020B0609070205080204" pitchFamily="49" charset="-128"/>
              </a:rPr>
              <a:t>"); </a:t>
            </a:r>
          </a:p>
          <a:p>
            <a:pPr lvl="1"/>
            <a:r>
              <a:rPr lang="en-US" altLang="ja-JP" sz="1800" b="0">
                <a:latin typeface="Arial" panose="020B0604020202020204" pitchFamily="34" charset="0"/>
                <a:ea typeface="ＭＳ ゴシック" panose="020B0609070205080204" pitchFamily="49" charset="-128"/>
              </a:rPr>
              <a:t>        </a:t>
            </a:r>
            <a:r>
              <a:rPr lang="en-US" altLang="en-US" sz="1800" b="0">
                <a:latin typeface="Arial" panose="020B0604020202020204" pitchFamily="34" charset="0"/>
                <a:ea typeface="ＭＳ ゴシック" panose="020B0609070205080204" pitchFamily="49" charset="-128"/>
              </a:rPr>
              <a:t>break;</a:t>
            </a:r>
          </a:p>
          <a:p>
            <a:pPr lvl="1"/>
            <a:r>
              <a:rPr lang="en-US" altLang="ja-JP" sz="1800" b="0">
                <a:latin typeface="Arial" panose="020B0604020202020204" pitchFamily="34" charset="0"/>
                <a:ea typeface="ＭＳ ゴシック" panose="020B0609070205080204" pitchFamily="49" charset="-128"/>
              </a:rPr>
              <a:t>    </a:t>
            </a:r>
            <a:r>
              <a:rPr lang="en-US" altLang="en-US" sz="1800" b="0">
                <a:latin typeface="Arial" panose="020B0604020202020204" pitchFamily="34" charset="0"/>
                <a:ea typeface="ＭＳ ゴシック" panose="020B0609070205080204" pitchFamily="49" charset="-128"/>
              </a:rPr>
              <a:t>default:</a:t>
            </a:r>
          </a:p>
          <a:p>
            <a:pPr lvl="1"/>
            <a:r>
              <a:rPr lang="en-US" altLang="ja-JP" sz="1800" b="0">
                <a:latin typeface="Arial" panose="020B0604020202020204" pitchFamily="34" charset="0"/>
                <a:ea typeface="ＭＳ ゴシック" panose="020B0609070205080204" pitchFamily="49" charset="-128"/>
              </a:rPr>
              <a:t>        </a:t>
            </a:r>
            <a:r>
              <a:rPr lang="en-US" altLang="en-US" sz="1800" b="0">
                <a:latin typeface="Arial" panose="020B0604020202020204" pitchFamily="34" charset="0"/>
                <a:ea typeface="ＭＳ ゴシック" panose="020B0609070205080204" pitchFamily="49" charset="-128"/>
              </a:rPr>
              <a:t>System.out.println</a:t>
            </a:r>
            <a:br>
              <a:rPr lang="en-US" altLang="ja-JP" sz="1800" b="0">
                <a:latin typeface="Arial" panose="020B0604020202020204" pitchFamily="34" charset="0"/>
                <a:ea typeface="ＭＳ ゴシック" panose="020B0609070205080204" pitchFamily="49" charset="-128"/>
              </a:rPr>
            </a:br>
            <a:r>
              <a:rPr lang="en-US" altLang="ja-JP" sz="1800" b="0">
                <a:latin typeface="Arial" panose="020B0604020202020204" pitchFamily="34" charset="0"/>
                <a:ea typeface="ＭＳ ゴシック" panose="020B0609070205080204" pitchFamily="49" charset="-128"/>
              </a:rPr>
              <a:t>              </a:t>
            </a:r>
            <a:r>
              <a:rPr lang="en-US" altLang="en-US" sz="1800" b="0">
                <a:latin typeface="Arial" panose="020B0604020202020204" pitchFamily="34" charset="0"/>
                <a:ea typeface="ＭＳ ゴシック" panose="020B0609070205080204" pitchFamily="49" charset="-128"/>
              </a:rPr>
              <a:t>(“Khác </a:t>
            </a:r>
            <a:r>
              <a:rPr lang="en-US" altLang="ja-JP" sz="1800" b="0">
                <a:latin typeface="Arial" panose="020B0604020202020204" pitchFamily="34" charset="0"/>
                <a:ea typeface="ＭＳ ゴシック" panose="020B0609070205080204" pitchFamily="49" charset="-128"/>
              </a:rPr>
              <a:t>1 và 2</a:t>
            </a:r>
            <a:r>
              <a:rPr lang="en-US" altLang="en-US" sz="1800" b="0">
                <a:latin typeface="Arial" panose="020B0604020202020204" pitchFamily="34" charset="0"/>
                <a:ea typeface="ＭＳ ゴシック" panose="020B0609070205080204" pitchFamily="49" charset="-128"/>
              </a:rPr>
              <a:t>");</a:t>
            </a:r>
          </a:p>
          <a:p>
            <a:pPr lvl="1"/>
            <a:r>
              <a:rPr lang="en-US" altLang="en-US" sz="1800" b="0">
                <a:latin typeface="Arial" panose="020B0604020202020204" pitchFamily="34" charset="0"/>
                <a:ea typeface="ＭＳ ゴシック" panose="020B0609070205080204" pitchFamily="49" charset="-128"/>
              </a:rPr>
              <a:t>}</a:t>
            </a:r>
          </a:p>
        </p:txBody>
      </p:sp>
      <p:sp>
        <p:nvSpPr>
          <p:cNvPr id="726018" name="Rectangle 2">
            <a:extLst>
              <a:ext uri="{FF2B5EF4-FFF2-40B4-BE49-F238E27FC236}">
                <a16:creationId xmlns:a16="http://schemas.microsoft.com/office/drawing/2014/main" id="{7A60FF23-95F1-416B-4C40-FEC6CACF5660}"/>
              </a:ext>
            </a:extLst>
          </p:cNvPr>
          <p:cNvSpPr>
            <a:spLocks noGrp="1" noChangeArrowheads="1"/>
          </p:cNvSpPr>
          <p:nvPr>
            <p:ph type="title"/>
          </p:nvPr>
        </p:nvSpPr>
        <p:spPr>
          <a:xfrm>
            <a:off x="321468" y="328095"/>
            <a:ext cx="9217025" cy="490537"/>
          </a:xfrm>
        </p:spPr>
        <p:txBody>
          <a:bodyPr>
            <a:normAutofit fontScale="90000"/>
          </a:bodyPr>
          <a:lstStyle/>
          <a:p>
            <a:r>
              <a:rPr lang="en-US" altLang="en-US" dirty="0" err="1">
                <a:latin typeface="Arial" panose="020B0604020202020204" pitchFamily="34" charset="0"/>
                <a:ea typeface="MS UI Gothic" panose="020B0600070205080204" pitchFamily="50" charset="-128"/>
              </a:rPr>
              <a:t>Câu</a:t>
            </a:r>
            <a:r>
              <a:rPr lang="en-US" altLang="en-US" dirty="0">
                <a:latin typeface="Arial" panose="020B0604020202020204" pitchFamily="34" charset="0"/>
                <a:ea typeface="MS UI Gothic" panose="020B0600070205080204" pitchFamily="50" charset="-128"/>
              </a:rPr>
              <a:t> </a:t>
            </a:r>
            <a:r>
              <a:rPr lang="en-US" altLang="en-US" dirty="0" err="1">
                <a:latin typeface="Arial" panose="020B0604020202020204" pitchFamily="34" charset="0"/>
                <a:ea typeface="MS UI Gothic" panose="020B0600070205080204" pitchFamily="50" charset="-128"/>
              </a:rPr>
              <a:t>lệnh</a:t>
            </a:r>
            <a:r>
              <a:rPr lang="en-US" altLang="en-US" dirty="0">
                <a:latin typeface="Arial" panose="020B0604020202020204" pitchFamily="34" charset="0"/>
                <a:ea typeface="MS UI Gothic" panose="020B0600070205080204" pitchFamily="50" charset="-128"/>
              </a:rPr>
              <a:t> </a:t>
            </a:r>
            <a:r>
              <a:rPr lang="en-US" altLang="ja-JP" dirty="0">
                <a:latin typeface="Arial" panose="020B0604020202020204" pitchFamily="34" charset="0"/>
                <a:ea typeface="ＭＳ ゴシック" panose="020B0609070205080204" pitchFamily="49" charset="-128"/>
              </a:rPr>
              <a:t>switch</a:t>
            </a:r>
            <a:endParaRPr lang="en-US" altLang="ja-JP" dirty="0">
              <a:latin typeface="Arial" panose="020B0604020202020204" pitchFamily="34" charset="0"/>
              <a:ea typeface="MS UI Gothic" panose="020B0600070205080204" pitchFamily="50" charset="-128"/>
            </a:endParaRPr>
          </a:p>
        </p:txBody>
      </p:sp>
      <p:sp>
        <p:nvSpPr>
          <p:cNvPr id="726019" name="Rectangle 3">
            <a:extLst>
              <a:ext uri="{FF2B5EF4-FFF2-40B4-BE49-F238E27FC236}">
                <a16:creationId xmlns:a16="http://schemas.microsoft.com/office/drawing/2014/main" id="{089A7C28-4A2E-EB9E-BACF-7DF7A6458D2E}"/>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ea typeface="ＭＳ ゴシック" panose="020B0609070205080204" pitchFamily="49" charset="-128"/>
              </a:rPr>
              <a:t>Câu lệnh switch là</a:t>
            </a:r>
            <a:endParaRPr lang="en-US" altLang="ja-JP" sz="2400" b="0">
              <a:latin typeface="Arial" panose="020B0604020202020204" pitchFamily="34" charset="0"/>
            </a:endParaRPr>
          </a:p>
          <a:p>
            <a:endParaRPr lang="en-US" altLang="ja-JP" sz="2400" b="0">
              <a:latin typeface="Arial" panose="020B0604020202020204" pitchFamily="34" charset="0"/>
            </a:endParaRPr>
          </a:p>
        </p:txBody>
      </p:sp>
      <p:sp>
        <p:nvSpPr>
          <p:cNvPr id="726020" name="Rectangle 4">
            <a:extLst>
              <a:ext uri="{FF2B5EF4-FFF2-40B4-BE49-F238E27FC236}">
                <a16:creationId xmlns:a16="http://schemas.microsoft.com/office/drawing/2014/main" id="{86876273-ED21-FB2A-04AA-38B271E0DCA5}"/>
              </a:ext>
            </a:extLst>
          </p:cNvPr>
          <p:cNvSpPr>
            <a:spLocks noChangeArrowheads="1"/>
          </p:cNvSpPr>
          <p:nvPr/>
        </p:nvSpPr>
        <p:spPr bwMode="auto">
          <a:xfrm>
            <a:off x="344488" y="1312863"/>
            <a:ext cx="9120187" cy="528637"/>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a:latin typeface="Arial" panose="020B0604020202020204" pitchFamily="34" charset="0"/>
              </a:rPr>
              <a:t>Là câu lệnh kiểm soát phân nhánh chu trình xử lý thành nhiều nhánh tùy theo kết quả đánh giá của 1 biểu thức điều kiện</a:t>
            </a:r>
          </a:p>
        </p:txBody>
      </p:sp>
      <p:sp>
        <p:nvSpPr>
          <p:cNvPr id="726022" name="Rectangle 6">
            <a:extLst>
              <a:ext uri="{FF2B5EF4-FFF2-40B4-BE49-F238E27FC236}">
                <a16:creationId xmlns:a16="http://schemas.microsoft.com/office/drawing/2014/main" id="{8A3F21D0-34B5-C8CA-49DB-A14297F95560}"/>
              </a:ext>
            </a:extLst>
          </p:cNvPr>
          <p:cNvSpPr>
            <a:spLocks noChangeArrowheads="1"/>
          </p:cNvSpPr>
          <p:nvPr/>
        </p:nvSpPr>
        <p:spPr bwMode="auto">
          <a:xfrm>
            <a:off x="344488" y="19939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●Ví dụ</a:t>
            </a:r>
          </a:p>
        </p:txBody>
      </p:sp>
      <p:sp>
        <p:nvSpPr>
          <p:cNvPr id="726028" name="Rectangle 12">
            <a:extLst>
              <a:ext uri="{FF2B5EF4-FFF2-40B4-BE49-F238E27FC236}">
                <a16:creationId xmlns:a16="http://schemas.microsoft.com/office/drawing/2014/main" id="{9EB09C02-2843-C86A-E5BA-B9C149512AD7}"/>
              </a:ext>
            </a:extLst>
          </p:cNvPr>
          <p:cNvSpPr>
            <a:spLocks noChangeArrowheads="1"/>
          </p:cNvSpPr>
          <p:nvPr/>
        </p:nvSpPr>
        <p:spPr bwMode="auto">
          <a:xfrm>
            <a:off x="1333814" y="2850960"/>
            <a:ext cx="458787" cy="277813"/>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
        <p:nvSpPr>
          <p:cNvPr id="726029" name="AutoShape 13">
            <a:extLst>
              <a:ext uri="{FF2B5EF4-FFF2-40B4-BE49-F238E27FC236}">
                <a16:creationId xmlns:a16="http://schemas.microsoft.com/office/drawing/2014/main" id="{68726F43-9C5F-9926-3FEE-9F8C97C0A980}"/>
              </a:ext>
            </a:extLst>
          </p:cNvPr>
          <p:cNvSpPr>
            <a:spLocks noChangeArrowheads="1"/>
          </p:cNvSpPr>
          <p:nvPr/>
        </p:nvSpPr>
        <p:spPr bwMode="auto">
          <a:xfrm>
            <a:off x="2003425" y="2092325"/>
            <a:ext cx="2917825" cy="465138"/>
          </a:xfrm>
          <a:prstGeom prst="wedgeRoundRectCallout">
            <a:avLst>
              <a:gd name="adj1" fmla="val -55278"/>
              <a:gd name="adj2" fmla="val 105630"/>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600" dirty="0" err="1">
                <a:latin typeface="+mj-lt"/>
              </a:rPr>
              <a:t>Giá</a:t>
            </a:r>
            <a:r>
              <a:rPr lang="en-US" altLang="ja-JP" sz="1600" dirty="0">
                <a:latin typeface="+mj-lt"/>
              </a:rPr>
              <a:t> </a:t>
            </a:r>
            <a:r>
              <a:rPr lang="en-US" altLang="ja-JP" sz="1600" dirty="0" err="1">
                <a:latin typeface="+mj-lt"/>
              </a:rPr>
              <a:t>trị</a:t>
            </a:r>
            <a:r>
              <a:rPr lang="en-US" altLang="ja-JP" sz="1600" dirty="0">
                <a:latin typeface="+mj-lt"/>
              </a:rPr>
              <a:t> </a:t>
            </a:r>
            <a:r>
              <a:rPr lang="en-US" altLang="ja-JP" sz="1600" dirty="0" err="1">
                <a:latin typeface="+mj-lt"/>
              </a:rPr>
              <a:t>hoặc</a:t>
            </a:r>
            <a:r>
              <a:rPr lang="en-US" altLang="ja-JP" sz="1600" dirty="0">
                <a:latin typeface="+mj-lt"/>
              </a:rPr>
              <a:t> </a:t>
            </a:r>
            <a:r>
              <a:rPr lang="en-US" altLang="ja-JP" sz="1600" dirty="0" err="1">
                <a:latin typeface="+mj-lt"/>
              </a:rPr>
              <a:t>biểu</a:t>
            </a:r>
            <a:r>
              <a:rPr lang="en-US" altLang="ja-JP" sz="1600" dirty="0">
                <a:latin typeface="+mj-lt"/>
              </a:rPr>
              <a:t> </a:t>
            </a:r>
            <a:r>
              <a:rPr lang="en-US" altLang="ja-JP" sz="1600" dirty="0" err="1">
                <a:latin typeface="+mj-lt"/>
              </a:rPr>
              <a:t>thức</a:t>
            </a:r>
            <a:r>
              <a:rPr lang="en-US" altLang="ja-JP" sz="1600" dirty="0">
                <a:latin typeface="+mj-lt"/>
              </a:rPr>
              <a:t> </a:t>
            </a:r>
            <a:r>
              <a:rPr lang="en-US" altLang="ja-JP" sz="1600" dirty="0" err="1">
                <a:latin typeface="+mj-lt"/>
              </a:rPr>
              <a:t>muốn</a:t>
            </a:r>
            <a:r>
              <a:rPr lang="en-US" altLang="ja-JP" sz="1600" dirty="0">
                <a:latin typeface="+mj-lt"/>
              </a:rPr>
              <a:t> </a:t>
            </a:r>
            <a:r>
              <a:rPr lang="en-US" altLang="ja-JP" sz="1600" dirty="0" err="1">
                <a:latin typeface="+mj-lt"/>
              </a:rPr>
              <a:t>đánh</a:t>
            </a:r>
            <a:r>
              <a:rPr lang="en-US" altLang="ja-JP" sz="1600" dirty="0">
                <a:latin typeface="+mj-lt"/>
              </a:rPr>
              <a:t> </a:t>
            </a:r>
            <a:r>
              <a:rPr lang="en-US" altLang="ja-JP" sz="1600" dirty="0" err="1">
                <a:latin typeface="+mj-lt"/>
              </a:rPr>
              <a:t>giá</a:t>
            </a:r>
            <a:endParaRPr lang="en-US" altLang="ja-JP" sz="1600" dirty="0">
              <a:latin typeface="+mj-lt"/>
            </a:endParaRPr>
          </a:p>
        </p:txBody>
      </p:sp>
      <p:sp>
        <p:nvSpPr>
          <p:cNvPr id="726032" name="Rectangle 16">
            <a:extLst>
              <a:ext uri="{FF2B5EF4-FFF2-40B4-BE49-F238E27FC236}">
                <a16:creationId xmlns:a16="http://schemas.microsoft.com/office/drawing/2014/main" id="{8092511B-2740-1984-515B-51C2AF2A83CF}"/>
              </a:ext>
            </a:extLst>
          </p:cNvPr>
          <p:cNvSpPr>
            <a:spLocks noChangeArrowheads="1"/>
          </p:cNvSpPr>
          <p:nvPr/>
        </p:nvSpPr>
        <p:spPr bwMode="auto">
          <a:xfrm>
            <a:off x="1058863" y="4041775"/>
            <a:ext cx="3875087" cy="912813"/>
          </a:xfrm>
          <a:prstGeom prst="rect">
            <a:avLst/>
          </a:prstGeom>
          <a:noFill/>
          <a:ln w="25400" algn="ctr">
            <a:solidFill>
              <a:srgbClr val="FF6600"/>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cxnSp>
        <p:nvCxnSpPr>
          <p:cNvPr id="726033" name="AutoShape 17">
            <a:extLst>
              <a:ext uri="{FF2B5EF4-FFF2-40B4-BE49-F238E27FC236}">
                <a16:creationId xmlns:a16="http://schemas.microsoft.com/office/drawing/2014/main" id="{98686C89-FAF6-5E05-E7CB-7DF9E862A1BE}"/>
              </a:ext>
            </a:extLst>
          </p:cNvPr>
          <p:cNvCxnSpPr>
            <a:cxnSpLocks noChangeShapeType="1"/>
            <a:stCxn id="726028" idx="1"/>
            <a:endCxn id="726037" idx="1"/>
          </p:cNvCxnSpPr>
          <p:nvPr/>
        </p:nvCxnSpPr>
        <p:spPr bwMode="auto">
          <a:xfrm rot="10800000" flipV="1">
            <a:off x="1104900" y="2989866"/>
            <a:ext cx="228914" cy="1194783"/>
          </a:xfrm>
          <a:prstGeom prst="curvedConnector3">
            <a:avLst>
              <a:gd name="adj1" fmla="val 199863"/>
            </a:avLst>
          </a:prstGeom>
          <a:noFill/>
          <a:ln w="25400">
            <a:solidFill>
              <a:srgbClr val="3FB007"/>
            </a:solidFill>
            <a:prstDash val="sysDot"/>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6037" name="Rectangle 21">
            <a:extLst>
              <a:ext uri="{FF2B5EF4-FFF2-40B4-BE49-F238E27FC236}">
                <a16:creationId xmlns:a16="http://schemas.microsoft.com/office/drawing/2014/main" id="{06DC67FA-585E-E846-6C98-1A876B4CB6AB}"/>
              </a:ext>
            </a:extLst>
          </p:cNvPr>
          <p:cNvSpPr>
            <a:spLocks noChangeArrowheads="1"/>
          </p:cNvSpPr>
          <p:nvPr/>
        </p:nvSpPr>
        <p:spPr bwMode="auto">
          <a:xfrm>
            <a:off x="1104900" y="4064000"/>
            <a:ext cx="825500" cy="24130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26038" name="Line 22">
            <a:extLst>
              <a:ext uri="{FF2B5EF4-FFF2-40B4-BE49-F238E27FC236}">
                <a16:creationId xmlns:a16="http://schemas.microsoft.com/office/drawing/2014/main" id="{F061A598-B39C-FF99-65D0-47B0281DD7F1}"/>
              </a:ext>
            </a:extLst>
          </p:cNvPr>
          <p:cNvSpPr>
            <a:spLocks noChangeShapeType="1"/>
          </p:cNvSpPr>
          <p:nvPr/>
        </p:nvSpPr>
        <p:spPr bwMode="auto">
          <a:xfrm>
            <a:off x="1346200" y="4292600"/>
            <a:ext cx="0" cy="584200"/>
          </a:xfrm>
          <a:prstGeom prst="line">
            <a:avLst/>
          </a:prstGeom>
          <a:noFill/>
          <a:ln w="25400">
            <a:solidFill>
              <a:srgbClr val="3FB007"/>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26039" name="Rectangle 23">
            <a:extLst>
              <a:ext uri="{FF2B5EF4-FFF2-40B4-BE49-F238E27FC236}">
                <a16:creationId xmlns:a16="http://schemas.microsoft.com/office/drawing/2014/main" id="{26815133-7A4E-6562-204A-B65739EF125D}"/>
              </a:ext>
            </a:extLst>
          </p:cNvPr>
          <p:cNvSpPr>
            <a:spLocks noChangeArrowheads="1"/>
          </p:cNvSpPr>
          <p:nvPr/>
        </p:nvSpPr>
        <p:spPr bwMode="auto">
          <a:xfrm>
            <a:off x="1447800" y="4635500"/>
            <a:ext cx="838200" cy="33020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26040" name="Rectangle 24">
            <a:extLst>
              <a:ext uri="{FF2B5EF4-FFF2-40B4-BE49-F238E27FC236}">
                <a16:creationId xmlns:a16="http://schemas.microsoft.com/office/drawing/2014/main" id="{B266EB35-4906-5F4D-8221-444E3F7F974E}"/>
              </a:ext>
            </a:extLst>
          </p:cNvPr>
          <p:cNvSpPr>
            <a:spLocks noChangeArrowheads="1"/>
          </p:cNvSpPr>
          <p:nvPr/>
        </p:nvSpPr>
        <p:spPr bwMode="auto">
          <a:xfrm>
            <a:off x="4089400" y="6375400"/>
            <a:ext cx="685800" cy="20320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cxnSp>
        <p:nvCxnSpPr>
          <p:cNvPr id="726041" name="AutoShape 25">
            <a:extLst>
              <a:ext uri="{FF2B5EF4-FFF2-40B4-BE49-F238E27FC236}">
                <a16:creationId xmlns:a16="http://schemas.microsoft.com/office/drawing/2014/main" id="{417A82CA-C18D-E765-697A-88C6938AB2B3}"/>
              </a:ext>
            </a:extLst>
          </p:cNvPr>
          <p:cNvCxnSpPr>
            <a:cxnSpLocks noChangeShapeType="1"/>
            <a:stCxn id="726039" idx="3"/>
            <a:endCxn id="726040" idx="0"/>
          </p:cNvCxnSpPr>
          <p:nvPr/>
        </p:nvCxnSpPr>
        <p:spPr bwMode="auto">
          <a:xfrm>
            <a:off x="2286000" y="4800600"/>
            <a:ext cx="2146300" cy="1574800"/>
          </a:xfrm>
          <a:prstGeom prst="curvedConnector2">
            <a:avLst/>
          </a:prstGeom>
          <a:noFill/>
          <a:ln w="25400">
            <a:solidFill>
              <a:srgbClr val="3FB007"/>
            </a:solidFill>
            <a:prstDash val="sysDot"/>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6043" name="Rectangle 27">
            <a:extLst>
              <a:ext uri="{FF2B5EF4-FFF2-40B4-BE49-F238E27FC236}">
                <a16:creationId xmlns:a16="http://schemas.microsoft.com/office/drawing/2014/main" id="{822EDF9B-E3F9-F493-1D1E-09662C40F621}"/>
              </a:ext>
            </a:extLst>
          </p:cNvPr>
          <p:cNvSpPr>
            <a:spLocks noChangeArrowheads="1"/>
          </p:cNvSpPr>
          <p:nvPr/>
        </p:nvSpPr>
        <p:spPr bwMode="auto">
          <a:xfrm>
            <a:off x="538163" y="2847975"/>
            <a:ext cx="7735887" cy="3262313"/>
          </a:xfrm>
          <a:prstGeom prst="rect">
            <a:avLst/>
          </a:prstGeom>
          <a:noFill/>
          <a:ln w="25400" algn="ctr">
            <a:solidFill>
              <a:srgbClr val="673EC1"/>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
        <p:nvSpPr>
          <p:cNvPr id="726036" name="AutoShape 20">
            <a:extLst>
              <a:ext uri="{FF2B5EF4-FFF2-40B4-BE49-F238E27FC236}">
                <a16:creationId xmlns:a16="http://schemas.microsoft.com/office/drawing/2014/main" id="{5298AEEF-1DAB-59BF-AEC4-5D0AC615DEF8}"/>
              </a:ext>
            </a:extLst>
          </p:cNvPr>
          <p:cNvSpPr>
            <a:spLocks noChangeArrowheads="1"/>
          </p:cNvSpPr>
          <p:nvPr/>
        </p:nvSpPr>
        <p:spPr bwMode="auto">
          <a:xfrm>
            <a:off x="4473575" y="4591050"/>
            <a:ext cx="2689225" cy="1030288"/>
          </a:xfrm>
          <a:prstGeom prst="wedgeRoundRectCallout">
            <a:avLst>
              <a:gd name="adj1" fmla="val -52301"/>
              <a:gd name="adj2" fmla="val 97148"/>
              <a:gd name="adj3" fmla="val 16667"/>
            </a:avLst>
          </a:prstGeom>
          <a:solidFill>
            <a:srgbClr val="CCFFCC"/>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err="1">
                <a:latin typeface="+mj-lt"/>
                <a:ea typeface="ＭＳ ゴシック" panose="020B0609070205080204" pitchFamily="49" charset="-128"/>
              </a:rPr>
              <a:t>Kết</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thúc</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câu</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lệnh</a:t>
            </a:r>
            <a:r>
              <a:rPr lang="en-US" altLang="ja-JP" sz="1800" dirty="0">
                <a:latin typeface="+mj-lt"/>
                <a:ea typeface="ＭＳ ゴシック" panose="020B0609070205080204" pitchFamily="49" charset="-128"/>
              </a:rPr>
              <a:t> </a:t>
            </a:r>
            <a:r>
              <a:rPr lang="en-US" altLang="ja-JP" sz="1800" dirty="0">
                <a:latin typeface="+mj-lt"/>
              </a:rPr>
              <a:t>switch </a:t>
            </a:r>
            <a:r>
              <a:rPr lang="en-US" altLang="ja-JP" sz="1800" dirty="0" err="1">
                <a:latin typeface="+mj-lt"/>
              </a:rPr>
              <a:t>bằng</a:t>
            </a:r>
            <a:r>
              <a:rPr lang="en-US" altLang="ja-JP" sz="1800" dirty="0">
                <a:latin typeface="+mj-lt"/>
              </a:rPr>
              <a:t> </a:t>
            </a:r>
            <a:r>
              <a:rPr lang="en-US" altLang="ja-JP" sz="1800" dirty="0" err="1">
                <a:latin typeface="+mj-lt"/>
              </a:rPr>
              <a:t>câu</a:t>
            </a:r>
            <a:r>
              <a:rPr lang="en-US" altLang="ja-JP" sz="1800" dirty="0">
                <a:latin typeface="+mj-lt"/>
              </a:rPr>
              <a:t> </a:t>
            </a:r>
            <a:r>
              <a:rPr lang="en-US" altLang="ja-JP" sz="1800" dirty="0" err="1">
                <a:latin typeface="+mj-lt"/>
              </a:rPr>
              <a:t>lệnh</a:t>
            </a:r>
            <a:r>
              <a:rPr lang="en-US" altLang="ja-JP" sz="1800" dirty="0">
                <a:latin typeface="+mj-lt"/>
              </a:rPr>
              <a:t> break</a:t>
            </a:r>
          </a:p>
        </p:txBody>
      </p:sp>
      <p:sp>
        <p:nvSpPr>
          <p:cNvPr id="726034" name="AutoShape 18">
            <a:extLst>
              <a:ext uri="{FF2B5EF4-FFF2-40B4-BE49-F238E27FC236}">
                <a16:creationId xmlns:a16="http://schemas.microsoft.com/office/drawing/2014/main" id="{0C62315E-C8B3-152A-6526-139AB9A1861B}"/>
              </a:ext>
            </a:extLst>
          </p:cNvPr>
          <p:cNvSpPr>
            <a:spLocks noChangeArrowheads="1"/>
          </p:cNvSpPr>
          <p:nvPr/>
        </p:nvSpPr>
        <p:spPr bwMode="auto">
          <a:xfrm>
            <a:off x="5045075" y="3086100"/>
            <a:ext cx="2689225" cy="782638"/>
          </a:xfrm>
          <a:prstGeom prst="wedgeRoundRectCallout">
            <a:avLst>
              <a:gd name="adj1" fmla="val -55606"/>
              <a:gd name="adj2" fmla="val 125051"/>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err="1">
                <a:latin typeface="+mj-lt"/>
              </a:rPr>
              <a:t>Thực</a:t>
            </a:r>
            <a:r>
              <a:rPr lang="en-US" altLang="ja-JP" sz="1800" dirty="0">
                <a:latin typeface="+mj-lt"/>
              </a:rPr>
              <a:t> </a:t>
            </a:r>
            <a:r>
              <a:rPr lang="en-US" altLang="ja-JP" sz="1800" dirty="0" err="1">
                <a:latin typeface="+mj-lt"/>
              </a:rPr>
              <a:t>hiện</a:t>
            </a:r>
            <a:r>
              <a:rPr lang="en-US" altLang="ja-JP" sz="1800" dirty="0">
                <a:latin typeface="+mj-lt"/>
              </a:rPr>
              <a:t> </a:t>
            </a:r>
            <a:r>
              <a:rPr lang="en-US" altLang="ja-JP" sz="1800" dirty="0" err="1">
                <a:latin typeface="+mj-lt"/>
              </a:rPr>
              <a:t>xử</a:t>
            </a:r>
            <a:r>
              <a:rPr lang="en-US" altLang="ja-JP" sz="1800" dirty="0">
                <a:latin typeface="+mj-lt"/>
              </a:rPr>
              <a:t> </a:t>
            </a:r>
            <a:r>
              <a:rPr lang="en-US" altLang="ja-JP" sz="1800" dirty="0" err="1">
                <a:latin typeface="+mj-lt"/>
              </a:rPr>
              <a:t>lý</a:t>
            </a:r>
            <a:r>
              <a:rPr lang="en-US" altLang="ja-JP" sz="1800" dirty="0">
                <a:latin typeface="+mj-lt"/>
              </a:rPr>
              <a:t> ở label case </a:t>
            </a:r>
            <a:r>
              <a:rPr lang="en-US" altLang="ja-JP" sz="1800" dirty="0" err="1">
                <a:latin typeface="+mj-lt"/>
              </a:rPr>
              <a:t>phù</a:t>
            </a:r>
            <a:r>
              <a:rPr lang="en-US" altLang="ja-JP" sz="1800" dirty="0">
                <a:latin typeface="+mj-lt"/>
              </a:rPr>
              <a:t> </a:t>
            </a:r>
            <a:r>
              <a:rPr lang="en-US" altLang="ja-JP" sz="1800" dirty="0" err="1">
                <a:latin typeface="+mj-lt"/>
              </a:rPr>
              <a:t>hợp</a:t>
            </a:r>
            <a:endParaRPr lang="en-US" altLang="ja-JP" sz="1800" dirty="0">
              <a:latin typeface="+mj-lt"/>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41CED405-2423-1187-4F19-2BE11ABD9594}"/>
              </a:ext>
            </a:extLst>
          </p:cNvPr>
          <p:cNvSpPr>
            <a:spLocks noGrp="1"/>
          </p:cNvSpPr>
          <p:nvPr>
            <p:ph type="sldNum" sz="quarter" idx="10"/>
          </p:nvPr>
        </p:nvSpPr>
        <p:spPr/>
        <p:txBody>
          <a:bodyPr/>
          <a:lstStyle/>
          <a:p>
            <a:fld id="{9F87828E-59F9-4257-97B6-3DD2D57460F6}" type="slidenum">
              <a:rPr lang="en-US" altLang="ja-JP"/>
              <a:pPr/>
              <a:t>39</a:t>
            </a:fld>
            <a:endParaRPr lang="en-US" altLang="ja-JP"/>
          </a:p>
        </p:txBody>
      </p:sp>
      <p:sp>
        <p:nvSpPr>
          <p:cNvPr id="723970" name="Rectangle 2">
            <a:extLst>
              <a:ext uri="{FF2B5EF4-FFF2-40B4-BE49-F238E27FC236}">
                <a16:creationId xmlns:a16="http://schemas.microsoft.com/office/drawing/2014/main" id="{F17E69F4-94A5-A7CC-A41D-293362DFF3CF}"/>
              </a:ext>
            </a:extLst>
          </p:cNvPr>
          <p:cNvSpPr>
            <a:spLocks noGrp="1" noChangeArrowheads="1"/>
          </p:cNvSpPr>
          <p:nvPr>
            <p:ph type="title"/>
          </p:nvPr>
        </p:nvSpPr>
        <p:spPr>
          <a:xfrm>
            <a:off x="344488" y="327473"/>
            <a:ext cx="9217025" cy="490537"/>
          </a:xfrm>
        </p:spPr>
        <p:txBody>
          <a:bodyPr>
            <a:normAutofit fontScale="90000"/>
          </a:bodyPr>
          <a:lstStyle/>
          <a:p>
            <a:r>
              <a:rPr lang="en-US" altLang="ja-JP" dirty="0" err="1">
                <a:latin typeface="Arial" panose="020B0604020202020204" pitchFamily="34" charset="0"/>
                <a:ea typeface="MS UI Gothic" panose="020B0600070205080204" pitchFamily="50" charset="-128"/>
              </a:rPr>
              <a:t>Câu</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lệnh</a:t>
            </a:r>
            <a:r>
              <a:rPr lang="en-US" altLang="ja-JP" dirty="0">
                <a:latin typeface="Arial" panose="020B0604020202020204" pitchFamily="34" charset="0"/>
                <a:ea typeface="MS UI Gothic" panose="020B0600070205080204" pitchFamily="50" charset="-128"/>
              </a:rPr>
              <a:t> switch </a:t>
            </a:r>
            <a:r>
              <a:rPr lang="en-US" altLang="ja-JP" dirty="0" err="1">
                <a:latin typeface="Arial" panose="020B0604020202020204" pitchFamily="34" charset="0"/>
                <a:ea typeface="MS UI Gothic" panose="020B0600070205080204" pitchFamily="50" charset="-128"/>
              </a:rPr>
              <a:t>có</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chứa</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câu</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lệnh</a:t>
            </a:r>
            <a:r>
              <a:rPr lang="en-US" altLang="ja-JP" dirty="0">
                <a:latin typeface="Arial" panose="020B0604020202020204" pitchFamily="34" charset="0"/>
                <a:ea typeface="MS UI Gothic" panose="020B0600070205080204" pitchFamily="50" charset="-128"/>
              </a:rPr>
              <a:t> </a:t>
            </a:r>
            <a:r>
              <a:rPr lang="en-US" altLang="ja-JP" dirty="0">
                <a:latin typeface="Arial" panose="020B0604020202020204" pitchFamily="34" charset="0"/>
                <a:ea typeface="ＭＳ ゴシック" panose="020B0609070205080204" pitchFamily="49" charset="-128"/>
              </a:rPr>
              <a:t>break</a:t>
            </a:r>
            <a:endParaRPr lang="en-US" altLang="ja-JP" dirty="0">
              <a:latin typeface="Arial" panose="020B0604020202020204" pitchFamily="34" charset="0"/>
              <a:ea typeface="MS UI Gothic" panose="020B0600070205080204" pitchFamily="50" charset="-128"/>
            </a:endParaRPr>
          </a:p>
        </p:txBody>
      </p:sp>
      <p:sp>
        <p:nvSpPr>
          <p:cNvPr id="723971" name="Rectangle 3">
            <a:extLst>
              <a:ext uri="{FF2B5EF4-FFF2-40B4-BE49-F238E27FC236}">
                <a16:creationId xmlns:a16="http://schemas.microsoft.com/office/drawing/2014/main" id="{A6FFBB09-A700-4506-8D73-4352C8853C74}"/>
              </a:ext>
            </a:extLst>
          </p:cNvPr>
          <p:cNvSpPr>
            <a:spLocks noChangeArrowheads="1"/>
          </p:cNvSpPr>
          <p:nvPr/>
        </p:nvSpPr>
        <p:spPr bwMode="auto">
          <a:xfrm>
            <a:off x="-979488" y="18700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723972" name="Rectangle 4">
            <a:extLst>
              <a:ext uri="{FF2B5EF4-FFF2-40B4-BE49-F238E27FC236}">
                <a16:creationId xmlns:a16="http://schemas.microsoft.com/office/drawing/2014/main" id="{1283BF0E-4786-3521-D921-040C195CD06D}"/>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ea typeface="ＭＳ ゴシック" panose="020B0609070205080204" pitchFamily="49" charset="-128"/>
              </a:rPr>
              <a:t>Câu lệnh switch chứa câu lệnh </a:t>
            </a:r>
            <a:r>
              <a:rPr lang="en-US" altLang="en-US" sz="2400" b="0">
                <a:latin typeface="Arial" panose="020B0604020202020204" pitchFamily="34" charset="0"/>
                <a:ea typeface="ＭＳ ゴシック" panose="020B0609070205080204" pitchFamily="49" charset="-128"/>
              </a:rPr>
              <a:t>break</a:t>
            </a:r>
            <a:endParaRPr lang="en-US" altLang="ja-JP" sz="2400" b="0">
              <a:latin typeface="Arial" panose="020B0604020202020204" pitchFamily="34" charset="0"/>
            </a:endParaRPr>
          </a:p>
          <a:p>
            <a:pPr>
              <a:spcBef>
                <a:spcPct val="50000"/>
              </a:spcBef>
              <a:buFont typeface="Wingdings" panose="05000000000000000000" pitchFamily="2" charset="2"/>
              <a:buNone/>
            </a:pPr>
            <a:r>
              <a:rPr lang="en-US" altLang="ja-JP" sz="2000" b="0">
                <a:latin typeface="Arial" panose="020B0604020202020204" pitchFamily="34" charset="0"/>
              </a:rPr>
              <a:t>●</a:t>
            </a:r>
            <a:r>
              <a:rPr lang="en-US" altLang="ja-JP" sz="1800" b="0">
                <a:latin typeface="Arial" panose="020B0604020202020204" pitchFamily="34" charset="0"/>
              </a:rPr>
              <a:t>Cú pháp cơ bản</a:t>
            </a:r>
          </a:p>
          <a:p>
            <a:pPr lvl="1"/>
            <a:endParaRPr lang="en-US" altLang="ja-JP" sz="2400" b="0">
              <a:latin typeface="Arial" panose="020B0604020202020204" pitchFamily="34" charset="0"/>
            </a:endParaRPr>
          </a:p>
        </p:txBody>
      </p:sp>
      <p:grpSp>
        <p:nvGrpSpPr>
          <p:cNvPr id="724007" name="Group 39">
            <a:extLst>
              <a:ext uri="{FF2B5EF4-FFF2-40B4-BE49-F238E27FC236}">
                <a16:creationId xmlns:a16="http://schemas.microsoft.com/office/drawing/2014/main" id="{ED8D6230-0E91-7E51-0E38-DA80C708AFD2}"/>
              </a:ext>
            </a:extLst>
          </p:cNvPr>
          <p:cNvGrpSpPr>
            <a:grpSpLocks/>
          </p:cNvGrpSpPr>
          <p:nvPr/>
        </p:nvGrpSpPr>
        <p:grpSpPr bwMode="auto">
          <a:xfrm>
            <a:off x="344488" y="1252538"/>
            <a:ext cx="9120187" cy="4884737"/>
            <a:chOff x="217" y="789"/>
            <a:chExt cx="5745" cy="3077"/>
          </a:xfrm>
        </p:grpSpPr>
        <p:sp>
          <p:nvSpPr>
            <p:cNvPr id="723974" name="Text Box 6">
              <a:extLst>
                <a:ext uri="{FF2B5EF4-FFF2-40B4-BE49-F238E27FC236}">
                  <a16:creationId xmlns:a16="http://schemas.microsoft.com/office/drawing/2014/main" id="{31CAE5FF-8270-733A-696F-022EEA45B478}"/>
                </a:ext>
              </a:extLst>
            </p:cNvPr>
            <p:cNvSpPr txBox="1">
              <a:spLocks noChangeArrowheads="1"/>
            </p:cNvSpPr>
            <p:nvPr/>
          </p:nvSpPr>
          <p:spPr bwMode="auto">
            <a:xfrm>
              <a:off x="217" y="1197"/>
              <a:ext cx="5745" cy="2669"/>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en-US" altLang="ja-JP" sz="1800">
                  <a:ea typeface="ＭＳ ゴシック" panose="020B0609070205080204" pitchFamily="49" charset="-128"/>
                </a:rPr>
                <a:t>switch (Giá trị hoặc biểu thức muốn đánh giá) {</a:t>
              </a:r>
            </a:p>
            <a:p>
              <a:pPr lvl="1" algn="just">
                <a:lnSpc>
                  <a:spcPct val="112000"/>
                </a:lnSpc>
              </a:pPr>
              <a:endParaRPr lang="en-US" altLang="ja-JP" sz="1800">
                <a:ea typeface="ＭＳ ゴシック" panose="020B0609070205080204" pitchFamily="49" charset="-128"/>
              </a:endParaRPr>
            </a:p>
            <a:p>
              <a:pPr lvl="1" algn="just">
                <a:lnSpc>
                  <a:spcPct val="112000"/>
                </a:lnSpc>
              </a:pPr>
              <a:r>
                <a:rPr lang="en-US" altLang="ja-JP" sz="1800">
                  <a:ea typeface="ＭＳ ゴシック" panose="020B0609070205080204" pitchFamily="49" charset="-128"/>
                </a:rPr>
                <a:t>    case Biểu thức hằng số </a:t>
              </a:r>
              <a:r>
                <a:rPr lang="ja-JP" altLang="en-US" sz="1800">
                  <a:ea typeface="MS UI Gothic" panose="020B0600070205080204" pitchFamily="50" charset="-128"/>
                </a:rPr>
                <a:t>１</a:t>
              </a:r>
              <a:r>
                <a:rPr lang="en-US" altLang="ja-JP" sz="1800">
                  <a:ea typeface="ＭＳ ゴシック" panose="020B0609070205080204" pitchFamily="49" charset="-128"/>
                </a:rPr>
                <a:t>:</a:t>
              </a:r>
            </a:p>
            <a:p>
              <a:pPr lvl="1" algn="just">
                <a:lnSpc>
                  <a:spcPct val="112000"/>
                </a:lnSpc>
              </a:pPr>
              <a:r>
                <a:rPr lang="en-US" altLang="ja-JP" sz="1800">
                  <a:ea typeface="ＭＳ ゴシック" panose="020B0609070205080204" pitchFamily="49" charset="-128"/>
                </a:rPr>
                <a:t>        Xử lý của trường hợp giá trị hoặc biểu thức muốn đánh giá bằng với biểu thức hằng số 1</a:t>
              </a:r>
              <a:endParaRPr lang="en-US" altLang="ja-JP" sz="1800">
                <a:ea typeface="MS UI Gothic" panose="020B0600070205080204" pitchFamily="50" charset="-128"/>
              </a:endParaRPr>
            </a:p>
            <a:p>
              <a:pPr lvl="1" algn="just">
                <a:lnSpc>
                  <a:spcPct val="112000"/>
                </a:lnSpc>
              </a:pPr>
              <a:r>
                <a:rPr lang="en-US" altLang="ja-JP" sz="1800">
                  <a:ea typeface="ＭＳ ゴシック" panose="020B0609070205080204" pitchFamily="49" charset="-128"/>
                </a:rPr>
                <a:t>        break;</a:t>
              </a:r>
            </a:p>
            <a:p>
              <a:pPr lvl="1" algn="just">
                <a:lnSpc>
                  <a:spcPct val="112000"/>
                </a:lnSpc>
              </a:pPr>
              <a:r>
                <a:rPr lang="en-US" altLang="ja-JP" sz="1800">
                  <a:ea typeface="ＭＳ ゴシック" panose="020B0609070205080204" pitchFamily="49" charset="-128"/>
                </a:rPr>
                <a:t>            </a:t>
              </a:r>
              <a:r>
                <a:rPr lang="ja-JP" altLang="en-US" sz="1800">
                  <a:ea typeface="ＭＳ ゴシック" panose="020B0609070205080204" pitchFamily="49" charset="-128"/>
                </a:rPr>
                <a:t>：</a:t>
              </a:r>
            </a:p>
            <a:p>
              <a:pPr lvl="1" algn="just">
                <a:lnSpc>
                  <a:spcPct val="112000"/>
                </a:lnSpc>
              </a:pPr>
              <a:r>
                <a:rPr lang="ja-JP" altLang="en-US" sz="1800">
                  <a:ea typeface="ＭＳ ゴシック" panose="020B0609070205080204" pitchFamily="49" charset="-128"/>
                </a:rPr>
                <a:t>    </a:t>
              </a:r>
              <a:r>
                <a:rPr lang="en-US" altLang="ja-JP" sz="1800">
                  <a:ea typeface="ＭＳ ゴシック" panose="020B0609070205080204" pitchFamily="49" charset="-128"/>
                </a:rPr>
                <a:t>case Biểu thức hằng số </a:t>
              </a:r>
              <a:r>
                <a:rPr lang="ja-JP" altLang="en-US" sz="1800">
                  <a:ea typeface="MS UI Gothic" panose="020B0600070205080204" pitchFamily="50" charset="-128"/>
                </a:rPr>
                <a:t>ｎ</a:t>
              </a:r>
              <a:r>
                <a:rPr lang="en-US" altLang="ja-JP" sz="1800">
                  <a:ea typeface="ＭＳ ゴシック" panose="020B0609070205080204" pitchFamily="49" charset="-128"/>
                </a:rPr>
                <a:t>:</a:t>
              </a:r>
            </a:p>
            <a:p>
              <a:pPr lvl="1" algn="just">
                <a:lnSpc>
                  <a:spcPct val="112000"/>
                </a:lnSpc>
              </a:pPr>
              <a:r>
                <a:rPr lang="en-US" altLang="ja-JP" sz="1800">
                  <a:ea typeface="ＭＳ ゴシック" panose="020B0609070205080204" pitchFamily="49" charset="-128"/>
                </a:rPr>
                <a:t>        Xử lý của trường hợp giá trị hoặc biểu thức muốn đánh giá bằng biểu thức hằng số n</a:t>
              </a:r>
              <a:endParaRPr lang="en-US" altLang="ja-JP" sz="1800">
                <a:ea typeface="MS UI Gothic" panose="020B0600070205080204" pitchFamily="50" charset="-128"/>
              </a:endParaRPr>
            </a:p>
            <a:p>
              <a:pPr lvl="1" algn="just">
                <a:lnSpc>
                  <a:spcPct val="112000"/>
                </a:lnSpc>
              </a:pPr>
              <a:r>
                <a:rPr lang="en-US" altLang="ja-JP" sz="1800">
                  <a:ea typeface="ＭＳ ゴシック" panose="020B0609070205080204" pitchFamily="49" charset="-128"/>
                </a:rPr>
                <a:t>        break;</a:t>
              </a:r>
            </a:p>
            <a:p>
              <a:pPr lvl="1" algn="just">
                <a:lnSpc>
                  <a:spcPct val="112000"/>
                </a:lnSpc>
              </a:pPr>
              <a:r>
                <a:rPr lang="en-US" altLang="ja-JP" sz="1800">
                  <a:ea typeface="ＭＳ ゴシック" panose="020B0609070205080204" pitchFamily="49" charset="-128"/>
                </a:rPr>
                <a:t>    default:</a:t>
              </a:r>
            </a:p>
            <a:p>
              <a:pPr lvl="1" algn="just">
                <a:lnSpc>
                  <a:spcPct val="112000"/>
                </a:lnSpc>
              </a:pPr>
              <a:r>
                <a:rPr lang="en-US" altLang="ja-JP" sz="1800">
                  <a:ea typeface="ＭＳ ゴシック" panose="020B0609070205080204" pitchFamily="49" charset="-128"/>
                </a:rPr>
                <a:t>     Xử lý của trường hợp không phù hợp với toàn bộ case</a:t>
              </a:r>
              <a:endParaRPr lang="en-US" altLang="ja-JP" sz="1800">
                <a:ea typeface="MS UI Gothic" panose="020B0600070205080204" pitchFamily="50" charset="-128"/>
              </a:endParaRPr>
            </a:p>
            <a:p>
              <a:pPr lvl="1" algn="just">
                <a:lnSpc>
                  <a:spcPct val="112000"/>
                </a:lnSpc>
              </a:pPr>
              <a:r>
                <a:rPr lang="en-US" altLang="ja-JP" sz="1800">
                  <a:ea typeface="ＭＳ ゴシック" panose="020B0609070205080204" pitchFamily="49" charset="-128"/>
                </a:rPr>
                <a:t>}</a:t>
              </a:r>
            </a:p>
          </p:txBody>
        </p:sp>
        <p:sp>
          <p:nvSpPr>
            <p:cNvPr id="723975" name="Rectangle 7">
              <a:extLst>
                <a:ext uri="{FF2B5EF4-FFF2-40B4-BE49-F238E27FC236}">
                  <a16:creationId xmlns:a16="http://schemas.microsoft.com/office/drawing/2014/main" id="{EC106F4F-5001-86C5-A2B9-E49B2904ACC1}"/>
                </a:ext>
              </a:extLst>
            </p:cNvPr>
            <p:cNvSpPr>
              <a:spLocks noChangeArrowheads="1"/>
            </p:cNvSpPr>
            <p:nvPr/>
          </p:nvSpPr>
          <p:spPr bwMode="auto">
            <a:xfrm>
              <a:off x="816" y="1577"/>
              <a:ext cx="1612" cy="201"/>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
          <p:nvSpPr>
            <p:cNvPr id="723976" name="Rectangle 8">
              <a:extLst>
                <a:ext uri="{FF2B5EF4-FFF2-40B4-BE49-F238E27FC236}">
                  <a16:creationId xmlns:a16="http://schemas.microsoft.com/office/drawing/2014/main" id="{E94AD9B5-7060-87D5-E484-1152C230BB2E}"/>
                </a:ext>
              </a:extLst>
            </p:cNvPr>
            <p:cNvSpPr>
              <a:spLocks noChangeArrowheads="1"/>
            </p:cNvSpPr>
            <p:nvPr/>
          </p:nvSpPr>
          <p:spPr bwMode="auto">
            <a:xfrm>
              <a:off x="494" y="3309"/>
              <a:ext cx="3774" cy="492"/>
            </a:xfrm>
            <a:prstGeom prst="rect">
              <a:avLst/>
            </a:prstGeom>
            <a:noFill/>
            <a:ln w="25400" algn="ctr">
              <a:solidFill>
                <a:srgbClr val="673EC1"/>
              </a:solidFill>
              <a:prstDash val="dash"/>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50000"/>
                </a:spcBef>
              </a:pPr>
              <a:endParaRPr lang="ja-JP" altLang="ja-JP" sz="1800"/>
            </a:p>
          </p:txBody>
        </p:sp>
        <p:sp>
          <p:nvSpPr>
            <p:cNvPr id="723977" name="AutoShape 9">
              <a:extLst>
                <a:ext uri="{FF2B5EF4-FFF2-40B4-BE49-F238E27FC236}">
                  <a16:creationId xmlns:a16="http://schemas.microsoft.com/office/drawing/2014/main" id="{B939D1B9-58E6-18CA-2A8B-7147A8A0AA95}"/>
                </a:ext>
              </a:extLst>
            </p:cNvPr>
            <p:cNvSpPr>
              <a:spLocks noChangeArrowheads="1"/>
            </p:cNvSpPr>
            <p:nvPr/>
          </p:nvSpPr>
          <p:spPr bwMode="auto">
            <a:xfrm>
              <a:off x="1580" y="789"/>
              <a:ext cx="2527" cy="293"/>
            </a:xfrm>
            <a:prstGeom prst="wedgeRoundRectCallout">
              <a:avLst>
                <a:gd name="adj1" fmla="val -43153"/>
                <a:gd name="adj2" fmla="val 105292"/>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400" dirty="0" err="1">
                  <a:latin typeface="+mj-lt"/>
                  <a:ea typeface="ＭＳ ゴシック" panose="020B0609070205080204" pitchFamily="49" charset="-128"/>
                </a:rPr>
                <a:t>Giá</a:t>
              </a:r>
              <a:r>
                <a:rPr lang="en-US" altLang="ja-JP" sz="1400" dirty="0">
                  <a:latin typeface="+mj-lt"/>
                  <a:ea typeface="ＭＳ ゴシック" panose="020B0609070205080204" pitchFamily="49" charset="-128"/>
                </a:rPr>
                <a:t> </a:t>
              </a:r>
              <a:r>
                <a:rPr lang="en-US" altLang="ja-JP" sz="1400" dirty="0" err="1">
                  <a:latin typeface="+mj-lt"/>
                  <a:ea typeface="ＭＳ ゴシック" panose="020B0609070205080204" pitchFamily="49" charset="-128"/>
                </a:rPr>
                <a:t>trị</a:t>
              </a:r>
              <a:r>
                <a:rPr lang="en-US" altLang="ja-JP" sz="1400" dirty="0">
                  <a:latin typeface="+mj-lt"/>
                  <a:ea typeface="ＭＳ ゴシック" panose="020B0609070205080204" pitchFamily="49" charset="-128"/>
                </a:rPr>
                <a:t> </a:t>
              </a:r>
              <a:r>
                <a:rPr lang="en-US" altLang="ja-JP" sz="1400" dirty="0" err="1">
                  <a:latin typeface="+mj-lt"/>
                  <a:ea typeface="ＭＳ ゴシック" panose="020B0609070205080204" pitchFamily="49" charset="-128"/>
                </a:rPr>
                <a:t>hoặc</a:t>
              </a:r>
              <a:r>
                <a:rPr lang="en-US" altLang="ja-JP" sz="1400" dirty="0">
                  <a:latin typeface="+mj-lt"/>
                  <a:ea typeface="ＭＳ ゴシック" panose="020B0609070205080204" pitchFamily="49" charset="-128"/>
                </a:rPr>
                <a:t> </a:t>
              </a:r>
              <a:r>
                <a:rPr lang="en-US" altLang="ja-JP" sz="1400" dirty="0" err="1">
                  <a:latin typeface="+mj-lt"/>
                  <a:ea typeface="ＭＳ ゴシック" panose="020B0609070205080204" pitchFamily="49" charset="-128"/>
                </a:rPr>
                <a:t>biểu</a:t>
              </a:r>
              <a:r>
                <a:rPr lang="en-US" altLang="ja-JP" sz="1400" dirty="0">
                  <a:latin typeface="+mj-lt"/>
                  <a:ea typeface="ＭＳ ゴシック" panose="020B0609070205080204" pitchFamily="49" charset="-128"/>
                </a:rPr>
                <a:t> </a:t>
              </a:r>
              <a:r>
                <a:rPr lang="en-US" altLang="ja-JP" sz="1400" dirty="0" err="1">
                  <a:latin typeface="+mj-lt"/>
                  <a:ea typeface="ＭＳ ゴシック" panose="020B0609070205080204" pitchFamily="49" charset="-128"/>
                </a:rPr>
                <a:t>thức</a:t>
              </a:r>
              <a:r>
                <a:rPr lang="en-US" altLang="ja-JP" sz="1400" dirty="0">
                  <a:latin typeface="+mj-lt"/>
                  <a:ea typeface="ＭＳ ゴシック" panose="020B0609070205080204" pitchFamily="49" charset="-128"/>
                </a:rPr>
                <a:t> </a:t>
              </a:r>
              <a:r>
                <a:rPr lang="en-US" altLang="ja-JP" sz="1400" dirty="0" err="1">
                  <a:latin typeface="+mj-lt"/>
                  <a:ea typeface="ＭＳ ゴシック" panose="020B0609070205080204" pitchFamily="49" charset="-128"/>
                </a:rPr>
                <a:t>có</a:t>
              </a:r>
              <a:r>
                <a:rPr lang="en-US" altLang="ja-JP" sz="1400" dirty="0">
                  <a:latin typeface="+mj-lt"/>
                  <a:ea typeface="ＭＳ ゴシック" panose="020B0609070205080204" pitchFamily="49" charset="-128"/>
                </a:rPr>
                <a:t> </a:t>
              </a:r>
              <a:r>
                <a:rPr lang="en-US" altLang="ja-JP" sz="1400" dirty="0" err="1">
                  <a:latin typeface="+mj-lt"/>
                  <a:ea typeface="ＭＳ ゴシック" panose="020B0609070205080204" pitchFamily="49" charset="-128"/>
                </a:rPr>
                <a:t>thể</a:t>
              </a:r>
              <a:r>
                <a:rPr lang="en-US" altLang="ja-JP" sz="1400" dirty="0">
                  <a:latin typeface="+mj-lt"/>
                  <a:ea typeface="ＭＳ ゴシック" panose="020B0609070205080204" pitchFamily="49" charset="-128"/>
                </a:rPr>
                <a:t> convert </a:t>
              </a:r>
              <a:r>
                <a:rPr lang="en-US" altLang="ja-JP" sz="1400" dirty="0" err="1">
                  <a:latin typeface="+mj-lt"/>
                  <a:ea typeface="ＭＳ ゴシック" panose="020B0609070205080204" pitchFamily="49" charset="-128"/>
                </a:rPr>
                <a:t>ngầm</a:t>
              </a:r>
              <a:r>
                <a:rPr lang="en-US" altLang="ja-JP" sz="1400" dirty="0">
                  <a:latin typeface="+mj-lt"/>
                  <a:ea typeface="ＭＳ ゴシック" panose="020B0609070205080204" pitchFamily="49" charset="-128"/>
                </a:rPr>
                <a:t> </a:t>
              </a:r>
              <a:r>
                <a:rPr lang="en-US" altLang="ja-JP" sz="1400" dirty="0" err="1">
                  <a:latin typeface="+mj-lt"/>
                  <a:ea typeface="ＭＳ ゴシック" panose="020B0609070205080204" pitchFamily="49" charset="-128"/>
                </a:rPr>
                <a:t>thành</a:t>
              </a:r>
              <a:r>
                <a:rPr lang="en-US" altLang="ja-JP" sz="1400" dirty="0">
                  <a:latin typeface="+mj-lt"/>
                  <a:ea typeface="ＭＳ ゴシック" panose="020B0609070205080204" pitchFamily="49" charset="-128"/>
                </a:rPr>
                <a:t> </a:t>
              </a:r>
              <a:r>
                <a:rPr lang="en-US" altLang="ja-JP" sz="1400" dirty="0" err="1">
                  <a:latin typeface="+mj-lt"/>
                  <a:ea typeface="ＭＳ ゴシック" panose="020B0609070205080204" pitchFamily="49" charset="-128"/>
                </a:rPr>
                <a:t>kiểu</a:t>
              </a:r>
              <a:r>
                <a:rPr lang="en-US" altLang="ja-JP" sz="1400" dirty="0">
                  <a:latin typeface="+mj-lt"/>
                  <a:ea typeface="ＭＳ ゴシック" panose="020B0609070205080204" pitchFamily="49" charset="-128"/>
                </a:rPr>
                <a:t> int</a:t>
              </a:r>
            </a:p>
          </p:txBody>
        </p:sp>
        <p:sp>
          <p:nvSpPr>
            <p:cNvPr id="723980" name="Rectangle 12">
              <a:extLst>
                <a:ext uri="{FF2B5EF4-FFF2-40B4-BE49-F238E27FC236}">
                  <a16:creationId xmlns:a16="http://schemas.microsoft.com/office/drawing/2014/main" id="{21BC40C0-429E-97BE-3020-9566FA3DC9AA}"/>
                </a:ext>
              </a:extLst>
            </p:cNvPr>
            <p:cNvSpPr>
              <a:spLocks noChangeArrowheads="1"/>
            </p:cNvSpPr>
            <p:nvPr/>
          </p:nvSpPr>
          <p:spPr bwMode="auto">
            <a:xfrm>
              <a:off x="616" y="2188"/>
              <a:ext cx="630" cy="204"/>
            </a:xfrm>
            <a:prstGeom prst="rect">
              <a:avLst/>
            </a:prstGeom>
            <a:noFill/>
            <a:ln w="25400" algn="ctr">
              <a:solidFill>
                <a:srgbClr val="FF8519"/>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
          <p:nvSpPr>
            <p:cNvPr id="723988" name="Text Box 20">
              <a:extLst>
                <a:ext uri="{FF2B5EF4-FFF2-40B4-BE49-F238E27FC236}">
                  <a16:creationId xmlns:a16="http://schemas.microsoft.com/office/drawing/2014/main" id="{6E16C7A2-F718-FB8A-9148-5AFAAEEE73BC}"/>
                </a:ext>
              </a:extLst>
            </p:cNvPr>
            <p:cNvSpPr txBox="1">
              <a:spLocks noChangeArrowheads="1"/>
            </p:cNvSpPr>
            <p:nvPr/>
          </p:nvSpPr>
          <p:spPr bwMode="auto">
            <a:xfrm>
              <a:off x="4464" y="3259"/>
              <a:ext cx="1474" cy="593"/>
            </a:xfrm>
            <a:prstGeom prst="rect">
              <a:avLst/>
            </a:prstGeom>
            <a:noFill/>
            <a:ln w="25400" algn="ctr">
              <a:solidFill>
                <a:srgbClr val="673EC1"/>
              </a:solidFill>
              <a:prstDash val="dash"/>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spcBef>
                  <a:spcPct val="50000"/>
                </a:spcBef>
              </a:pPr>
              <a:r>
                <a:rPr lang="en-US" altLang="ja-JP" sz="1800" dirty="0" err="1">
                  <a:latin typeface="+mj-lt"/>
                  <a:ea typeface="ＭＳ ゴシック" panose="020B0609070205080204" pitchFamily="49" charset="-128"/>
                </a:rPr>
                <a:t>Tương</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ứng</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với</a:t>
              </a:r>
              <a:r>
                <a:rPr lang="en-US" altLang="ja-JP" sz="1800" dirty="0">
                  <a:latin typeface="+mj-lt"/>
                  <a:ea typeface="ＭＳ ゴシック" panose="020B0609070205080204" pitchFamily="49" charset="-128"/>
                </a:rPr>
                <a:t> block else </a:t>
              </a:r>
              <a:r>
                <a:rPr lang="en-US" altLang="ja-JP" sz="1800" dirty="0" err="1">
                  <a:latin typeface="+mj-lt"/>
                  <a:ea typeface="ＭＳ ゴシック" panose="020B0609070205080204" pitchFamily="49" charset="-128"/>
                </a:rPr>
                <a:t>của</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câu</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lệnh</a:t>
              </a:r>
              <a:r>
                <a:rPr lang="en-US" altLang="ja-JP" sz="1800" dirty="0">
                  <a:latin typeface="+mj-lt"/>
                  <a:ea typeface="ＭＳ ゴシック" panose="020B0609070205080204" pitchFamily="49" charset="-128"/>
                </a:rPr>
                <a:t> if</a:t>
              </a:r>
              <a:endParaRPr lang="en-US" altLang="ja-JP" sz="1800" dirty="0">
                <a:latin typeface="+mj-lt"/>
              </a:endParaRPr>
            </a:p>
          </p:txBody>
        </p:sp>
        <p:cxnSp>
          <p:nvCxnSpPr>
            <p:cNvPr id="723990" name="AutoShape 22">
              <a:extLst>
                <a:ext uri="{FF2B5EF4-FFF2-40B4-BE49-F238E27FC236}">
                  <a16:creationId xmlns:a16="http://schemas.microsoft.com/office/drawing/2014/main" id="{28C7C998-FF6C-7511-D4C6-CAF4FAE53645}"/>
                </a:ext>
              </a:extLst>
            </p:cNvPr>
            <p:cNvCxnSpPr>
              <a:cxnSpLocks noChangeShapeType="1"/>
              <a:stCxn id="723976" idx="3"/>
              <a:endCxn id="723988" idx="1"/>
            </p:cNvCxnSpPr>
            <p:nvPr/>
          </p:nvCxnSpPr>
          <p:spPr bwMode="auto">
            <a:xfrm>
              <a:off x="4276" y="3555"/>
              <a:ext cx="180" cy="1"/>
            </a:xfrm>
            <a:prstGeom prst="straightConnector1">
              <a:avLst/>
            </a:prstGeom>
            <a:noFill/>
            <a:ln w="25400">
              <a:solidFill>
                <a:srgbClr val="673EC1"/>
              </a:solidFill>
              <a:prstDash val="dash"/>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3991" name="Text Box 23">
              <a:extLst>
                <a:ext uri="{FF2B5EF4-FFF2-40B4-BE49-F238E27FC236}">
                  <a16:creationId xmlns:a16="http://schemas.microsoft.com/office/drawing/2014/main" id="{143CC2FA-4188-7597-3A66-21356DAB6E20}"/>
                </a:ext>
              </a:extLst>
            </p:cNvPr>
            <p:cNvSpPr txBox="1">
              <a:spLocks noChangeArrowheads="1"/>
            </p:cNvSpPr>
            <p:nvPr/>
          </p:nvSpPr>
          <p:spPr bwMode="auto">
            <a:xfrm>
              <a:off x="2615" y="2194"/>
              <a:ext cx="2936" cy="188"/>
            </a:xfrm>
            <a:prstGeom prst="rect">
              <a:avLst/>
            </a:prstGeom>
            <a:noFill/>
            <a:ln w="25400" algn="ctr">
              <a:solidFill>
                <a:srgbClr val="FF8519"/>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800">
                  <a:ea typeface="ＭＳ ゴシック" panose="020B0609070205080204" pitchFamily="49" charset="-128"/>
                </a:rPr>
                <a:t>Thoát khỏi switch bloc</a:t>
              </a:r>
              <a:r>
                <a:rPr lang="en-US" altLang="ja-JP" sz="1800">
                  <a:ea typeface="MS UI Gothic" panose="020B0600070205080204" pitchFamily="50" charset="-128"/>
                </a:rPr>
                <a:t>k</a:t>
              </a:r>
            </a:p>
          </p:txBody>
        </p:sp>
        <p:cxnSp>
          <p:nvCxnSpPr>
            <p:cNvPr id="723993" name="AutoShape 25">
              <a:extLst>
                <a:ext uri="{FF2B5EF4-FFF2-40B4-BE49-F238E27FC236}">
                  <a16:creationId xmlns:a16="http://schemas.microsoft.com/office/drawing/2014/main" id="{921A6FB1-E11F-BEB3-4DB8-46669B72A052}"/>
                </a:ext>
              </a:extLst>
            </p:cNvPr>
            <p:cNvCxnSpPr>
              <a:cxnSpLocks noChangeShapeType="1"/>
              <a:stCxn id="723980" idx="3"/>
              <a:endCxn id="723991" idx="1"/>
            </p:cNvCxnSpPr>
            <p:nvPr/>
          </p:nvCxnSpPr>
          <p:spPr bwMode="auto">
            <a:xfrm flipV="1">
              <a:off x="1254" y="2288"/>
              <a:ext cx="1353" cy="2"/>
            </a:xfrm>
            <a:prstGeom prst="straightConnector1">
              <a:avLst/>
            </a:prstGeom>
            <a:noFill/>
            <a:ln w="25400">
              <a:solidFill>
                <a:srgbClr val="FF8519"/>
              </a:solidFill>
              <a:prstDash val="sysDot"/>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3994" name="Text Box 26">
              <a:extLst>
                <a:ext uri="{FF2B5EF4-FFF2-40B4-BE49-F238E27FC236}">
                  <a16:creationId xmlns:a16="http://schemas.microsoft.com/office/drawing/2014/main" id="{C8C0DC73-8CA7-2601-FAA5-F43D174B9A5A}"/>
                </a:ext>
              </a:extLst>
            </p:cNvPr>
            <p:cNvSpPr txBox="1">
              <a:spLocks noChangeArrowheads="1"/>
            </p:cNvSpPr>
            <p:nvPr/>
          </p:nvSpPr>
          <p:spPr bwMode="auto">
            <a:xfrm>
              <a:off x="2604" y="1384"/>
              <a:ext cx="3008" cy="420"/>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spcBef>
                  <a:spcPct val="50000"/>
                </a:spcBef>
              </a:pPr>
              <a:r>
                <a:rPr lang="en-US" altLang="ja-JP" sz="1800" dirty="0">
                  <a:latin typeface="+mj-lt"/>
                </a:rPr>
                <a:t>Literal </a:t>
              </a:r>
              <a:r>
                <a:rPr lang="en-US" altLang="ja-JP" sz="1800" dirty="0" err="1">
                  <a:latin typeface="+mj-lt"/>
                </a:rPr>
                <a:t>hoặc</a:t>
              </a:r>
              <a:r>
                <a:rPr lang="en-US" altLang="ja-JP" sz="1800" dirty="0">
                  <a:latin typeface="+mj-lt"/>
                </a:rPr>
                <a:t> </a:t>
              </a:r>
              <a:r>
                <a:rPr lang="en-US" altLang="ja-JP" sz="1800" dirty="0" err="1">
                  <a:latin typeface="+mj-lt"/>
                </a:rPr>
                <a:t>biểu</a:t>
              </a:r>
              <a:r>
                <a:rPr lang="en-US" altLang="ja-JP" sz="1800" dirty="0">
                  <a:latin typeface="+mj-lt"/>
                </a:rPr>
                <a:t> </a:t>
              </a:r>
              <a:r>
                <a:rPr lang="en-US" altLang="ja-JP" sz="1800" dirty="0" err="1">
                  <a:latin typeface="+mj-lt"/>
                </a:rPr>
                <a:t>thức</a:t>
              </a:r>
              <a:r>
                <a:rPr lang="en-US" altLang="ja-JP" sz="1800" dirty="0">
                  <a:latin typeface="+mj-lt"/>
                </a:rPr>
                <a:t> </a:t>
              </a:r>
              <a:r>
                <a:rPr lang="en-US" altLang="ja-JP" sz="1800" dirty="0" err="1">
                  <a:latin typeface="+mj-lt"/>
                </a:rPr>
                <a:t>mà</a:t>
              </a:r>
              <a:r>
                <a:rPr lang="en-US" altLang="ja-JP" sz="1800" dirty="0">
                  <a:latin typeface="+mj-lt"/>
                </a:rPr>
                <a:t> </a:t>
              </a:r>
              <a:r>
                <a:rPr lang="en-US" altLang="ja-JP" sz="1800" dirty="0" err="1">
                  <a:latin typeface="+mj-lt"/>
                </a:rPr>
                <a:t>kết</a:t>
              </a:r>
              <a:r>
                <a:rPr lang="en-US" altLang="ja-JP" sz="1800" dirty="0">
                  <a:latin typeface="+mj-lt"/>
                </a:rPr>
                <a:t> </a:t>
              </a:r>
              <a:r>
                <a:rPr lang="en-US" altLang="ja-JP" sz="1800" dirty="0" err="1">
                  <a:latin typeface="+mj-lt"/>
                </a:rPr>
                <a:t>quả</a:t>
              </a:r>
              <a:r>
                <a:rPr lang="en-US" altLang="ja-JP" sz="1800" dirty="0">
                  <a:latin typeface="+mj-lt"/>
                </a:rPr>
                <a:t> </a:t>
              </a:r>
              <a:r>
                <a:rPr lang="en-US" altLang="ja-JP" sz="1800" dirty="0" err="1">
                  <a:latin typeface="+mj-lt"/>
                </a:rPr>
                <a:t>đánh</a:t>
              </a:r>
              <a:r>
                <a:rPr lang="en-US" altLang="ja-JP" sz="1800" dirty="0">
                  <a:latin typeface="+mj-lt"/>
                </a:rPr>
                <a:t> </a:t>
              </a:r>
              <a:r>
                <a:rPr lang="en-US" altLang="ja-JP" sz="1800" dirty="0" err="1">
                  <a:latin typeface="+mj-lt"/>
                </a:rPr>
                <a:t>giá</a:t>
              </a:r>
              <a:r>
                <a:rPr lang="en-US" altLang="ja-JP" sz="1800" dirty="0">
                  <a:latin typeface="+mj-lt"/>
                </a:rPr>
                <a:t> </a:t>
              </a:r>
              <a:r>
                <a:rPr lang="en-US" altLang="ja-JP" sz="1800" dirty="0" err="1">
                  <a:latin typeface="+mj-lt"/>
                </a:rPr>
                <a:t>là</a:t>
              </a:r>
              <a:r>
                <a:rPr lang="en-US" altLang="ja-JP" sz="1800" dirty="0">
                  <a:latin typeface="+mj-lt"/>
                </a:rPr>
                <a:t> literal</a:t>
              </a:r>
            </a:p>
          </p:txBody>
        </p:sp>
        <p:cxnSp>
          <p:nvCxnSpPr>
            <p:cNvPr id="723995" name="AutoShape 27">
              <a:extLst>
                <a:ext uri="{FF2B5EF4-FFF2-40B4-BE49-F238E27FC236}">
                  <a16:creationId xmlns:a16="http://schemas.microsoft.com/office/drawing/2014/main" id="{EF855169-3C11-7781-7472-4BE0A5B661D8}"/>
                </a:ext>
              </a:extLst>
            </p:cNvPr>
            <p:cNvCxnSpPr>
              <a:cxnSpLocks noChangeShapeType="1"/>
              <a:stCxn id="723975" idx="0"/>
            </p:cNvCxnSpPr>
            <p:nvPr/>
          </p:nvCxnSpPr>
          <p:spPr bwMode="auto">
            <a:xfrm rot="16200000">
              <a:off x="2048" y="1057"/>
              <a:ext cx="86" cy="938"/>
            </a:xfrm>
            <a:prstGeom prst="bentConnector2">
              <a:avLst/>
            </a:prstGeom>
            <a:noFill/>
            <a:ln w="25400">
              <a:solidFill>
                <a:srgbClr val="3FB007"/>
              </a:solidFill>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7D27E396-5180-D867-B388-447A7B83A566}"/>
              </a:ext>
            </a:extLst>
          </p:cNvPr>
          <p:cNvSpPr>
            <a:spLocks noGrp="1"/>
          </p:cNvSpPr>
          <p:nvPr>
            <p:ph type="sldNum" sz="quarter" idx="10"/>
          </p:nvPr>
        </p:nvSpPr>
        <p:spPr/>
        <p:txBody>
          <a:bodyPr/>
          <a:lstStyle/>
          <a:p>
            <a:fld id="{CD950AC2-44EF-4A86-A4F0-463B8EDCAC16}" type="slidenum">
              <a:rPr lang="en-US" altLang="ja-JP"/>
              <a:pPr/>
              <a:t>40</a:t>
            </a:fld>
            <a:endParaRPr lang="en-US" altLang="ja-JP"/>
          </a:p>
        </p:txBody>
      </p:sp>
      <p:sp>
        <p:nvSpPr>
          <p:cNvPr id="730114" name="Rectangle 2">
            <a:extLst>
              <a:ext uri="{FF2B5EF4-FFF2-40B4-BE49-F238E27FC236}">
                <a16:creationId xmlns:a16="http://schemas.microsoft.com/office/drawing/2014/main" id="{9DD4EF78-0FC8-125B-2DD4-1FFB88ADC367}"/>
              </a:ext>
            </a:extLst>
          </p:cNvPr>
          <p:cNvSpPr>
            <a:spLocks noGrp="1" noChangeArrowheads="1"/>
          </p:cNvSpPr>
          <p:nvPr>
            <p:ph type="title"/>
          </p:nvPr>
        </p:nvSpPr>
        <p:spPr>
          <a:xfrm>
            <a:off x="344488" y="320157"/>
            <a:ext cx="9217025" cy="490537"/>
          </a:xfrm>
        </p:spPr>
        <p:txBody>
          <a:bodyPr>
            <a:normAutofit fontScale="90000"/>
          </a:bodyPr>
          <a:lstStyle/>
          <a:p>
            <a:r>
              <a:rPr lang="en-US" altLang="ja-JP" dirty="0" err="1">
                <a:latin typeface="MS UI Gothic" panose="020B0600070205080204" pitchFamily="50" charset="-128"/>
                <a:ea typeface="MS UI Gothic" panose="020B0600070205080204" pitchFamily="50" charset="-128"/>
              </a:rPr>
              <a:t>Câu</a:t>
            </a:r>
            <a:r>
              <a:rPr lang="en-US" altLang="ja-JP" dirty="0">
                <a:latin typeface="MS UI Gothic" panose="020B0600070205080204" pitchFamily="50" charset="-128"/>
                <a:ea typeface="MS UI Gothic" panose="020B0600070205080204" pitchFamily="50" charset="-128"/>
              </a:rPr>
              <a:t> </a:t>
            </a:r>
            <a:r>
              <a:rPr lang="en-US" altLang="ja-JP" dirty="0" err="1">
                <a:latin typeface="MS UI Gothic" panose="020B0600070205080204" pitchFamily="50" charset="-128"/>
                <a:ea typeface="MS UI Gothic" panose="020B0600070205080204" pitchFamily="50" charset="-128"/>
              </a:rPr>
              <a:t>lệnh</a:t>
            </a:r>
            <a:r>
              <a:rPr lang="en-US" altLang="ja-JP" dirty="0">
                <a:latin typeface="MS UI Gothic" panose="020B0600070205080204" pitchFamily="50" charset="-128"/>
                <a:ea typeface="MS UI Gothic" panose="020B0600070205080204" pitchFamily="50" charset="-128"/>
              </a:rPr>
              <a:t> switch </a:t>
            </a:r>
            <a:r>
              <a:rPr lang="en-US" altLang="ja-JP" dirty="0" err="1">
                <a:latin typeface="MS UI Gothic" panose="020B0600070205080204" pitchFamily="50" charset="-128"/>
                <a:ea typeface="MS UI Gothic" panose="020B0600070205080204" pitchFamily="50" charset="-128"/>
              </a:rPr>
              <a:t>không</a:t>
            </a:r>
            <a:r>
              <a:rPr lang="en-US" altLang="ja-JP" dirty="0">
                <a:latin typeface="MS UI Gothic" panose="020B0600070205080204" pitchFamily="50" charset="-128"/>
                <a:ea typeface="MS UI Gothic" panose="020B0600070205080204" pitchFamily="50" charset="-128"/>
              </a:rPr>
              <a:t> </a:t>
            </a:r>
            <a:r>
              <a:rPr lang="en-US" altLang="ja-JP" dirty="0" err="1">
                <a:latin typeface="MS UI Gothic" panose="020B0600070205080204" pitchFamily="50" charset="-128"/>
                <a:ea typeface="MS UI Gothic" panose="020B0600070205080204" pitchFamily="50" charset="-128"/>
              </a:rPr>
              <a:t>chứa</a:t>
            </a:r>
            <a:r>
              <a:rPr lang="en-US" altLang="ja-JP" dirty="0">
                <a:latin typeface="MS UI Gothic" panose="020B0600070205080204" pitchFamily="50" charset="-128"/>
                <a:ea typeface="MS UI Gothic" panose="020B0600070205080204" pitchFamily="50" charset="-128"/>
              </a:rPr>
              <a:t> </a:t>
            </a:r>
            <a:r>
              <a:rPr lang="en-US" altLang="ja-JP" dirty="0" err="1">
                <a:latin typeface="MS UI Gothic" panose="020B0600070205080204" pitchFamily="50" charset="-128"/>
                <a:ea typeface="MS UI Gothic" panose="020B0600070205080204" pitchFamily="50" charset="-128"/>
              </a:rPr>
              <a:t>câu</a:t>
            </a:r>
            <a:r>
              <a:rPr lang="en-US" altLang="ja-JP" dirty="0">
                <a:latin typeface="MS UI Gothic" panose="020B0600070205080204" pitchFamily="50" charset="-128"/>
                <a:ea typeface="MS UI Gothic" panose="020B0600070205080204" pitchFamily="50" charset="-128"/>
              </a:rPr>
              <a:t> </a:t>
            </a:r>
            <a:r>
              <a:rPr lang="en-US" altLang="ja-JP" dirty="0" err="1">
                <a:latin typeface="MS UI Gothic" panose="020B0600070205080204" pitchFamily="50" charset="-128"/>
                <a:ea typeface="MS UI Gothic" panose="020B0600070205080204" pitchFamily="50" charset="-128"/>
              </a:rPr>
              <a:t>lệnh</a:t>
            </a:r>
            <a:r>
              <a:rPr lang="en-US" altLang="ja-JP" dirty="0">
                <a:latin typeface="MS UI Gothic" panose="020B0600070205080204" pitchFamily="50" charset="-128"/>
                <a:ea typeface="MS UI Gothic" panose="020B0600070205080204" pitchFamily="50" charset="-128"/>
              </a:rPr>
              <a:t> </a:t>
            </a:r>
            <a:r>
              <a:rPr lang="en-US" altLang="ja-JP" dirty="0">
                <a:latin typeface="ＭＳ ゴシック" panose="020B0609070205080204" pitchFamily="49" charset="-128"/>
                <a:ea typeface="ＭＳ ゴシック" panose="020B0609070205080204" pitchFamily="49" charset="-128"/>
              </a:rPr>
              <a:t>break</a:t>
            </a:r>
            <a:r>
              <a:rPr lang="ja-JP" altLang="en-US" dirty="0">
                <a:latin typeface="MS UI Gothic" panose="020B0600070205080204" pitchFamily="50" charset="-128"/>
                <a:ea typeface="MS UI Gothic" panose="020B0600070205080204" pitchFamily="50" charset="-128"/>
              </a:rPr>
              <a:t>（</a:t>
            </a:r>
            <a:r>
              <a:rPr lang="en-US" altLang="ja-JP" dirty="0">
                <a:latin typeface="MS UI Gothic" panose="020B0600070205080204" pitchFamily="50" charset="-128"/>
                <a:ea typeface="MS UI Gothic" panose="020B0600070205080204" pitchFamily="50" charset="-128"/>
              </a:rPr>
              <a:t>1</a:t>
            </a:r>
            <a:r>
              <a:rPr lang="ja-JP" altLang="en-US" dirty="0">
                <a:latin typeface="MS UI Gothic" panose="020B0600070205080204" pitchFamily="50" charset="-128"/>
                <a:ea typeface="MS UI Gothic" panose="020B0600070205080204" pitchFamily="50" charset="-128"/>
              </a:rPr>
              <a:t>）</a:t>
            </a:r>
          </a:p>
        </p:txBody>
      </p:sp>
      <p:sp>
        <p:nvSpPr>
          <p:cNvPr id="730116" name="Rectangle 4">
            <a:extLst>
              <a:ext uri="{FF2B5EF4-FFF2-40B4-BE49-F238E27FC236}">
                <a16:creationId xmlns:a16="http://schemas.microsoft.com/office/drawing/2014/main" id="{5F868BFD-3B5B-D22B-D09D-A8E48DAC00EE}"/>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ea typeface="ＭＳ ゴシック" panose="020B0609070205080204" pitchFamily="49" charset="-128"/>
              </a:rPr>
              <a:t>Câu lệnh </a:t>
            </a:r>
            <a:r>
              <a:rPr lang="en-US" altLang="en-US" sz="2400" b="0">
                <a:latin typeface="Arial" panose="020B0604020202020204" pitchFamily="34" charset="0"/>
                <a:ea typeface="ＭＳ ゴシック" panose="020B0609070205080204" pitchFamily="49" charset="-128"/>
              </a:rPr>
              <a:t>switch</a:t>
            </a:r>
            <a:r>
              <a:rPr lang="en-US" altLang="ja-JP" sz="2400" b="0">
                <a:latin typeface="Arial" panose="020B0604020202020204" pitchFamily="34" charset="0"/>
                <a:ea typeface="ＭＳ ゴシック" panose="020B0609070205080204" pitchFamily="49" charset="-128"/>
              </a:rPr>
              <a:t>  không chứa câu lệnh </a:t>
            </a:r>
            <a:r>
              <a:rPr lang="en-US" altLang="en-US" sz="2400" b="0">
                <a:latin typeface="Arial" panose="020B0604020202020204" pitchFamily="34" charset="0"/>
                <a:ea typeface="ＭＳ ゴシック" panose="020B0609070205080204" pitchFamily="49" charset="-128"/>
              </a:rPr>
              <a:t>break</a:t>
            </a:r>
            <a:endParaRPr lang="en-US" altLang="ja-JP" sz="2400" b="0">
              <a:latin typeface="Arial" panose="020B0604020202020204" pitchFamily="34" charset="0"/>
            </a:endParaRPr>
          </a:p>
          <a:p>
            <a:pPr>
              <a:spcBef>
                <a:spcPct val="50000"/>
              </a:spcBef>
              <a:buFont typeface="Wingdings" panose="05000000000000000000" pitchFamily="2" charset="2"/>
              <a:buNone/>
            </a:pPr>
            <a:r>
              <a:rPr lang="en-US" altLang="ja-JP" sz="2000" b="0">
                <a:latin typeface="Arial" panose="020B0604020202020204" pitchFamily="34" charset="0"/>
              </a:rPr>
              <a:t>●Cú pháp cơ bản</a:t>
            </a:r>
            <a:endParaRPr lang="en-US" altLang="ja-JP" sz="2400" b="0">
              <a:latin typeface="Arial" panose="020B0604020202020204" pitchFamily="34" charset="0"/>
            </a:endParaRPr>
          </a:p>
          <a:p>
            <a:pPr lvl="1"/>
            <a:endParaRPr lang="en-US" altLang="ja-JP" sz="2400" b="0">
              <a:latin typeface="Arial" panose="020B0604020202020204" pitchFamily="34" charset="0"/>
            </a:endParaRPr>
          </a:p>
        </p:txBody>
      </p:sp>
      <p:grpSp>
        <p:nvGrpSpPr>
          <p:cNvPr id="730131" name="Group 19">
            <a:extLst>
              <a:ext uri="{FF2B5EF4-FFF2-40B4-BE49-F238E27FC236}">
                <a16:creationId xmlns:a16="http://schemas.microsoft.com/office/drawing/2014/main" id="{86B5265E-3688-CAB9-6519-DB4092DC817A}"/>
              </a:ext>
            </a:extLst>
          </p:cNvPr>
          <p:cNvGrpSpPr>
            <a:grpSpLocks/>
          </p:cNvGrpSpPr>
          <p:nvPr/>
        </p:nvGrpSpPr>
        <p:grpSpPr bwMode="auto">
          <a:xfrm>
            <a:off x="344488" y="1176338"/>
            <a:ext cx="9120187" cy="5210175"/>
            <a:chOff x="217" y="741"/>
            <a:chExt cx="5745" cy="3282"/>
          </a:xfrm>
        </p:grpSpPr>
        <p:sp>
          <p:nvSpPr>
            <p:cNvPr id="730118" name="Text Box 6">
              <a:extLst>
                <a:ext uri="{FF2B5EF4-FFF2-40B4-BE49-F238E27FC236}">
                  <a16:creationId xmlns:a16="http://schemas.microsoft.com/office/drawing/2014/main" id="{00CC925C-B179-B032-3AE5-2BDB5D89618D}"/>
                </a:ext>
              </a:extLst>
            </p:cNvPr>
            <p:cNvSpPr txBox="1">
              <a:spLocks noChangeArrowheads="1"/>
            </p:cNvSpPr>
            <p:nvPr/>
          </p:nvSpPr>
          <p:spPr bwMode="auto">
            <a:xfrm>
              <a:off x="217" y="1207"/>
              <a:ext cx="5745" cy="2816"/>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en-US" altLang="ja-JP" sz="2000">
                  <a:ea typeface="ＭＳ ゴシック" panose="020B0609070205080204" pitchFamily="49" charset="-128"/>
                </a:rPr>
                <a:t>switch (Giá trị hoặc biểu thức muốn đánh giá) {</a:t>
              </a:r>
            </a:p>
            <a:p>
              <a:pPr lvl="1" algn="just">
                <a:lnSpc>
                  <a:spcPct val="112000"/>
                </a:lnSpc>
              </a:pPr>
              <a:endParaRPr lang="en-US" altLang="ja-JP" sz="2000">
                <a:ea typeface="ＭＳ ゴシック" panose="020B0609070205080204" pitchFamily="49" charset="-128"/>
              </a:endParaRPr>
            </a:p>
            <a:p>
              <a:pPr lvl="1" algn="just">
                <a:lnSpc>
                  <a:spcPct val="112000"/>
                </a:lnSpc>
              </a:pPr>
              <a:r>
                <a:rPr lang="en-US" altLang="ja-JP" sz="2000">
                  <a:ea typeface="ＭＳ ゴシック" panose="020B0609070205080204" pitchFamily="49" charset="-128"/>
                </a:rPr>
                <a:t>    case Biểu thức hằng số </a:t>
              </a:r>
              <a:r>
                <a:rPr lang="en-US" altLang="ja-JP" sz="2000">
                  <a:ea typeface="MS UI Gothic" panose="020B0600070205080204" pitchFamily="50" charset="-128"/>
                </a:rPr>
                <a:t>1</a:t>
              </a:r>
              <a:r>
                <a:rPr lang="en-US" altLang="ja-JP" sz="2000">
                  <a:ea typeface="ＭＳ ゴシック" panose="020B0609070205080204" pitchFamily="49" charset="-128"/>
                </a:rPr>
                <a:t>:</a:t>
              </a:r>
            </a:p>
            <a:p>
              <a:pPr lvl="1" algn="just">
                <a:lnSpc>
                  <a:spcPct val="112000"/>
                </a:lnSpc>
              </a:pPr>
              <a:r>
                <a:rPr lang="en-US" altLang="ja-JP" sz="2000">
                  <a:ea typeface="ＭＳ ゴシック" panose="020B0609070205080204" pitchFamily="49" charset="-128"/>
                </a:rPr>
                <a:t>        Xử lý của trường hợp giá trị hoặc biểu thức muốn đánh giá bằng biểu thức hằng số 1</a:t>
              </a:r>
              <a:endParaRPr lang="en-US" altLang="ja-JP" sz="2000">
                <a:ea typeface="MS UI Gothic" panose="020B0600070205080204" pitchFamily="50" charset="-128"/>
              </a:endParaRPr>
            </a:p>
            <a:p>
              <a:pPr lvl="1" algn="just">
                <a:lnSpc>
                  <a:spcPct val="112000"/>
                </a:lnSpc>
              </a:pPr>
              <a:r>
                <a:rPr lang="en-US" altLang="ja-JP" sz="2000">
                  <a:ea typeface="ＭＳ ゴシック" panose="020B0609070205080204" pitchFamily="49" charset="-128"/>
                </a:rPr>
                <a:t>           </a:t>
              </a:r>
              <a:r>
                <a:rPr lang="ja-JP" altLang="en-US" sz="2000">
                  <a:ea typeface="ＭＳ ゴシック" panose="020B0609070205080204" pitchFamily="49" charset="-128"/>
                </a:rPr>
                <a:t>：</a:t>
              </a:r>
            </a:p>
            <a:p>
              <a:pPr lvl="1" algn="just">
                <a:lnSpc>
                  <a:spcPct val="112000"/>
                </a:lnSpc>
              </a:pPr>
              <a:r>
                <a:rPr lang="ja-JP" altLang="en-US" sz="2000">
                  <a:ea typeface="ＭＳ ゴシック" panose="020B0609070205080204" pitchFamily="49" charset="-128"/>
                </a:rPr>
                <a:t>    </a:t>
              </a:r>
              <a:r>
                <a:rPr lang="en-US" altLang="ja-JP" sz="2000">
                  <a:ea typeface="ＭＳ ゴシック" panose="020B0609070205080204" pitchFamily="49" charset="-128"/>
                </a:rPr>
                <a:t>case Biểu thức hằng số </a:t>
              </a:r>
              <a:r>
                <a:rPr lang="en-US" altLang="ja-JP" sz="2000">
                  <a:ea typeface="MS UI Gothic" panose="020B0600070205080204" pitchFamily="50" charset="-128"/>
                </a:rPr>
                <a:t>n</a:t>
              </a:r>
              <a:r>
                <a:rPr lang="en-US" altLang="ja-JP" sz="2000">
                  <a:ea typeface="ＭＳ ゴシック" panose="020B0609070205080204" pitchFamily="49" charset="-128"/>
                </a:rPr>
                <a:t>:</a:t>
              </a:r>
            </a:p>
            <a:p>
              <a:pPr lvl="1" algn="just">
                <a:lnSpc>
                  <a:spcPct val="112000"/>
                </a:lnSpc>
              </a:pPr>
              <a:r>
                <a:rPr lang="en-US" altLang="ja-JP" sz="2000">
                  <a:ea typeface="ＭＳ ゴシック" panose="020B0609070205080204" pitchFamily="49" charset="-128"/>
                </a:rPr>
                <a:t>        Xử lý của trường hợp giá trị hoặc biểu thức muốn đánh giá bằng biểu thức hằng số n.</a:t>
              </a:r>
              <a:endParaRPr lang="en-US" altLang="ja-JP" sz="2000">
                <a:ea typeface="MS UI Gothic" panose="020B0600070205080204" pitchFamily="50" charset="-128"/>
              </a:endParaRPr>
            </a:p>
            <a:p>
              <a:pPr lvl="1" algn="just">
                <a:lnSpc>
                  <a:spcPct val="112000"/>
                </a:lnSpc>
              </a:pPr>
              <a:r>
                <a:rPr lang="ja-JP" altLang="en-US" sz="2000">
                  <a:ea typeface="ＭＳ ゴシック" panose="020B0609070205080204" pitchFamily="49" charset="-128"/>
                </a:rPr>
                <a:t>　　</a:t>
              </a:r>
              <a:r>
                <a:rPr lang="en-US" altLang="ja-JP" sz="2000">
                  <a:ea typeface="ＭＳ ゴシック" panose="020B0609070205080204" pitchFamily="49" charset="-128"/>
                </a:rPr>
                <a:t>default:</a:t>
              </a:r>
            </a:p>
            <a:p>
              <a:pPr lvl="1" algn="just">
                <a:lnSpc>
                  <a:spcPct val="112000"/>
                </a:lnSpc>
              </a:pPr>
              <a:r>
                <a:rPr lang="en-US" altLang="ja-JP" sz="2000">
                  <a:ea typeface="ＭＳ ゴシック" panose="020B0609070205080204" pitchFamily="49" charset="-128"/>
                </a:rPr>
                <a:t>     Xử lý của trường hợp không khớp với </a:t>
              </a:r>
            </a:p>
            <a:p>
              <a:pPr lvl="1" algn="just">
                <a:lnSpc>
                  <a:spcPct val="112000"/>
                </a:lnSpc>
              </a:pPr>
              <a:r>
                <a:rPr lang="en-US" altLang="ja-JP" sz="2000">
                  <a:ea typeface="ＭＳ ゴシック" panose="020B0609070205080204" pitchFamily="49" charset="-128"/>
                </a:rPr>
                <a:t>  toàn bộ case</a:t>
              </a:r>
              <a:endParaRPr lang="en-US" altLang="ja-JP" sz="2000">
                <a:ea typeface="MS UI Gothic" panose="020B0600070205080204" pitchFamily="50" charset="-128"/>
              </a:endParaRPr>
            </a:p>
            <a:p>
              <a:pPr lvl="1" algn="just">
                <a:lnSpc>
                  <a:spcPct val="112000"/>
                </a:lnSpc>
              </a:pPr>
              <a:r>
                <a:rPr lang="en-US" altLang="ja-JP" sz="2000">
                  <a:ea typeface="ＭＳ ゴシック" panose="020B0609070205080204" pitchFamily="49" charset="-128"/>
                </a:rPr>
                <a:t>}</a:t>
              </a:r>
            </a:p>
          </p:txBody>
        </p:sp>
        <p:sp>
          <p:nvSpPr>
            <p:cNvPr id="730119" name="Rectangle 7">
              <a:extLst>
                <a:ext uri="{FF2B5EF4-FFF2-40B4-BE49-F238E27FC236}">
                  <a16:creationId xmlns:a16="http://schemas.microsoft.com/office/drawing/2014/main" id="{3D6A2AC9-339D-0995-52FD-6862A3C98819}"/>
                </a:ext>
              </a:extLst>
            </p:cNvPr>
            <p:cNvSpPr>
              <a:spLocks noChangeArrowheads="1"/>
            </p:cNvSpPr>
            <p:nvPr/>
          </p:nvSpPr>
          <p:spPr bwMode="auto">
            <a:xfrm>
              <a:off x="864" y="1634"/>
              <a:ext cx="1826" cy="255"/>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
          <p:nvSpPr>
            <p:cNvPr id="730120" name="Rectangle 8">
              <a:extLst>
                <a:ext uri="{FF2B5EF4-FFF2-40B4-BE49-F238E27FC236}">
                  <a16:creationId xmlns:a16="http://schemas.microsoft.com/office/drawing/2014/main" id="{992DAD91-60E5-7415-6EE8-C19FD72F7CD4}"/>
                </a:ext>
              </a:extLst>
            </p:cNvPr>
            <p:cNvSpPr>
              <a:spLocks noChangeArrowheads="1"/>
            </p:cNvSpPr>
            <p:nvPr/>
          </p:nvSpPr>
          <p:spPr bwMode="auto">
            <a:xfrm>
              <a:off x="398" y="3164"/>
              <a:ext cx="3606" cy="629"/>
            </a:xfrm>
            <a:prstGeom prst="rect">
              <a:avLst/>
            </a:prstGeom>
            <a:noFill/>
            <a:ln w="25400" algn="ctr">
              <a:solidFill>
                <a:srgbClr val="FF8519"/>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
          <p:nvSpPr>
            <p:cNvPr id="730123" name="Text Box 11">
              <a:extLst>
                <a:ext uri="{FF2B5EF4-FFF2-40B4-BE49-F238E27FC236}">
                  <a16:creationId xmlns:a16="http://schemas.microsoft.com/office/drawing/2014/main" id="{4BDBA66B-4481-FCEF-EE17-AC0EEFD7ED9E}"/>
                </a:ext>
              </a:extLst>
            </p:cNvPr>
            <p:cNvSpPr txBox="1">
              <a:spLocks noChangeArrowheads="1"/>
            </p:cNvSpPr>
            <p:nvPr/>
          </p:nvSpPr>
          <p:spPr bwMode="auto">
            <a:xfrm>
              <a:off x="4512" y="3178"/>
              <a:ext cx="1326" cy="593"/>
            </a:xfrm>
            <a:prstGeom prst="rect">
              <a:avLst/>
            </a:prstGeom>
            <a:noFill/>
            <a:ln w="25400" algn="ctr">
              <a:solidFill>
                <a:srgbClr val="FF6600"/>
              </a:solidFill>
              <a:prstDash val="sysDot"/>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800" dirty="0" err="1">
                  <a:latin typeface="+mj-lt"/>
                  <a:ea typeface="ＭＳ ゴシック" panose="020B0609070205080204" pitchFamily="49" charset="-128"/>
                </a:rPr>
                <a:t>Tương</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ứng</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với</a:t>
              </a:r>
              <a:r>
                <a:rPr lang="en-US" altLang="ja-JP" sz="1800" dirty="0">
                  <a:latin typeface="+mj-lt"/>
                  <a:ea typeface="ＭＳ ゴシック" panose="020B0609070205080204" pitchFamily="49" charset="-128"/>
                </a:rPr>
                <a:t> block else </a:t>
              </a:r>
              <a:r>
                <a:rPr lang="en-US" altLang="ja-JP" sz="1800" dirty="0" err="1">
                  <a:latin typeface="+mj-lt"/>
                  <a:ea typeface="ＭＳ ゴシック" panose="020B0609070205080204" pitchFamily="49" charset="-128"/>
                </a:rPr>
                <a:t>của</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câu</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lệnh</a:t>
              </a:r>
              <a:r>
                <a:rPr lang="en-US" altLang="ja-JP" sz="1800" dirty="0">
                  <a:latin typeface="+mj-lt"/>
                  <a:ea typeface="ＭＳ ゴシック" panose="020B0609070205080204" pitchFamily="49" charset="-128"/>
                </a:rPr>
                <a:t> if</a:t>
              </a:r>
              <a:endParaRPr lang="en-US" altLang="ja-JP" sz="1800" dirty="0">
                <a:latin typeface="+mj-lt"/>
              </a:endParaRPr>
            </a:p>
          </p:txBody>
        </p:sp>
        <p:cxnSp>
          <p:nvCxnSpPr>
            <p:cNvPr id="730124" name="AutoShape 12">
              <a:extLst>
                <a:ext uri="{FF2B5EF4-FFF2-40B4-BE49-F238E27FC236}">
                  <a16:creationId xmlns:a16="http://schemas.microsoft.com/office/drawing/2014/main" id="{76B5F81D-CC77-56C6-7908-803A88EF2CFC}"/>
                </a:ext>
              </a:extLst>
            </p:cNvPr>
            <p:cNvCxnSpPr>
              <a:cxnSpLocks noChangeShapeType="1"/>
              <a:stCxn id="730120" idx="3"/>
              <a:endCxn id="730123" idx="1"/>
            </p:cNvCxnSpPr>
            <p:nvPr/>
          </p:nvCxnSpPr>
          <p:spPr bwMode="auto">
            <a:xfrm flipV="1">
              <a:off x="4012" y="3475"/>
              <a:ext cx="492" cy="4"/>
            </a:xfrm>
            <a:prstGeom prst="straightConnector1">
              <a:avLst/>
            </a:prstGeom>
            <a:noFill/>
            <a:ln w="25400">
              <a:solidFill>
                <a:srgbClr val="FF6600"/>
              </a:solidFill>
              <a:prstDash val="sysDot"/>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0127" name="Text Box 15">
              <a:extLst>
                <a:ext uri="{FF2B5EF4-FFF2-40B4-BE49-F238E27FC236}">
                  <a16:creationId xmlns:a16="http://schemas.microsoft.com/office/drawing/2014/main" id="{1A9256C7-CB56-1551-4D15-594B70BCDCAD}"/>
                </a:ext>
              </a:extLst>
            </p:cNvPr>
            <p:cNvSpPr txBox="1">
              <a:spLocks noChangeArrowheads="1"/>
            </p:cNvSpPr>
            <p:nvPr/>
          </p:nvSpPr>
          <p:spPr bwMode="auto">
            <a:xfrm>
              <a:off x="2826" y="1432"/>
              <a:ext cx="3008" cy="420"/>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spcBef>
                  <a:spcPct val="50000"/>
                </a:spcBef>
              </a:pPr>
              <a:r>
                <a:rPr lang="en-US" altLang="ja-JP" sz="1800" dirty="0">
                  <a:latin typeface="+mj-lt"/>
                </a:rPr>
                <a:t>Literal </a:t>
              </a:r>
              <a:r>
                <a:rPr lang="en-US" altLang="ja-JP" sz="1800" dirty="0" err="1">
                  <a:latin typeface="+mj-lt"/>
                </a:rPr>
                <a:t>hoặc</a:t>
              </a:r>
              <a:r>
                <a:rPr lang="en-US" altLang="ja-JP" sz="1800" dirty="0">
                  <a:latin typeface="+mj-lt"/>
                </a:rPr>
                <a:t> </a:t>
              </a:r>
              <a:r>
                <a:rPr lang="en-US" altLang="ja-JP" sz="1800" dirty="0" err="1">
                  <a:latin typeface="+mj-lt"/>
                </a:rPr>
                <a:t>biểu</a:t>
              </a:r>
              <a:r>
                <a:rPr lang="en-US" altLang="ja-JP" sz="1800" dirty="0">
                  <a:latin typeface="+mj-lt"/>
                </a:rPr>
                <a:t> </a:t>
              </a:r>
              <a:r>
                <a:rPr lang="en-US" altLang="ja-JP" sz="1800" dirty="0" err="1">
                  <a:latin typeface="+mj-lt"/>
                </a:rPr>
                <a:t>thức</a:t>
              </a:r>
              <a:r>
                <a:rPr lang="en-US" altLang="ja-JP" sz="1800" dirty="0">
                  <a:latin typeface="+mj-lt"/>
                </a:rPr>
                <a:t> </a:t>
              </a:r>
              <a:r>
                <a:rPr lang="en-US" altLang="ja-JP" sz="1800" dirty="0" err="1">
                  <a:latin typeface="+mj-lt"/>
                </a:rPr>
                <a:t>có</a:t>
              </a:r>
              <a:r>
                <a:rPr lang="en-US" altLang="ja-JP" sz="1800" dirty="0">
                  <a:latin typeface="+mj-lt"/>
                </a:rPr>
                <a:t> </a:t>
              </a:r>
              <a:r>
                <a:rPr lang="en-US" altLang="ja-JP" sz="1800" dirty="0" err="1">
                  <a:latin typeface="+mj-lt"/>
                </a:rPr>
                <a:t>kết</a:t>
              </a:r>
              <a:r>
                <a:rPr lang="en-US" altLang="ja-JP" sz="1800" dirty="0">
                  <a:latin typeface="+mj-lt"/>
                </a:rPr>
                <a:t> </a:t>
              </a:r>
              <a:r>
                <a:rPr lang="en-US" altLang="ja-JP" sz="1800" dirty="0" err="1">
                  <a:latin typeface="+mj-lt"/>
                </a:rPr>
                <a:t>quả</a:t>
              </a:r>
              <a:r>
                <a:rPr lang="en-US" altLang="ja-JP" sz="1800" dirty="0">
                  <a:latin typeface="+mj-lt"/>
                </a:rPr>
                <a:t> </a:t>
              </a:r>
              <a:r>
                <a:rPr lang="en-US" altLang="ja-JP" sz="1800" dirty="0" err="1">
                  <a:latin typeface="+mj-lt"/>
                </a:rPr>
                <a:t>đánh</a:t>
              </a:r>
              <a:r>
                <a:rPr lang="en-US" altLang="ja-JP" sz="1800" dirty="0">
                  <a:latin typeface="+mj-lt"/>
                </a:rPr>
                <a:t> </a:t>
              </a:r>
              <a:r>
                <a:rPr lang="en-US" altLang="ja-JP" sz="1800" dirty="0" err="1">
                  <a:latin typeface="+mj-lt"/>
                </a:rPr>
                <a:t>giá</a:t>
              </a:r>
              <a:r>
                <a:rPr lang="en-US" altLang="ja-JP" sz="1800" dirty="0">
                  <a:latin typeface="+mj-lt"/>
                </a:rPr>
                <a:t> </a:t>
              </a:r>
              <a:r>
                <a:rPr lang="en-US" altLang="ja-JP" sz="1800" dirty="0" err="1">
                  <a:latin typeface="+mj-lt"/>
                </a:rPr>
                <a:t>là</a:t>
              </a:r>
              <a:r>
                <a:rPr lang="en-US" altLang="ja-JP" sz="1800" dirty="0">
                  <a:latin typeface="+mj-lt"/>
                </a:rPr>
                <a:t> literal</a:t>
              </a:r>
            </a:p>
          </p:txBody>
        </p:sp>
        <p:cxnSp>
          <p:nvCxnSpPr>
            <p:cNvPr id="730128" name="AutoShape 16">
              <a:extLst>
                <a:ext uri="{FF2B5EF4-FFF2-40B4-BE49-F238E27FC236}">
                  <a16:creationId xmlns:a16="http://schemas.microsoft.com/office/drawing/2014/main" id="{4BC92263-9940-7918-D43B-87496650C924}"/>
                </a:ext>
              </a:extLst>
            </p:cNvPr>
            <p:cNvCxnSpPr>
              <a:cxnSpLocks noChangeShapeType="1"/>
              <a:stCxn id="730119" idx="0"/>
            </p:cNvCxnSpPr>
            <p:nvPr/>
          </p:nvCxnSpPr>
          <p:spPr bwMode="auto">
            <a:xfrm rot="5400000" flipH="1" flipV="1">
              <a:off x="2241" y="1057"/>
              <a:ext cx="113" cy="1041"/>
            </a:xfrm>
            <a:prstGeom prst="bentConnector2">
              <a:avLst/>
            </a:prstGeom>
            <a:noFill/>
            <a:ln w="25400">
              <a:solidFill>
                <a:srgbClr val="3FB007"/>
              </a:solidFill>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0129" name="AutoShape 17">
              <a:extLst>
                <a:ext uri="{FF2B5EF4-FFF2-40B4-BE49-F238E27FC236}">
                  <a16:creationId xmlns:a16="http://schemas.microsoft.com/office/drawing/2014/main" id="{1E77F379-06EE-6D71-BCCF-76B9C088CA79}"/>
                </a:ext>
              </a:extLst>
            </p:cNvPr>
            <p:cNvSpPr>
              <a:spLocks noChangeArrowheads="1"/>
            </p:cNvSpPr>
            <p:nvPr/>
          </p:nvSpPr>
          <p:spPr bwMode="auto">
            <a:xfrm>
              <a:off x="2517" y="741"/>
              <a:ext cx="3303" cy="397"/>
            </a:xfrm>
            <a:prstGeom prst="wedgeRoundRectCallout">
              <a:avLst>
                <a:gd name="adj1" fmla="val -36050"/>
                <a:gd name="adj2" fmla="val 72731"/>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600" dirty="0">
                  <a:latin typeface="+mj-lt"/>
                </a:rPr>
                <a:t>Trường </a:t>
              </a:r>
              <a:r>
                <a:rPr lang="en-US" altLang="ja-JP" sz="1600" dirty="0" err="1">
                  <a:latin typeface="+mj-lt"/>
                </a:rPr>
                <a:t>hợp</a:t>
              </a:r>
              <a:r>
                <a:rPr lang="en-US" altLang="ja-JP" sz="1600" dirty="0">
                  <a:latin typeface="+mj-lt"/>
                </a:rPr>
                <a:t> </a:t>
              </a:r>
              <a:r>
                <a:rPr lang="en-US" altLang="ja-JP" sz="1600" dirty="0" err="1">
                  <a:latin typeface="+mj-lt"/>
                </a:rPr>
                <a:t>thỏa</a:t>
              </a:r>
              <a:r>
                <a:rPr lang="en-US" altLang="ja-JP" sz="1600" dirty="0">
                  <a:latin typeface="+mj-lt"/>
                </a:rPr>
                <a:t> </a:t>
              </a:r>
              <a:r>
                <a:rPr lang="en-US" altLang="ja-JP" sz="1600" dirty="0" err="1">
                  <a:latin typeface="+mj-lt"/>
                </a:rPr>
                <a:t>mã</a:t>
              </a:r>
              <a:r>
                <a:rPr lang="en-US" altLang="ja-JP" sz="1600" dirty="0">
                  <a:latin typeface="+mj-lt"/>
                </a:rPr>
                <a:t> </a:t>
              </a:r>
              <a:r>
                <a:rPr lang="en-US" altLang="ja-JP" sz="1600" dirty="0" err="1">
                  <a:latin typeface="+mj-lt"/>
                </a:rPr>
                <a:t>điều</a:t>
              </a:r>
              <a:r>
                <a:rPr lang="en-US" altLang="ja-JP" sz="1600" dirty="0">
                  <a:latin typeface="+mj-lt"/>
                </a:rPr>
                <a:t> </a:t>
              </a:r>
              <a:r>
                <a:rPr lang="en-US" altLang="ja-JP" sz="1600" dirty="0" err="1">
                  <a:latin typeface="+mj-lt"/>
                </a:rPr>
                <a:t>kiện</a:t>
              </a:r>
              <a:r>
                <a:rPr lang="en-US" altLang="ja-JP" sz="1600" dirty="0">
                  <a:latin typeface="+mj-lt"/>
                </a:rPr>
                <a:t> </a:t>
              </a:r>
              <a:r>
                <a:rPr lang="en-US" altLang="ja-JP" sz="1600" dirty="0" err="1">
                  <a:latin typeface="+mj-lt"/>
                </a:rPr>
                <a:t>nào</a:t>
              </a:r>
              <a:r>
                <a:rPr lang="en-US" altLang="ja-JP" sz="1600" dirty="0">
                  <a:latin typeface="+mj-lt"/>
                </a:rPr>
                <a:t> </a:t>
              </a:r>
              <a:r>
                <a:rPr lang="en-US" altLang="ja-JP" sz="1600" dirty="0" err="1">
                  <a:latin typeface="+mj-lt"/>
                </a:rPr>
                <a:t>đó</a:t>
              </a:r>
              <a:r>
                <a:rPr lang="en-US" altLang="ja-JP" sz="1600" dirty="0">
                  <a:latin typeface="+mj-lt"/>
                </a:rPr>
                <a:t> </a:t>
              </a:r>
              <a:r>
                <a:rPr lang="en-US" altLang="ja-JP" sz="1600" dirty="0" err="1">
                  <a:latin typeface="+mj-lt"/>
                </a:rPr>
                <a:t>thì</a:t>
              </a:r>
              <a:r>
                <a:rPr lang="en-US" altLang="ja-JP" sz="1600" dirty="0">
                  <a:latin typeface="+mj-lt"/>
                </a:rPr>
                <a:t> </a:t>
              </a:r>
              <a:r>
                <a:rPr lang="en-US" altLang="ja-JP" sz="1600" dirty="0" err="1">
                  <a:latin typeface="+mj-lt"/>
                </a:rPr>
                <a:t>sẽ</a:t>
              </a:r>
              <a:r>
                <a:rPr lang="en-US" altLang="ja-JP" sz="1600" dirty="0">
                  <a:latin typeface="+mj-lt"/>
                </a:rPr>
                <a:t> </a:t>
              </a:r>
              <a:r>
                <a:rPr lang="en-US" altLang="ja-JP" sz="1600" dirty="0" err="1">
                  <a:latin typeface="+mj-lt"/>
                </a:rPr>
                <a:t>thực</a:t>
              </a:r>
              <a:r>
                <a:rPr lang="en-US" altLang="ja-JP" sz="1600" dirty="0">
                  <a:latin typeface="+mj-lt"/>
                </a:rPr>
                <a:t> </a:t>
              </a:r>
              <a:r>
                <a:rPr lang="en-US" altLang="ja-JP" sz="1600" dirty="0" err="1">
                  <a:latin typeface="+mj-lt"/>
                </a:rPr>
                <a:t>hiện</a:t>
              </a:r>
              <a:r>
                <a:rPr lang="en-US" altLang="ja-JP" sz="1600" dirty="0">
                  <a:latin typeface="+mj-lt"/>
                </a:rPr>
                <a:t> </a:t>
              </a:r>
              <a:r>
                <a:rPr lang="en-US" altLang="ja-JP" sz="1600" dirty="0" err="1">
                  <a:latin typeface="+mj-lt"/>
                </a:rPr>
                <a:t>cả</a:t>
              </a:r>
              <a:r>
                <a:rPr lang="en-US" altLang="ja-JP" sz="1600" dirty="0">
                  <a:latin typeface="+mj-lt"/>
                </a:rPr>
                <a:t> </a:t>
              </a:r>
              <a:r>
                <a:rPr lang="en-US" altLang="ja-JP" sz="1600" dirty="0" err="1">
                  <a:latin typeface="+mj-lt"/>
                </a:rPr>
                <a:t>xử</a:t>
              </a:r>
              <a:r>
                <a:rPr lang="en-US" altLang="ja-JP" sz="1600" dirty="0">
                  <a:latin typeface="+mj-lt"/>
                </a:rPr>
                <a:t> </a:t>
              </a:r>
              <a:r>
                <a:rPr lang="en-US" altLang="ja-JP" sz="1600" dirty="0" err="1">
                  <a:latin typeface="+mj-lt"/>
                </a:rPr>
                <a:t>lý</a:t>
              </a:r>
              <a:r>
                <a:rPr lang="en-US" altLang="ja-JP" sz="1600" dirty="0">
                  <a:latin typeface="+mj-lt"/>
                </a:rPr>
                <a:t> </a:t>
              </a:r>
              <a:r>
                <a:rPr lang="en-US" altLang="ja-JP" sz="1600" dirty="0" err="1">
                  <a:latin typeface="+mj-lt"/>
                </a:rPr>
                <a:t>của</a:t>
              </a:r>
              <a:r>
                <a:rPr lang="en-US" altLang="ja-JP" sz="1600" dirty="0">
                  <a:latin typeface="+mj-lt"/>
                </a:rPr>
                <a:t> case </a:t>
              </a:r>
              <a:r>
                <a:rPr lang="en-US" altLang="ja-JP" sz="1600" dirty="0" err="1">
                  <a:latin typeface="+mj-lt"/>
                </a:rPr>
                <a:t>phía</a:t>
              </a:r>
              <a:r>
                <a:rPr lang="en-US" altLang="ja-JP" sz="1600" dirty="0">
                  <a:latin typeface="+mj-lt"/>
                </a:rPr>
                <a:t> </a:t>
              </a:r>
              <a:r>
                <a:rPr lang="en-US" altLang="ja-JP" sz="1600" dirty="0" err="1">
                  <a:latin typeface="+mj-lt"/>
                </a:rPr>
                <a:t>sau</a:t>
              </a:r>
              <a:r>
                <a:rPr lang="en-US" altLang="ja-JP" sz="1600" dirty="0">
                  <a:latin typeface="+mj-lt"/>
                </a:rPr>
                <a:t> </a:t>
              </a:r>
              <a:r>
                <a:rPr lang="en-US" altLang="ja-JP" sz="1600" dirty="0" err="1">
                  <a:latin typeface="+mj-lt"/>
                </a:rPr>
                <a:t>đó</a:t>
              </a:r>
              <a:r>
                <a:rPr lang="en-US" altLang="ja-JP" sz="1600" dirty="0">
                  <a:latin typeface="+mj-lt"/>
                </a:rPr>
                <a:t> </a:t>
              </a:r>
              <a:r>
                <a:rPr lang="en-US" altLang="ja-JP" sz="1600" dirty="0" err="1">
                  <a:latin typeface="+mj-lt"/>
                </a:rPr>
                <a:t>vô</a:t>
              </a:r>
              <a:r>
                <a:rPr lang="en-US" altLang="ja-JP" sz="1600" dirty="0">
                  <a:latin typeface="+mj-lt"/>
                </a:rPr>
                <a:t> </a:t>
              </a:r>
              <a:r>
                <a:rPr lang="en-US" altLang="ja-JP" sz="1600" dirty="0" err="1">
                  <a:latin typeface="+mj-lt"/>
                </a:rPr>
                <a:t>điều</a:t>
              </a:r>
              <a:r>
                <a:rPr lang="en-US" altLang="ja-JP" sz="1600" dirty="0">
                  <a:latin typeface="+mj-lt"/>
                </a:rPr>
                <a:t> </a:t>
              </a:r>
              <a:r>
                <a:rPr lang="en-US" altLang="ja-JP" sz="1600" dirty="0" err="1">
                  <a:latin typeface="+mj-lt"/>
                </a:rPr>
                <a:t>kiện</a:t>
              </a:r>
              <a:endParaRPr lang="en-US" altLang="ja-JP" sz="1600" dirty="0">
                <a:latin typeface="+mj-lt"/>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8399D269-92AA-1934-BE67-8C5C7E2232CA}"/>
              </a:ext>
            </a:extLst>
          </p:cNvPr>
          <p:cNvSpPr>
            <a:spLocks noGrp="1"/>
          </p:cNvSpPr>
          <p:nvPr>
            <p:ph type="sldNum" sz="quarter" idx="10"/>
          </p:nvPr>
        </p:nvSpPr>
        <p:spPr/>
        <p:txBody>
          <a:bodyPr/>
          <a:lstStyle/>
          <a:p>
            <a:fld id="{FB823344-FB79-4748-904B-D24D64D1D5AB}" type="slidenum">
              <a:rPr lang="en-US" altLang="ja-JP"/>
              <a:pPr/>
              <a:t>41</a:t>
            </a:fld>
            <a:endParaRPr lang="en-US" altLang="ja-JP"/>
          </a:p>
        </p:txBody>
      </p:sp>
      <p:sp>
        <p:nvSpPr>
          <p:cNvPr id="755738" name="Rectangle 26">
            <a:extLst>
              <a:ext uri="{FF2B5EF4-FFF2-40B4-BE49-F238E27FC236}">
                <a16:creationId xmlns:a16="http://schemas.microsoft.com/office/drawing/2014/main" id="{AB325B9C-E535-DFF3-A1E5-8A52323287AF}"/>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dirty="0" err="1">
                <a:latin typeface="Arial" panose="020B0604020202020204" pitchFamily="34" charset="0"/>
              </a:rPr>
              <a:t>Câu</a:t>
            </a:r>
            <a:r>
              <a:rPr lang="en-US" altLang="ja-JP" sz="2400" b="0" dirty="0">
                <a:latin typeface="Arial" panose="020B0604020202020204" pitchFamily="34" charset="0"/>
              </a:rPr>
              <a:t> </a:t>
            </a:r>
            <a:r>
              <a:rPr lang="en-US" altLang="ja-JP" sz="2400" b="0" dirty="0" err="1">
                <a:latin typeface="Arial" panose="020B0604020202020204" pitchFamily="34" charset="0"/>
              </a:rPr>
              <a:t>lệnh</a:t>
            </a:r>
            <a:r>
              <a:rPr lang="en-US" altLang="ja-JP" sz="2400" b="0" dirty="0">
                <a:latin typeface="Arial" panose="020B0604020202020204" pitchFamily="34" charset="0"/>
              </a:rPr>
              <a:t> </a:t>
            </a:r>
            <a:r>
              <a:rPr lang="en-US" altLang="ja-JP" sz="2400" b="0" dirty="0">
                <a:latin typeface="Arial" panose="020B0604020202020204" pitchFamily="34" charset="0"/>
                <a:ea typeface="ＭＳ ゴシック" panose="020B0609070205080204" pitchFamily="49" charset="-128"/>
              </a:rPr>
              <a:t>switch</a:t>
            </a:r>
            <a:r>
              <a:rPr lang="en-US" altLang="ja-JP" sz="2400" b="0" dirty="0">
                <a:latin typeface="Arial" panose="020B0604020202020204" pitchFamily="34" charset="0"/>
              </a:rPr>
              <a:t> </a:t>
            </a:r>
            <a:r>
              <a:rPr lang="en-US" altLang="ja-JP" sz="2400" b="0" dirty="0" err="1">
                <a:latin typeface="Arial" panose="020B0604020202020204" pitchFamily="34" charset="0"/>
              </a:rPr>
              <a:t>không</a:t>
            </a:r>
            <a:r>
              <a:rPr lang="en-US" altLang="ja-JP" sz="2400" b="0" dirty="0">
                <a:latin typeface="Arial" panose="020B0604020202020204" pitchFamily="34" charset="0"/>
              </a:rPr>
              <a:t> </a:t>
            </a:r>
            <a:r>
              <a:rPr lang="en-US" altLang="ja-JP" sz="2400" b="0" dirty="0" err="1">
                <a:latin typeface="Arial" panose="020B0604020202020204" pitchFamily="34" charset="0"/>
              </a:rPr>
              <a:t>chứa</a:t>
            </a:r>
            <a:r>
              <a:rPr lang="en-US" altLang="ja-JP" sz="2400" b="0" dirty="0">
                <a:latin typeface="Arial" panose="020B0604020202020204" pitchFamily="34" charset="0"/>
              </a:rPr>
              <a:t> </a:t>
            </a:r>
            <a:r>
              <a:rPr lang="en-US" altLang="ja-JP" sz="2400" b="0" dirty="0" err="1">
                <a:latin typeface="Arial" panose="020B0604020202020204" pitchFamily="34" charset="0"/>
              </a:rPr>
              <a:t>câu</a:t>
            </a:r>
            <a:r>
              <a:rPr lang="en-US" altLang="ja-JP" sz="2400" b="0" dirty="0">
                <a:latin typeface="Arial" panose="020B0604020202020204" pitchFamily="34" charset="0"/>
              </a:rPr>
              <a:t> </a:t>
            </a:r>
            <a:r>
              <a:rPr lang="en-US" altLang="ja-JP" sz="2400" b="0" dirty="0" err="1">
                <a:latin typeface="Arial" panose="020B0604020202020204" pitchFamily="34" charset="0"/>
              </a:rPr>
              <a:t>lệnh</a:t>
            </a:r>
            <a:r>
              <a:rPr lang="en-US" altLang="ja-JP" sz="2400" b="0" dirty="0">
                <a:latin typeface="Arial" panose="020B0604020202020204" pitchFamily="34" charset="0"/>
              </a:rPr>
              <a:t> break</a:t>
            </a:r>
          </a:p>
          <a:p>
            <a:pPr>
              <a:buFont typeface="Wingdings" panose="05000000000000000000" pitchFamily="2" charset="2"/>
              <a:buNone/>
            </a:pPr>
            <a:r>
              <a:rPr lang="en-US" altLang="ja-JP" sz="2000" b="0" dirty="0">
                <a:latin typeface="Arial" panose="020B0604020202020204" pitchFamily="34" charset="0"/>
              </a:rPr>
              <a:t>●</a:t>
            </a:r>
            <a:r>
              <a:rPr lang="en-US" altLang="ja-JP" sz="2000" b="0" dirty="0" err="1">
                <a:latin typeface="Arial" panose="020B0604020202020204" pitchFamily="34" charset="0"/>
              </a:rPr>
              <a:t>Ví</a:t>
            </a:r>
            <a:r>
              <a:rPr lang="en-US" altLang="ja-JP" sz="2000" b="0" dirty="0">
                <a:latin typeface="Arial" panose="020B0604020202020204" pitchFamily="34" charset="0"/>
              </a:rPr>
              <a:t> </a:t>
            </a:r>
            <a:r>
              <a:rPr lang="en-US" altLang="ja-JP" sz="2000" b="0" dirty="0" err="1">
                <a:latin typeface="Arial" panose="020B0604020202020204" pitchFamily="34" charset="0"/>
              </a:rPr>
              <a:t>dụ</a:t>
            </a:r>
            <a:r>
              <a:rPr lang="en-US" altLang="ja-JP" sz="2000" b="0" dirty="0">
                <a:latin typeface="Arial" panose="020B0604020202020204" pitchFamily="34" charset="0"/>
              </a:rPr>
              <a:t> </a:t>
            </a:r>
            <a:r>
              <a:rPr lang="ja-JP" altLang="en-US" sz="2000" b="0" dirty="0">
                <a:latin typeface="Arial" panose="020B0604020202020204" pitchFamily="34" charset="0"/>
              </a:rPr>
              <a:t>： </a:t>
            </a:r>
            <a:r>
              <a:rPr lang="en-US" altLang="ja-JP" sz="2000" b="0" dirty="0" err="1">
                <a:latin typeface="Arial" panose="020B0604020202020204" pitchFamily="34" charset="0"/>
              </a:rPr>
              <a:t>Dự</a:t>
            </a:r>
            <a:r>
              <a:rPr lang="en-US" altLang="ja-JP" sz="2000" b="0" dirty="0">
                <a:latin typeface="Arial" panose="020B0604020202020204" pitchFamily="34" charset="0"/>
              </a:rPr>
              <a:t> </a:t>
            </a:r>
            <a:r>
              <a:rPr lang="en-US" altLang="ja-JP" sz="2000" b="0" dirty="0" err="1">
                <a:latin typeface="Arial" panose="020B0604020202020204" pitchFamily="34" charset="0"/>
              </a:rPr>
              <a:t>định</a:t>
            </a:r>
            <a:r>
              <a:rPr lang="en-US" altLang="ja-JP" sz="2000" b="0" dirty="0">
                <a:latin typeface="Arial" panose="020B0604020202020204" pitchFamily="34" charset="0"/>
              </a:rPr>
              <a:t> </a:t>
            </a:r>
            <a:r>
              <a:rPr lang="en-US" altLang="ja-JP" sz="2000" b="0" dirty="0" err="1">
                <a:latin typeface="Arial" panose="020B0604020202020204" pitchFamily="34" charset="0"/>
              </a:rPr>
              <a:t>nếu</a:t>
            </a:r>
            <a:r>
              <a:rPr lang="en-US" altLang="ja-JP" sz="2000" b="0" dirty="0">
                <a:latin typeface="Arial" panose="020B0604020202020204" pitchFamily="34" charset="0"/>
              </a:rPr>
              <a:t> x </a:t>
            </a:r>
            <a:r>
              <a:rPr lang="en-US" altLang="ja-JP" sz="2000" b="0" dirty="0" err="1">
                <a:latin typeface="Arial" panose="020B0604020202020204" pitchFamily="34" charset="0"/>
              </a:rPr>
              <a:t>là</a:t>
            </a:r>
            <a:r>
              <a:rPr lang="en-US" altLang="ja-JP" sz="2000" b="0" dirty="0">
                <a:latin typeface="Arial" panose="020B0604020202020204" pitchFamily="34" charset="0"/>
              </a:rPr>
              <a:t> 1 </a:t>
            </a:r>
            <a:r>
              <a:rPr lang="en-US" altLang="ja-JP" sz="2000" b="0" dirty="0" err="1">
                <a:latin typeface="Arial" panose="020B0604020202020204" pitchFamily="34" charset="0"/>
              </a:rPr>
              <a:t>thì</a:t>
            </a:r>
            <a:r>
              <a:rPr lang="en-US" altLang="ja-JP" sz="2000" b="0" dirty="0">
                <a:latin typeface="Arial" panose="020B0604020202020204" pitchFamily="34" charset="0"/>
              </a:rPr>
              <a:t> </a:t>
            </a:r>
            <a:r>
              <a:rPr lang="en-US" altLang="ja-JP" sz="2000" b="0" dirty="0" err="1">
                <a:latin typeface="Arial" panose="020B0604020202020204" pitchFamily="34" charset="0"/>
              </a:rPr>
              <a:t>hiển</a:t>
            </a:r>
            <a:r>
              <a:rPr lang="en-US" altLang="ja-JP" sz="2000" b="0" dirty="0">
                <a:latin typeface="Arial" panose="020B0604020202020204" pitchFamily="34" charset="0"/>
              </a:rPr>
              <a:t> </a:t>
            </a:r>
            <a:r>
              <a:rPr lang="en-US" altLang="ja-JP" sz="2000" b="0" dirty="0" err="1">
                <a:latin typeface="Arial" panose="020B0604020202020204" pitchFamily="34" charset="0"/>
              </a:rPr>
              <a:t>thị</a:t>
            </a:r>
            <a:r>
              <a:rPr lang="en-US" altLang="ja-JP" sz="2000" b="0" dirty="0">
                <a:latin typeface="Arial" panose="020B0604020202020204" pitchFamily="34" charset="0"/>
              </a:rPr>
              <a:t> </a:t>
            </a:r>
            <a:r>
              <a:rPr lang="en-US" altLang="ja-JP" sz="2000" b="0" dirty="0" err="1">
                <a:latin typeface="Arial" panose="020B0604020202020204" pitchFamily="34" charset="0"/>
              </a:rPr>
              <a:t>là</a:t>
            </a:r>
            <a:r>
              <a:rPr lang="en-US" altLang="ja-JP" sz="2000" b="0" dirty="0">
                <a:latin typeface="Arial" panose="020B0604020202020204" pitchFamily="34" charset="0"/>
              </a:rPr>
              <a:t> </a:t>
            </a:r>
            <a:r>
              <a:rPr lang="ja-JP" altLang="en-US" sz="2000" b="0" dirty="0">
                <a:latin typeface="Arial" panose="020B0604020202020204" pitchFamily="34" charset="0"/>
              </a:rPr>
              <a:t>「</a:t>
            </a:r>
            <a:r>
              <a:rPr lang="en-US" altLang="ja-JP" sz="2000" b="0" dirty="0">
                <a:latin typeface="Arial" panose="020B0604020202020204" pitchFamily="34" charset="0"/>
              </a:rPr>
              <a:t>1</a:t>
            </a:r>
            <a:r>
              <a:rPr lang="ja-JP" altLang="en-US" sz="2000" b="0" dirty="0">
                <a:latin typeface="Arial" panose="020B0604020202020204" pitchFamily="34" charset="0"/>
              </a:rPr>
              <a:t>」</a:t>
            </a:r>
            <a:r>
              <a:rPr lang="en-US" altLang="ja-JP" sz="2000" b="0" dirty="0">
                <a:latin typeface="Arial" panose="020B0604020202020204" pitchFamily="34" charset="0"/>
              </a:rPr>
              <a:t>, </a:t>
            </a:r>
            <a:r>
              <a:rPr lang="en-US" altLang="ja-JP" sz="2000" b="0" dirty="0" err="1">
                <a:latin typeface="Arial" panose="020B0604020202020204" pitchFamily="34" charset="0"/>
              </a:rPr>
              <a:t>nếu</a:t>
            </a:r>
            <a:r>
              <a:rPr lang="en-US" altLang="ja-JP" sz="2000" b="0" dirty="0">
                <a:latin typeface="Arial" panose="020B0604020202020204" pitchFamily="34" charset="0"/>
              </a:rPr>
              <a:t> </a:t>
            </a:r>
            <a:r>
              <a:rPr lang="en-US" altLang="ja-JP" sz="2000" b="0" dirty="0" err="1">
                <a:latin typeface="Arial" panose="020B0604020202020204" pitchFamily="34" charset="0"/>
              </a:rPr>
              <a:t>là</a:t>
            </a:r>
            <a:r>
              <a:rPr lang="en-US" altLang="ja-JP" sz="2000" b="0" dirty="0">
                <a:latin typeface="Arial" panose="020B0604020202020204" pitchFamily="34" charset="0"/>
              </a:rPr>
              <a:t> 2 </a:t>
            </a:r>
            <a:r>
              <a:rPr lang="en-US" altLang="ja-JP" sz="2000" b="0" dirty="0" err="1">
                <a:latin typeface="Arial" panose="020B0604020202020204" pitchFamily="34" charset="0"/>
              </a:rPr>
              <a:t>thì</a:t>
            </a:r>
            <a:r>
              <a:rPr lang="en-US" altLang="ja-JP" sz="2000" b="0" dirty="0">
                <a:latin typeface="Arial" panose="020B0604020202020204" pitchFamily="34" charset="0"/>
              </a:rPr>
              <a:t> </a:t>
            </a:r>
            <a:r>
              <a:rPr lang="en-US" altLang="ja-JP" sz="2000" b="0" dirty="0" err="1">
                <a:latin typeface="Arial" panose="020B0604020202020204" pitchFamily="34" charset="0"/>
              </a:rPr>
              <a:t>hiển</a:t>
            </a:r>
            <a:r>
              <a:rPr lang="en-US" altLang="ja-JP" sz="2000" b="0" dirty="0">
                <a:latin typeface="Arial" panose="020B0604020202020204" pitchFamily="34" charset="0"/>
              </a:rPr>
              <a:t> </a:t>
            </a:r>
            <a:r>
              <a:rPr lang="en-US" altLang="ja-JP" sz="2000" b="0" dirty="0" err="1">
                <a:latin typeface="Arial" panose="020B0604020202020204" pitchFamily="34" charset="0"/>
              </a:rPr>
              <a:t>thị</a:t>
            </a:r>
            <a:r>
              <a:rPr lang="en-US" altLang="ja-JP" sz="2000" b="0" dirty="0">
                <a:latin typeface="Arial" panose="020B0604020202020204" pitchFamily="34" charset="0"/>
              </a:rPr>
              <a:t> </a:t>
            </a:r>
            <a:r>
              <a:rPr lang="en-US" altLang="ja-JP" sz="2000" b="0" dirty="0" err="1">
                <a:latin typeface="Arial" panose="020B0604020202020204" pitchFamily="34" charset="0"/>
              </a:rPr>
              <a:t>là</a:t>
            </a:r>
            <a:r>
              <a:rPr lang="en-US" altLang="ja-JP" sz="2000" b="0" dirty="0">
                <a:latin typeface="Arial" panose="020B0604020202020204" pitchFamily="34" charset="0"/>
              </a:rPr>
              <a:t> </a:t>
            </a:r>
            <a:r>
              <a:rPr lang="ja-JP" altLang="en-US" sz="2000" b="0" dirty="0">
                <a:latin typeface="Arial" panose="020B0604020202020204" pitchFamily="34" charset="0"/>
              </a:rPr>
              <a:t>「</a:t>
            </a:r>
            <a:r>
              <a:rPr lang="en-US" altLang="ja-JP" sz="2000" b="0" dirty="0">
                <a:latin typeface="Arial" panose="020B0604020202020204" pitchFamily="34" charset="0"/>
              </a:rPr>
              <a:t>2</a:t>
            </a:r>
            <a:r>
              <a:rPr lang="ja-JP" altLang="en-US" sz="2000" b="0" dirty="0">
                <a:latin typeface="Arial" panose="020B0604020202020204" pitchFamily="34" charset="0"/>
              </a:rPr>
              <a:t>」</a:t>
            </a:r>
            <a:r>
              <a:rPr lang="en-US" altLang="ja-JP" sz="2000" b="0" dirty="0">
                <a:latin typeface="Arial" panose="020B0604020202020204" pitchFamily="34" charset="0"/>
              </a:rPr>
              <a:t>, </a:t>
            </a:r>
            <a:r>
              <a:rPr lang="en-US" altLang="ja-JP" sz="2000" b="0" dirty="0" err="1">
                <a:latin typeface="Arial" panose="020B0604020202020204" pitchFamily="34" charset="0"/>
              </a:rPr>
              <a:t>ngoài</a:t>
            </a:r>
            <a:r>
              <a:rPr lang="en-US" altLang="ja-JP" sz="2000" b="0" dirty="0">
                <a:latin typeface="Arial" panose="020B0604020202020204" pitchFamily="34" charset="0"/>
              </a:rPr>
              <a:t> </a:t>
            </a:r>
            <a:r>
              <a:rPr lang="en-US" altLang="ja-JP" sz="2000" b="0" dirty="0" err="1">
                <a:latin typeface="Arial" panose="020B0604020202020204" pitchFamily="34" charset="0"/>
              </a:rPr>
              <a:t>ra</a:t>
            </a:r>
            <a:r>
              <a:rPr lang="en-US" altLang="ja-JP" sz="2000" b="0" dirty="0">
                <a:latin typeface="Arial" panose="020B0604020202020204" pitchFamily="34" charset="0"/>
              </a:rPr>
              <a:t> </a:t>
            </a:r>
            <a:r>
              <a:rPr lang="en-US" altLang="ja-JP" sz="2000" b="0" dirty="0" err="1">
                <a:latin typeface="Arial" panose="020B0604020202020204" pitchFamily="34" charset="0"/>
              </a:rPr>
              <a:t>thì</a:t>
            </a:r>
            <a:r>
              <a:rPr lang="en-US" altLang="ja-JP" sz="2000" b="0" dirty="0">
                <a:latin typeface="Arial" panose="020B0604020202020204" pitchFamily="34" charset="0"/>
              </a:rPr>
              <a:t> </a:t>
            </a:r>
            <a:r>
              <a:rPr lang="en-US" altLang="ja-JP" sz="2000" b="0" dirty="0" err="1">
                <a:latin typeface="Arial" panose="020B0604020202020204" pitchFamily="34" charset="0"/>
              </a:rPr>
              <a:t>hiển</a:t>
            </a:r>
            <a:r>
              <a:rPr lang="en-US" altLang="ja-JP" sz="2000" b="0" dirty="0">
                <a:latin typeface="Arial" panose="020B0604020202020204" pitchFamily="34" charset="0"/>
              </a:rPr>
              <a:t> </a:t>
            </a:r>
            <a:r>
              <a:rPr lang="en-US" altLang="ja-JP" sz="2000" b="0" dirty="0" err="1">
                <a:latin typeface="Arial" panose="020B0604020202020204" pitchFamily="34" charset="0"/>
              </a:rPr>
              <a:t>thị</a:t>
            </a:r>
            <a:r>
              <a:rPr lang="en-US" altLang="ja-JP" sz="2000" b="0" dirty="0">
                <a:latin typeface="Arial" panose="020B0604020202020204" pitchFamily="34" charset="0"/>
              </a:rPr>
              <a:t> </a:t>
            </a:r>
            <a:r>
              <a:rPr lang="en-US" altLang="ja-JP" sz="2000" b="0" dirty="0" err="1">
                <a:latin typeface="Arial" panose="020B0604020202020204" pitchFamily="34" charset="0"/>
              </a:rPr>
              <a:t>là</a:t>
            </a:r>
            <a:r>
              <a:rPr lang="en-US" altLang="ja-JP" sz="2000" b="0" dirty="0">
                <a:latin typeface="Arial" panose="020B0604020202020204" pitchFamily="34" charset="0"/>
              </a:rPr>
              <a:t> </a:t>
            </a:r>
            <a:r>
              <a:rPr lang="ja-JP" altLang="en-US" sz="2000" b="0" dirty="0">
                <a:latin typeface="Arial" panose="020B0604020202020204" pitchFamily="34" charset="0"/>
              </a:rPr>
              <a:t>「</a:t>
            </a:r>
            <a:r>
              <a:rPr lang="en-US" altLang="ja-JP" sz="2000" b="0" dirty="0" err="1">
                <a:latin typeface="Arial" panose="020B0604020202020204" pitchFamily="34" charset="0"/>
              </a:rPr>
              <a:t>khác</a:t>
            </a:r>
            <a:r>
              <a:rPr lang="en-US" altLang="ja-JP" sz="2000" b="0" dirty="0">
                <a:latin typeface="Arial" panose="020B0604020202020204" pitchFamily="34" charset="0"/>
              </a:rPr>
              <a:t> 1, 2</a:t>
            </a:r>
            <a:r>
              <a:rPr lang="ja-JP" altLang="en-US" sz="2000" b="0" dirty="0">
                <a:latin typeface="Arial" panose="020B0604020202020204" pitchFamily="34" charset="0"/>
              </a:rPr>
              <a:t>」</a:t>
            </a:r>
            <a:r>
              <a:rPr lang="en-US" altLang="ja-JP" sz="2000" b="0" dirty="0">
                <a:latin typeface="Arial" panose="020B0604020202020204" pitchFamily="34" charset="0"/>
              </a:rPr>
              <a:t>, </a:t>
            </a:r>
            <a:r>
              <a:rPr lang="en-US" altLang="ja-JP" sz="2000" b="0" dirty="0" err="1">
                <a:latin typeface="Arial" panose="020B0604020202020204" pitchFamily="34" charset="0"/>
              </a:rPr>
              <a:t>nhưng</a:t>
            </a:r>
            <a:r>
              <a:rPr lang="en-US" altLang="ja-JP" sz="2000" b="0" dirty="0">
                <a:latin typeface="Arial" panose="020B0604020202020204" pitchFamily="34" charset="0"/>
              </a:rPr>
              <a:t> </a:t>
            </a:r>
            <a:r>
              <a:rPr lang="en-US" altLang="ja-JP" sz="2000" b="0" dirty="0" err="1">
                <a:latin typeface="Arial" panose="020B0604020202020204" pitchFamily="34" charset="0"/>
              </a:rPr>
              <a:t>lại</a:t>
            </a:r>
            <a:r>
              <a:rPr lang="en-US" altLang="ja-JP" sz="2000" b="0" dirty="0">
                <a:latin typeface="Arial" panose="020B0604020202020204" pitchFamily="34" charset="0"/>
              </a:rPr>
              <a:t> </a:t>
            </a:r>
            <a:r>
              <a:rPr lang="en-US" altLang="ja-JP" sz="2000" b="0" dirty="0" err="1">
                <a:latin typeface="Arial" panose="020B0604020202020204" pitchFamily="34" charset="0"/>
              </a:rPr>
              <a:t>quên</a:t>
            </a:r>
            <a:r>
              <a:rPr lang="en-US" altLang="ja-JP" sz="2000" b="0" dirty="0">
                <a:latin typeface="Arial" panose="020B0604020202020204" pitchFamily="34" charset="0"/>
              </a:rPr>
              <a:t> </a:t>
            </a:r>
            <a:r>
              <a:rPr lang="en-US" altLang="ja-JP" sz="2000" b="0" dirty="0" err="1">
                <a:latin typeface="Arial" panose="020B0604020202020204" pitchFamily="34" charset="0"/>
              </a:rPr>
              <a:t>viết</a:t>
            </a:r>
            <a:r>
              <a:rPr lang="en-US" altLang="ja-JP" sz="2000" b="0" dirty="0">
                <a:latin typeface="Arial" panose="020B0604020202020204" pitchFamily="34" charset="0"/>
              </a:rPr>
              <a:t> </a:t>
            </a:r>
            <a:r>
              <a:rPr lang="en-US" altLang="ja-JP" sz="2000" b="0" dirty="0" err="1">
                <a:latin typeface="Arial" panose="020B0604020202020204" pitchFamily="34" charset="0"/>
              </a:rPr>
              <a:t>câu</a:t>
            </a:r>
            <a:r>
              <a:rPr lang="en-US" altLang="ja-JP" sz="2000" b="0" dirty="0">
                <a:latin typeface="Arial" panose="020B0604020202020204" pitchFamily="34" charset="0"/>
              </a:rPr>
              <a:t> </a:t>
            </a:r>
            <a:r>
              <a:rPr lang="en-US" altLang="ja-JP" sz="2000" b="0" dirty="0" err="1">
                <a:latin typeface="Arial" panose="020B0604020202020204" pitchFamily="34" charset="0"/>
              </a:rPr>
              <a:t>lệnh</a:t>
            </a:r>
            <a:r>
              <a:rPr lang="en-US" altLang="ja-JP" sz="2000" b="0" dirty="0">
                <a:latin typeface="Arial" panose="020B0604020202020204" pitchFamily="34" charset="0"/>
              </a:rPr>
              <a:t> break .</a:t>
            </a:r>
          </a:p>
          <a:p>
            <a:pPr>
              <a:buFont typeface="Wingdings" panose="05000000000000000000" pitchFamily="2" charset="2"/>
              <a:buNone/>
            </a:pPr>
            <a:endParaRPr lang="en-US" altLang="ja-JP" sz="2000" b="0" dirty="0">
              <a:latin typeface="Arial" panose="020B0604020202020204" pitchFamily="34" charset="0"/>
            </a:endParaRPr>
          </a:p>
          <a:p>
            <a:pPr>
              <a:buFont typeface="Wingdings" panose="05000000000000000000" pitchFamily="2" charset="2"/>
              <a:buNone/>
            </a:pPr>
            <a:endParaRPr lang="en-US" altLang="ja-JP" sz="2000" b="0" dirty="0">
              <a:latin typeface="Arial" panose="020B0604020202020204" pitchFamily="34" charset="0"/>
            </a:endParaRPr>
          </a:p>
          <a:p>
            <a:pPr>
              <a:buFont typeface="Wingdings" panose="05000000000000000000" pitchFamily="2" charset="2"/>
              <a:buNone/>
            </a:pPr>
            <a:endParaRPr lang="en-US" altLang="ja-JP" sz="2000" b="0" dirty="0">
              <a:latin typeface="Arial" panose="020B0604020202020204" pitchFamily="34" charset="0"/>
            </a:endParaRPr>
          </a:p>
          <a:p>
            <a:pPr>
              <a:buFont typeface="Wingdings" panose="05000000000000000000" pitchFamily="2" charset="2"/>
              <a:buNone/>
            </a:pPr>
            <a:endParaRPr lang="en-US" altLang="ja-JP" sz="2000" b="0" dirty="0">
              <a:latin typeface="Arial" panose="020B0604020202020204" pitchFamily="34" charset="0"/>
            </a:endParaRPr>
          </a:p>
          <a:p>
            <a:pPr>
              <a:buFont typeface="Wingdings" panose="05000000000000000000" pitchFamily="2" charset="2"/>
              <a:buNone/>
            </a:pPr>
            <a:endParaRPr lang="en-US" altLang="ja-JP" sz="2000" b="0" dirty="0">
              <a:latin typeface="Arial" panose="020B0604020202020204" pitchFamily="34" charset="0"/>
            </a:endParaRPr>
          </a:p>
          <a:p>
            <a:pPr>
              <a:buFont typeface="Wingdings" panose="05000000000000000000" pitchFamily="2" charset="2"/>
              <a:buNone/>
            </a:pPr>
            <a:endParaRPr lang="en-US" altLang="ja-JP" sz="2000" b="0" dirty="0">
              <a:latin typeface="Arial" panose="020B0604020202020204" pitchFamily="34" charset="0"/>
            </a:endParaRPr>
          </a:p>
          <a:p>
            <a:pPr>
              <a:buFont typeface="Wingdings" panose="05000000000000000000" pitchFamily="2" charset="2"/>
              <a:buNone/>
            </a:pPr>
            <a:endParaRPr lang="en-US" altLang="ja-JP" sz="2000" b="0" dirty="0">
              <a:latin typeface="Arial" panose="020B0604020202020204" pitchFamily="34" charset="0"/>
            </a:endParaRPr>
          </a:p>
          <a:p>
            <a:pPr>
              <a:buFont typeface="Wingdings" panose="05000000000000000000" pitchFamily="2" charset="2"/>
              <a:buNone/>
            </a:pPr>
            <a:endParaRPr lang="en-US" altLang="ja-JP" sz="2000" b="0" dirty="0">
              <a:latin typeface="Arial" panose="020B0604020202020204" pitchFamily="34" charset="0"/>
            </a:endParaRPr>
          </a:p>
          <a:p>
            <a:pPr>
              <a:buFont typeface="Wingdings" panose="05000000000000000000" pitchFamily="2" charset="2"/>
              <a:buNone/>
            </a:pPr>
            <a:endParaRPr lang="en-US" altLang="ja-JP" sz="2000" b="0" dirty="0">
              <a:latin typeface="Arial" panose="020B0604020202020204" pitchFamily="34" charset="0"/>
            </a:endParaRPr>
          </a:p>
          <a:p>
            <a:pPr>
              <a:buFont typeface="Wingdings" panose="05000000000000000000" pitchFamily="2" charset="2"/>
              <a:buNone/>
            </a:pPr>
            <a:endParaRPr lang="en-US" altLang="ja-JP" sz="2000" b="0" dirty="0">
              <a:latin typeface="Arial" panose="020B0604020202020204" pitchFamily="34" charset="0"/>
            </a:endParaRPr>
          </a:p>
          <a:p>
            <a:pPr>
              <a:buFont typeface="Wingdings" panose="05000000000000000000" pitchFamily="2" charset="2"/>
              <a:buNone/>
            </a:pPr>
            <a:endParaRPr lang="en-US" altLang="ja-JP" sz="2000" b="0" dirty="0">
              <a:latin typeface="Arial" panose="020B0604020202020204" pitchFamily="34" charset="0"/>
            </a:endParaRPr>
          </a:p>
          <a:p>
            <a:pPr>
              <a:buFont typeface="Wingdings" panose="05000000000000000000" pitchFamily="2" charset="2"/>
              <a:buNone/>
            </a:pPr>
            <a:r>
              <a:rPr lang="en-US" altLang="ja-JP" sz="2000" b="0" dirty="0">
                <a:latin typeface="Arial" panose="020B0604020202020204" pitchFamily="34" charset="0"/>
              </a:rPr>
              <a:t>●</a:t>
            </a:r>
            <a:r>
              <a:rPr lang="en-US" altLang="ja-JP" sz="2000" b="0" dirty="0" err="1">
                <a:latin typeface="Arial" panose="020B0604020202020204" pitchFamily="34" charset="0"/>
              </a:rPr>
              <a:t>Ví</a:t>
            </a:r>
            <a:r>
              <a:rPr lang="en-US" altLang="ja-JP" sz="2000" b="0" dirty="0">
                <a:latin typeface="Arial" panose="020B0604020202020204" pitchFamily="34" charset="0"/>
              </a:rPr>
              <a:t> </a:t>
            </a:r>
            <a:r>
              <a:rPr lang="en-US" altLang="ja-JP" sz="2000" b="0" dirty="0" err="1">
                <a:latin typeface="Arial" panose="020B0604020202020204" pitchFamily="34" charset="0"/>
              </a:rPr>
              <a:t>dụ</a:t>
            </a:r>
            <a:r>
              <a:rPr lang="en-US" altLang="ja-JP" sz="2000" b="0" dirty="0">
                <a:latin typeface="Arial" panose="020B0604020202020204" pitchFamily="34" charset="0"/>
              </a:rPr>
              <a:t> </a:t>
            </a:r>
            <a:r>
              <a:rPr lang="en-US" altLang="ja-JP" sz="2000" b="0" dirty="0" err="1">
                <a:latin typeface="Arial" panose="020B0604020202020204" pitchFamily="34" charset="0"/>
              </a:rPr>
              <a:t>thực</a:t>
            </a:r>
            <a:r>
              <a:rPr lang="en-US" altLang="ja-JP" sz="2000" b="0" dirty="0">
                <a:latin typeface="Arial" panose="020B0604020202020204" pitchFamily="34" charset="0"/>
              </a:rPr>
              <a:t> </a:t>
            </a:r>
            <a:r>
              <a:rPr lang="en-US" altLang="ja-JP" sz="2000" b="0" dirty="0" err="1">
                <a:latin typeface="Arial" panose="020B0604020202020204" pitchFamily="34" charset="0"/>
              </a:rPr>
              <a:t>hiện</a:t>
            </a:r>
            <a:endParaRPr lang="en-US" altLang="ja-JP" sz="2000" b="0" dirty="0">
              <a:latin typeface="Arial" panose="020B0604020202020204" pitchFamily="34" charset="0"/>
            </a:endParaRPr>
          </a:p>
        </p:txBody>
      </p:sp>
      <p:sp>
        <p:nvSpPr>
          <p:cNvPr id="755714" name="Rectangle 2">
            <a:extLst>
              <a:ext uri="{FF2B5EF4-FFF2-40B4-BE49-F238E27FC236}">
                <a16:creationId xmlns:a16="http://schemas.microsoft.com/office/drawing/2014/main" id="{B0F2E2D5-4FB6-D9A3-321A-F459044B93C5}"/>
              </a:ext>
            </a:extLst>
          </p:cNvPr>
          <p:cNvSpPr>
            <a:spLocks noGrp="1" noChangeArrowheads="1"/>
          </p:cNvSpPr>
          <p:nvPr>
            <p:ph type="title"/>
          </p:nvPr>
        </p:nvSpPr>
        <p:spPr>
          <a:xfrm>
            <a:off x="344487" y="300831"/>
            <a:ext cx="9217025" cy="490537"/>
          </a:xfrm>
        </p:spPr>
        <p:txBody>
          <a:bodyPr>
            <a:normAutofit fontScale="90000"/>
          </a:bodyPr>
          <a:lstStyle/>
          <a:p>
            <a:r>
              <a:rPr lang="en-US" altLang="ja-JP" sz="2800" dirty="0" err="1">
                <a:latin typeface="+mj-lt"/>
                <a:ea typeface="ＭＳ ゴシック" panose="020B0609070205080204" pitchFamily="49" charset="-128"/>
              </a:rPr>
              <a:t>Câu</a:t>
            </a:r>
            <a:r>
              <a:rPr lang="en-US" altLang="ja-JP" sz="2800" dirty="0">
                <a:latin typeface="+mj-lt"/>
                <a:ea typeface="ＭＳ ゴシック" panose="020B0609070205080204" pitchFamily="49" charset="-128"/>
              </a:rPr>
              <a:t> </a:t>
            </a:r>
            <a:r>
              <a:rPr lang="en-US" altLang="ja-JP" sz="2800" dirty="0" err="1">
                <a:latin typeface="+mj-lt"/>
                <a:ea typeface="ＭＳ ゴシック" panose="020B0609070205080204" pitchFamily="49" charset="-128"/>
              </a:rPr>
              <a:t>lệnh</a:t>
            </a:r>
            <a:r>
              <a:rPr lang="en-US" altLang="ja-JP" sz="2800" dirty="0">
                <a:latin typeface="+mj-lt"/>
                <a:ea typeface="ＭＳ ゴシック" panose="020B0609070205080204" pitchFamily="49" charset="-128"/>
              </a:rPr>
              <a:t> </a:t>
            </a:r>
            <a:r>
              <a:rPr lang="en-US" altLang="en-US" sz="2800" dirty="0">
                <a:latin typeface="+mj-lt"/>
                <a:ea typeface="ＭＳ ゴシック" panose="020B0609070205080204" pitchFamily="49" charset="-128"/>
              </a:rPr>
              <a:t>switch</a:t>
            </a:r>
            <a:r>
              <a:rPr lang="en-US" altLang="ja-JP" sz="2800" dirty="0">
                <a:latin typeface="+mj-lt"/>
                <a:ea typeface="ＭＳ ゴシック" panose="020B0609070205080204" pitchFamily="49" charset="-128"/>
              </a:rPr>
              <a:t>  </a:t>
            </a:r>
            <a:r>
              <a:rPr lang="en-US" altLang="ja-JP" sz="2800" dirty="0" err="1">
                <a:latin typeface="+mj-lt"/>
                <a:ea typeface="ＭＳ ゴシック" panose="020B0609070205080204" pitchFamily="49" charset="-128"/>
              </a:rPr>
              <a:t>không</a:t>
            </a:r>
            <a:r>
              <a:rPr lang="en-US" altLang="ja-JP" sz="2800" dirty="0">
                <a:latin typeface="+mj-lt"/>
                <a:ea typeface="ＭＳ ゴシック" panose="020B0609070205080204" pitchFamily="49" charset="-128"/>
              </a:rPr>
              <a:t> </a:t>
            </a:r>
            <a:r>
              <a:rPr lang="en-US" altLang="ja-JP" sz="2800" dirty="0" err="1">
                <a:latin typeface="+mj-lt"/>
                <a:ea typeface="ＭＳ ゴシック" panose="020B0609070205080204" pitchFamily="49" charset="-128"/>
              </a:rPr>
              <a:t>chứa</a:t>
            </a:r>
            <a:r>
              <a:rPr lang="en-US" altLang="ja-JP" sz="2800" dirty="0">
                <a:latin typeface="+mj-lt"/>
                <a:ea typeface="ＭＳ ゴシック" panose="020B0609070205080204" pitchFamily="49" charset="-128"/>
              </a:rPr>
              <a:t> </a:t>
            </a:r>
            <a:r>
              <a:rPr lang="en-US" altLang="ja-JP" sz="2800" dirty="0" err="1">
                <a:latin typeface="+mj-lt"/>
                <a:ea typeface="ＭＳ ゴシック" panose="020B0609070205080204" pitchFamily="49" charset="-128"/>
              </a:rPr>
              <a:t>câu</a:t>
            </a:r>
            <a:r>
              <a:rPr lang="en-US" altLang="ja-JP" sz="2800" dirty="0">
                <a:latin typeface="+mj-lt"/>
                <a:ea typeface="ＭＳ ゴシック" panose="020B0609070205080204" pitchFamily="49" charset="-128"/>
              </a:rPr>
              <a:t> </a:t>
            </a:r>
            <a:r>
              <a:rPr lang="en-US" altLang="ja-JP" sz="2800" dirty="0" err="1">
                <a:latin typeface="+mj-lt"/>
                <a:ea typeface="ＭＳ ゴシック" panose="020B0609070205080204" pitchFamily="49" charset="-128"/>
              </a:rPr>
              <a:t>lệnh</a:t>
            </a:r>
            <a:r>
              <a:rPr lang="en-US" altLang="ja-JP" sz="2800" dirty="0">
                <a:latin typeface="+mj-lt"/>
                <a:ea typeface="ＭＳ ゴシック" panose="020B0609070205080204" pitchFamily="49" charset="-128"/>
              </a:rPr>
              <a:t> </a:t>
            </a:r>
            <a:r>
              <a:rPr lang="en-US" altLang="en-US" sz="2800" dirty="0">
                <a:latin typeface="+mj-lt"/>
                <a:ea typeface="ＭＳ ゴシック" panose="020B0609070205080204" pitchFamily="49" charset="-128"/>
              </a:rPr>
              <a:t>break</a:t>
            </a:r>
            <a:r>
              <a:rPr lang="en-US" altLang="ja-JP" sz="2800" dirty="0">
                <a:latin typeface="+mj-lt"/>
                <a:ea typeface="MS UI Gothic" panose="020B0600070205080204" pitchFamily="50" charset="-128"/>
              </a:rPr>
              <a:t> </a:t>
            </a:r>
            <a:r>
              <a:rPr lang="ja-JP" altLang="en-US" sz="2800" dirty="0">
                <a:latin typeface="+mj-lt"/>
                <a:ea typeface="MS UI Gothic" panose="020B0600070205080204" pitchFamily="50" charset="-128"/>
              </a:rPr>
              <a:t>（</a:t>
            </a:r>
            <a:r>
              <a:rPr lang="en-US" altLang="ja-JP" sz="2800" dirty="0">
                <a:latin typeface="+mj-lt"/>
                <a:ea typeface="MS UI Gothic" panose="020B0600070205080204" pitchFamily="50" charset="-128"/>
              </a:rPr>
              <a:t>2</a:t>
            </a:r>
            <a:r>
              <a:rPr lang="ja-JP" altLang="en-US" sz="2800" dirty="0">
                <a:latin typeface="+mj-lt"/>
                <a:ea typeface="MS UI Gothic" panose="020B0600070205080204" pitchFamily="50" charset="-128"/>
              </a:rPr>
              <a:t>）</a:t>
            </a:r>
          </a:p>
        </p:txBody>
      </p:sp>
      <p:sp>
        <p:nvSpPr>
          <p:cNvPr id="755726" name="Rectangle 14">
            <a:extLst>
              <a:ext uri="{FF2B5EF4-FFF2-40B4-BE49-F238E27FC236}">
                <a16:creationId xmlns:a16="http://schemas.microsoft.com/office/drawing/2014/main" id="{8FFAF22F-DAF5-759D-0298-259875082AED}"/>
              </a:ext>
            </a:extLst>
          </p:cNvPr>
          <p:cNvSpPr>
            <a:spLocks noChangeArrowheads="1"/>
          </p:cNvSpPr>
          <p:nvPr/>
        </p:nvSpPr>
        <p:spPr bwMode="auto">
          <a:xfrm>
            <a:off x="4089400" y="6375400"/>
            <a:ext cx="685800" cy="20320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55718" name="Rectangle 6">
            <a:extLst>
              <a:ext uri="{FF2B5EF4-FFF2-40B4-BE49-F238E27FC236}">
                <a16:creationId xmlns:a16="http://schemas.microsoft.com/office/drawing/2014/main" id="{1F6F2948-88E6-C8AB-7FA1-072A8C63DCD9}"/>
              </a:ext>
            </a:extLst>
          </p:cNvPr>
          <p:cNvSpPr>
            <a:spLocks noChangeArrowheads="1"/>
          </p:cNvSpPr>
          <p:nvPr/>
        </p:nvSpPr>
        <p:spPr bwMode="auto">
          <a:xfrm>
            <a:off x="395288" y="1916113"/>
            <a:ext cx="9069387" cy="33258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en-US" altLang="en-US" sz="1800" b="0">
                <a:latin typeface="Arial" panose="020B0604020202020204" pitchFamily="34" charset="0"/>
                <a:ea typeface="ＭＳ ゴシック" panose="020B0609070205080204" pitchFamily="49" charset="-128"/>
              </a:rPr>
              <a:t>int x = 2;</a:t>
            </a:r>
            <a:endParaRPr lang="en-US" altLang="ja-JP" sz="1800" b="0">
              <a:latin typeface="Arial" panose="020B0604020202020204" pitchFamily="34" charset="0"/>
              <a:ea typeface="ＭＳ ゴシック" panose="020B0609070205080204" pitchFamily="49" charset="-128"/>
            </a:endParaRPr>
          </a:p>
          <a:p>
            <a:pPr lvl="1"/>
            <a:endParaRPr lang="en-US" altLang="en-US" sz="1800" b="0">
              <a:latin typeface="Arial" panose="020B0604020202020204" pitchFamily="34" charset="0"/>
              <a:ea typeface="ＭＳ ゴシック" panose="020B0609070205080204" pitchFamily="49" charset="-128"/>
            </a:endParaRPr>
          </a:p>
          <a:p>
            <a:pPr lvl="1"/>
            <a:r>
              <a:rPr lang="en-US" altLang="en-US" sz="1800" b="0">
                <a:latin typeface="Arial" panose="020B0604020202020204" pitchFamily="34" charset="0"/>
                <a:ea typeface="ＭＳ ゴシック" panose="020B0609070205080204" pitchFamily="49" charset="-128"/>
              </a:rPr>
              <a:t>switch (x) {</a:t>
            </a:r>
          </a:p>
          <a:p>
            <a:pPr lvl="1"/>
            <a:r>
              <a:rPr lang="en-US" altLang="en-US" sz="1800" b="0">
                <a:latin typeface="Arial" panose="020B0604020202020204" pitchFamily="34" charset="0"/>
                <a:ea typeface="ＭＳ ゴシック" panose="020B0609070205080204" pitchFamily="49" charset="-128"/>
              </a:rPr>
              <a:t>    case 1:</a:t>
            </a:r>
          </a:p>
          <a:p>
            <a:pPr lvl="1"/>
            <a:r>
              <a:rPr lang="en-US" altLang="en-US" sz="1800" b="0">
                <a:latin typeface="Arial" panose="020B0604020202020204" pitchFamily="34" charset="0"/>
                <a:ea typeface="ＭＳ ゴシック" panose="020B0609070205080204" pitchFamily="49" charset="-128"/>
              </a:rPr>
              <a:t>        System.out.println("</a:t>
            </a:r>
            <a:r>
              <a:rPr lang="en-US" altLang="ja-JP" sz="1800" b="0">
                <a:latin typeface="Arial" panose="020B0604020202020204" pitchFamily="34" charset="0"/>
                <a:ea typeface="ＭＳ ゴシック" panose="020B0609070205080204" pitchFamily="49" charset="-128"/>
              </a:rPr>
              <a:t>1</a:t>
            </a:r>
            <a:r>
              <a:rPr lang="en-US" altLang="en-US" sz="1800" b="0">
                <a:latin typeface="Arial" panose="020B0604020202020204" pitchFamily="34" charset="0"/>
                <a:ea typeface="ＭＳ ゴシック" panose="020B0609070205080204" pitchFamily="49" charset="-128"/>
              </a:rPr>
              <a:t>");</a:t>
            </a:r>
          </a:p>
          <a:p>
            <a:pPr lvl="1"/>
            <a:r>
              <a:rPr lang="en-US" altLang="en-US" sz="1800" b="0">
                <a:latin typeface="Arial" panose="020B0604020202020204" pitchFamily="34" charset="0"/>
                <a:ea typeface="ＭＳ ゴシック" panose="020B0609070205080204" pitchFamily="49" charset="-128"/>
              </a:rPr>
              <a:t>    case 2:</a:t>
            </a:r>
          </a:p>
          <a:p>
            <a:pPr lvl="1"/>
            <a:r>
              <a:rPr lang="en-US" altLang="en-US" sz="1800" b="0">
                <a:latin typeface="Arial" panose="020B0604020202020204" pitchFamily="34" charset="0"/>
                <a:ea typeface="ＭＳ ゴシック" panose="020B0609070205080204" pitchFamily="49" charset="-128"/>
              </a:rPr>
              <a:t>        System.out.println("</a:t>
            </a:r>
            <a:r>
              <a:rPr lang="en-US" altLang="ja-JP" sz="1800" b="0">
                <a:latin typeface="Arial" panose="020B0604020202020204" pitchFamily="34" charset="0"/>
                <a:ea typeface="ＭＳ ゴシック" panose="020B0609070205080204" pitchFamily="49" charset="-128"/>
              </a:rPr>
              <a:t>2</a:t>
            </a:r>
            <a:r>
              <a:rPr lang="en-US" altLang="en-US" sz="1800" b="0">
                <a:latin typeface="Arial" panose="020B0604020202020204" pitchFamily="34" charset="0"/>
                <a:ea typeface="ＭＳ ゴシック" panose="020B0609070205080204" pitchFamily="49" charset="-128"/>
              </a:rPr>
              <a:t>");</a:t>
            </a:r>
          </a:p>
          <a:p>
            <a:pPr lvl="1"/>
            <a:r>
              <a:rPr lang="en-US" altLang="en-US" sz="1800" b="0">
                <a:latin typeface="Arial" panose="020B0604020202020204" pitchFamily="34" charset="0"/>
                <a:ea typeface="ＭＳ ゴシック" panose="020B0609070205080204" pitchFamily="49" charset="-128"/>
              </a:rPr>
              <a:t>    default:</a:t>
            </a:r>
          </a:p>
          <a:p>
            <a:pPr lvl="1"/>
            <a:r>
              <a:rPr lang="en-US" altLang="en-US" sz="1800" b="0">
                <a:latin typeface="Arial" panose="020B0604020202020204" pitchFamily="34" charset="0"/>
                <a:ea typeface="ＭＳ ゴシック" panose="020B0609070205080204" pitchFamily="49" charset="-128"/>
              </a:rPr>
              <a:t>        System.out.println(“</a:t>
            </a:r>
            <a:r>
              <a:rPr lang="en-US" altLang="ja-JP" sz="1800" b="0">
                <a:latin typeface="Arial" panose="020B0604020202020204" pitchFamily="34" charset="0"/>
                <a:ea typeface="ＭＳ ゴシック" panose="020B0609070205080204" pitchFamily="49" charset="-128"/>
              </a:rPr>
              <a:t>Khác 1, 2</a:t>
            </a:r>
            <a:r>
              <a:rPr lang="en-US" altLang="en-US" sz="1800" b="0">
                <a:latin typeface="Arial" panose="020B0604020202020204" pitchFamily="34" charset="0"/>
                <a:ea typeface="ＭＳ ゴシック" panose="020B0609070205080204" pitchFamily="49" charset="-128"/>
              </a:rPr>
              <a:t>");</a:t>
            </a:r>
          </a:p>
          <a:p>
            <a:pPr lvl="1"/>
            <a:r>
              <a:rPr lang="en-US" altLang="en-US" sz="1800" b="0">
                <a:latin typeface="Arial" panose="020B0604020202020204" pitchFamily="34" charset="0"/>
                <a:ea typeface="ＭＳ ゴシック" panose="020B0609070205080204" pitchFamily="49" charset="-128"/>
              </a:rPr>
              <a:t>}</a:t>
            </a:r>
          </a:p>
        </p:txBody>
      </p:sp>
      <p:sp>
        <p:nvSpPr>
          <p:cNvPr id="755719" name="Rectangle 7">
            <a:extLst>
              <a:ext uri="{FF2B5EF4-FFF2-40B4-BE49-F238E27FC236}">
                <a16:creationId xmlns:a16="http://schemas.microsoft.com/office/drawing/2014/main" id="{A2638D2A-9E2B-ECDD-ACB0-9D51BCAFBAD1}"/>
              </a:ext>
            </a:extLst>
          </p:cNvPr>
          <p:cNvSpPr>
            <a:spLocks noChangeArrowheads="1"/>
          </p:cNvSpPr>
          <p:nvPr/>
        </p:nvSpPr>
        <p:spPr bwMode="auto">
          <a:xfrm>
            <a:off x="1344613" y="2593975"/>
            <a:ext cx="458787" cy="277813"/>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
        <p:nvSpPr>
          <p:cNvPr id="755721" name="Rectangle 9">
            <a:extLst>
              <a:ext uri="{FF2B5EF4-FFF2-40B4-BE49-F238E27FC236}">
                <a16:creationId xmlns:a16="http://schemas.microsoft.com/office/drawing/2014/main" id="{AE081B00-A5F1-6D1E-D8FF-F8485A5F36AE}"/>
              </a:ext>
            </a:extLst>
          </p:cNvPr>
          <p:cNvSpPr>
            <a:spLocks noChangeArrowheads="1"/>
          </p:cNvSpPr>
          <p:nvPr/>
        </p:nvSpPr>
        <p:spPr bwMode="auto">
          <a:xfrm>
            <a:off x="817563" y="3495675"/>
            <a:ext cx="5233987" cy="1408113"/>
          </a:xfrm>
          <a:prstGeom prst="rect">
            <a:avLst/>
          </a:prstGeom>
          <a:noFill/>
          <a:ln w="25400" algn="ctr">
            <a:solidFill>
              <a:srgbClr val="FF6600"/>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cxnSp>
        <p:nvCxnSpPr>
          <p:cNvPr id="755722" name="AutoShape 10">
            <a:extLst>
              <a:ext uri="{FF2B5EF4-FFF2-40B4-BE49-F238E27FC236}">
                <a16:creationId xmlns:a16="http://schemas.microsoft.com/office/drawing/2014/main" id="{2DD8539B-9520-FE5D-E684-FEF50409BF1A}"/>
              </a:ext>
            </a:extLst>
          </p:cNvPr>
          <p:cNvCxnSpPr>
            <a:cxnSpLocks noChangeShapeType="1"/>
            <a:stCxn id="755719" idx="1"/>
            <a:endCxn id="755723" idx="1"/>
          </p:cNvCxnSpPr>
          <p:nvPr/>
        </p:nvCxnSpPr>
        <p:spPr bwMode="auto">
          <a:xfrm rot="10800000" flipV="1">
            <a:off x="1066800" y="2733675"/>
            <a:ext cx="265113" cy="917575"/>
          </a:xfrm>
          <a:prstGeom prst="curvedConnector3">
            <a:avLst>
              <a:gd name="adj1" fmla="val 186227"/>
            </a:avLst>
          </a:prstGeom>
          <a:noFill/>
          <a:ln w="25400">
            <a:solidFill>
              <a:srgbClr val="3FB007"/>
            </a:solidFill>
            <a:prstDash val="sysDot"/>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5723" name="Rectangle 11">
            <a:extLst>
              <a:ext uri="{FF2B5EF4-FFF2-40B4-BE49-F238E27FC236}">
                <a16:creationId xmlns:a16="http://schemas.microsoft.com/office/drawing/2014/main" id="{75435067-73C1-16AF-96A7-3EF5BB9D5D37}"/>
              </a:ext>
            </a:extLst>
          </p:cNvPr>
          <p:cNvSpPr>
            <a:spLocks noChangeArrowheads="1"/>
          </p:cNvSpPr>
          <p:nvPr/>
        </p:nvSpPr>
        <p:spPr bwMode="auto">
          <a:xfrm>
            <a:off x="1066800" y="3530600"/>
            <a:ext cx="825500" cy="24130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55724" name="Line 12">
            <a:extLst>
              <a:ext uri="{FF2B5EF4-FFF2-40B4-BE49-F238E27FC236}">
                <a16:creationId xmlns:a16="http://schemas.microsoft.com/office/drawing/2014/main" id="{CE5A4190-BBBD-1632-CCFF-9DCEA98D979A}"/>
              </a:ext>
            </a:extLst>
          </p:cNvPr>
          <p:cNvSpPr>
            <a:spLocks noChangeShapeType="1"/>
          </p:cNvSpPr>
          <p:nvPr/>
        </p:nvSpPr>
        <p:spPr bwMode="auto">
          <a:xfrm>
            <a:off x="908050" y="3708400"/>
            <a:ext cx="0" cy="1028700"/>
          </a:xfrm>
          <a:prstGeom prst="line">
            <a:avLst/>
          </a:prstGeom>
          <a:noFill/>
          <a:ln w="25400">
            <a:solidFill>
              <a:srgbClr val="3FB007"/>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55725" name="Rectangle 13">
            <a:extLst>
              <a:ext uri="{FF2B5EF4-FFF2-40B4-BE49-F238E27FC236}">
                <a16:creationId xmlns:a16="http://schemas.microsoft.com/office/drawing/2014/main" id="{DFA9AC22-7A16-FCB9-B402-C9E987974D41}"/>
              </a:ext>
            </a:extLst>
          </p:cNvPr>
          <p:cNvSpPr>
            <a:spLocks noChangeArrowheads="1"/>
          </p:cNvSpPr>
          <p:nvPr/>
        </p:nvSpPr>
        <p:spPr bwMode="auto">
          <a:xfrm>
            <a:off x="1447800" y="4254500"/>
            <a:ext cx="838200" cy="33020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55728" name="Rectangle 16">
            <a:extLst>
              <a:ext uri="{FF2B5EF4-FFF2-40B4-BE49-F238E27FC236}">
                <a16:creationId xmlns:a16="http://schemas.microsoft.com/office/drawing/2014/main" id="{54AE5437-EF5B-28FA-2526-D4172FEE5EC1}"/>
              </a:ext>
            </a:extLst>
          </p:cNvPr>
          <p:cNvSpPr>
            <a:spLocks noChangeArrowheads="1"/>
          </p:cNvSpPr>
          <p:nvPr/>
        </p:nvSpPr>
        <p:spPr bwMode="auto">
          <a:xfrm>
            <a:off x="538163" y="2378075"/>
            <a:ext cx="7735887" cy="2728913"/>
          </a:xfrm>
          <a:prstGeom prst="rect">
            <a:avLst/>
          </a:prstGeom>
          <a:noFill/>
          <a:ln w="25400" algn="ctr">
            <a:solidFill>
              <a:srgbClr val="673EC1"/>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
        <p:nvSpPr>
          <p:cNvPr id="755730" name="AutoShape 18">
            <a:extLst>
              <a:ext uri="{FF2B5EF4-FFF2-40B4-BE49-F238E27FC236}">
                <a16:creationId xmlns:a16="http://schemas.microsoft.com/office/drawing/2014/main" id="{DD512F89-B6C6-75CA-8379-9363ED849C0C}"/>
              </a:ext>
            </a:extLst>
          </p:cNvPr>
          <p:cNvSpPr>
            <a:spLocks noChangeArrowheads="1"/>
          </p:cNvSpPr>
          <p:nvPr/>
        </p:nvSpPr>
        <p:spPr bwMode="auto">
          <a:xfrm>
            <a:off x="5095875" y="3098800"/>
            <a:ext cx="4225925" cy="782638"/>
          </a:xfrm>
          <a:prstGeom prst="wedgeRoundRectCallout">
            <a:avLst>
              <a:gd name="adj1" fmla="val -55671"/>
              <a:gd name="adj2" fmla="val 99088"/>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600" dirty="0" err="1">
                <a:latin typeface="+mj-lt"/>
                <a:ea typeface="ＭＳ ゴシック" panose="020B0609070205080204" pitchFamily="49" charset="-128"/>
              </a:rPr>
              <a:t>Vì</a:t>
            </a:r>
            <a:r>
              <a:rPr lang="en-US" altLang="ja-JP" sz="1600" dirty="0">
                <a:latin typeface="+mj-lt"/>
                <a:ea typeface="ＭＳ ゴシック" panose="020B0609070205080204" pitchFamily="49" charset="-128"/>
              </a:rPr>
              <a:t> </a:t>
            </a:r>
            <a:r>
              <a:rPr lang="en-US" altLang="ja-JP" sz="1600" dirty="0" err="1">
                <a:latin typeface="+mj-lt"/>
                <a:ea typeface="ＭＳ ゴシック" panose="020B0609070205080204" pitchFamily="49" charset="-128"/>
              </a:rPr>
              <a:t>không</a:t>
            </a:r>
            <a:r>
              <a:rPr lang="en-US" altLang="ja-JP" sz="1600" dirty="0">
                <a:latin typeface="+mj-lt"/>
                <a:ea typeface="ＭＳ ゴシック" panose="020B0609070205080204" pitchFamily="49" charset="-128"/>
              </a:rPr>
              <a:t> </a:t>
            </a:r>
            <a:r>
              <a:rPr lang="en-US" altLang="ja-JP" sz="1600" dirty="0" err="1">
                <a:latin typeface="+mj-lt"/>
                <a:ea typeface="ＭＳ ゴシック" panose="020B0609070205080204" pitchFamily="49" charset="-128"/>
              </a:rPr>
              <a:t>có</a:t>
            </a:r>
            <a:r>
              <a:rPr lang="en-US" altLang="ja-JP" sz="1600" dirty="0">
                <a:latin typeface="+mj-lt"/>
                <a:ea typeface="ＭＳ ゴシック" panose="020B0609070205080204" pitchFamily="49" charset="-128"/>
              </a:rPr>
              <a:t> </a:t>
            </a:r>
            <a:r>
              <a:rPr lang="en-US" altLang="ja-JP" sz="1600" dirty="0" err="1">
                <a:latin typeface="+mj-lt"/>
                <a:ea typeface="ＭＳ ゴシック" panose="020B0609070205080204" pitchFamily="49" charset="-128"/>
              </a:rPr>
              <a:t>câu</a:t>
            </a:r>
            <a:r>
              <a:rPr lang="en-US" altLang="ja-JP" sz="1600" dirty="0">
                <a:latin typeface="+mj-lt"/>
                <a:ea typeface="ＭＳ ゴシック" panose="020B0609070205080204" pitchFamily="49" charset="-128"/>
              </a:rPr>
              <a:t> </a:t>
            </a:r>
            <a:r>
              <a:rPr lang="en-US" altLang="ja-JP" sz="1600" dirty="0" err="1">
                <a:latin typeface="+mj-lt"/>
                <a:ea typeface="ＭＳ ゴシック" panose="020B0609070205080204" pitchFamily="49" charset="-128"/>
              </a:rPr>
              <a:t>lệnh</a:t>
            </a:r>
            <a:r>
              <a:rPr lang="en-US" altLang="ja-JP" sz="1600" dirty="0">
                <a:latin typeface="+mj-lt"/>
                <a:ea typeface="ＭＳ ゴシック" panose="020B0609070205080204" pitchFamily="49" charset="-128"/>
              </a:rPr>
              <a:t> break </a:t>
            </a:r>
            <a:r>
              <a:rPr lang="en-US" altLang="ja-JP" sz="1600" dirty="0" err="1">
                <a:latin typeface="+mj-lt"/>
                <a:ea typeface="ＭＳ ゴシック" panose="020B0609070205080204" pitchFamily="49" charset="-128"/>
              </a:rPr>
              <a:t>nên</a:t>
            </a:r>
            <a:r>
              <a:rPr lang="en-US" altLang="ja-JP" sz="1600" dirty="0">
                <a:latin typeface="+mj-lt"/>
                <a:ea typeface="ＭＳ ゴシック" panose="020B0609070205080204" pitchFamily="49" charset="-128"/>
              </a:rPr>
              <a:t> </a:t>
            </a:r>
            <a:r>
              <a:rPr lang="en-US" altLang="ja-JP" sz="1600" dirty="0" err="1">
                <a:latin typeface="+mj-lt"/>
                <a:ea typeface="ＭＳ ゴシック" panose="020B0609070205080204" pitchFamily="49" charset="-128"/>
              </a:rPr>
              <a:t>sẽ</a:t>
            </a:r>
            <a:r>
              <a:rPr lang="en-US" altLang="ja-JP" sz="1600" dirty="0">
                <a:latin typeface="+mj-lt"/>
                <a:ea typeface="ＭＳ ゴシック" panose="020B0609070205080204" pitchFamily="49" charset="-128"/>
              </a:rPr>
              <a:t> </a:t>
            </a:r>
            <a:r>
              <a:rPr lang="en-US" altLang="ja-JP" sz="1600" dirty="0" err="1">
                <a:latin typeface="+mj-lt"/>
                <a:ea typeface="ＭＳ ゴシック" panose="020B0609070205080204" pitchFamily="49" charset="-128"/>
              </a:rPr>
              <a:t>tiếp</a:t>
            </a:r>
            <a:r>
              <a:rPr lang="en-US" altLang="ja-JP" sz="1600" dirty="0">
                <a:latin typeface="+mj-lt"/>
                <a:ea typeface="ＭＳ ゴシック" panose="020B0609070205080204" pitchFamily="49" charset="-128"/>
              </a:rPr>
              <a:t> </a:t>
            </a:r>
            <a:r>
              <a:rPr lang="en-US" altLang="ja-JP" sz="1600" dirty="0" err="1">
                <a:latin typeface="+mj-lt"/>
                <a:ea typeface="ＭＳ ゴシック" panose="020B0609070205080204" pitchFamily="49" charset="-128"/>
              </a:rPr>
              <a:t>tục</a:t>
            </a:r>
            <a:r>
              <a:rPr lang="en-US" altLang="ja-JP" sz="1600" dirty="0">
                <a:latin typeface="+mj-lt"/>
                <a:ea typeface="ＭＳ ゴシック" panose="020B0609070205080204" pitchFamily="49" charset="-128"/>
              </a:rPr>
              <a:t> </a:t>
            </a:r>
            <a:r>
              <a:rPr lang="en-US" altLang="ja-JP" sz="1600" dirty="0" err="1">
                <a:latin typeface="+mj-lt"/>
                <a:ea typeface="ＭＳ ゴシック" panose="020B0609070205080204" pitchFamily="49" charset="-128"/>
              </a:rPr>
              <a:t>thực</a:t>
            </a:r>
            <a:r>
              <a:rPr lang="en-US" altLang="ja-JP" sz="1600" dirty="0">
                <a:latin typeface="+mj-lt"/>
                <a:ea typeface="ＭＳ ゴシック" panose="020B0609070205080204" pitchFamily="49" charset="-128"/>
              </a:rPr>
              <a:t> </a:t>
            </a:r>
            <a:r>
              <a:rPr lang="en-US" altLang="ja-JP" sz="1600" dirty="0" err="1">
                <a:latin typeface="+mj-lt"/>
                <a:ea typeface="ＭＳ ゴシック" panose="020B0609070205080204" pitchFamily="49" charset="-128"/>
              </a:rPr>
              <a:t>hiện</a:t>
            </a:r>
            <a:r>
              <a:rPr lang="en-US" altLang="ja-JP" sz="1600" dirty="0">
                <a:latin typeface="+mj-lt"/>
                <a:ea typeface="ＭＳ ゴシック" panose="020B0609070205080204" pitchFamily="49" charset="-128"/>
              </a:rPr>
              <a:t> </a:t>
            </a:r>
            <a:r>
              <a:rPr lang="en-US" altLang="ja-JP" sz="1600" dirty="0" err="1">
                <a:latin typeface="+mj-lt"/>
                <a:ea typeface="ＭＳ ゴシック" panose="020B0609070205080204" pitchFamily="49" charset="-128"/>
              </a:rPr>
              <a:t>xử</a:t>
            </a:r>
            <a:r>
              <a:rPr lang="en-US" altLang="ja-JP" sz="1600" dirty="0">
                <a:latin typeface="+mj-lt"/>
                <a:ea typeface="ＭＳ ゴシック" panose="020B0609070205080204" pitchFamily="49" charset="-128"/>
              </a:rPr>
              <a:t> </a:t>
            </a:r>
            <a:r>
              <a:rPr lang="en-US" altLang="ja-JP" sz="1600" dirty="0" err="1">
                <a:latin typeface="+mj-lt"/>
                <a:ea typeface="ＭＳ ゴシック" panose="020B0609070205080204" pitchFamily="49" charset="-128"/>
              </a:rPr>
              <a:t>lý</a:t>
            </a:r>
            <a:r>
              <a:rPr lang="en-US" altLang="ja-JP" sz="1600" dirty="0">
                <a:latin typeface="+mj-lt"/>
                <a:ea typeface="ＭＳ ゴシック" panose="020B0609070205080204" pitchFamily="49" charset="-128"/>
              </a:rPr>
              <a:t> </a:t>
            </a:r>
            <a:r>
              <a:rPr lang="en-US" altLang="ja-JP" sz="1600" dirty="0" err="1">
                <a:latin typeface="+mj-lt"/>
                <a:ea typeface="ＭＳ ゴシック" panose="020B0609070205080204" pitchFamily="49" charset="-128"/>
              </a:rPr>
              <a:t>phía</a:t>
            </a:r>
            <a:r>
              <a:rPr lang="en-US" altLang="ja-JP" sz="1600" dirty="0">
                <a:latin typeface="+mj-lt"/>
                <a:ea typeface="ＭＳ ゴシック" panose="020B0609070205080204" pitchFamily="49" charset="-128"/>
              </a:rPr>
              <a:t> </a:t>
            </a:r>
            <a:r>
              <a:rPr lang="en-US" altLang="ja-JP" sz="1600" dirty="0" err="1">
                <a:latin typeface="+mj-lt"/>
                <a:ea typeface="ＭＳ ゴシック" panose="020B0609070205080204" pitchFamily="49" charset="-128"/>
              </a:rPr>
              <a:t>sau</a:t>
            </a:r>
            <a:r>
              <a:rPr lang="en-US" altLang="ja-JP" sz="1600" dirty="0">
                <a:latin typeface="+mj-lt"/>
                <a:ea typeface="ＭＳ ゴシック" panose="020B0609070205080204" pitchFamily="49" charset="-128"/>
              </a:rPr>
              <a:t> </a:t>
            </a:r>
            <a:r>
              <a:rPr lang="en-US" altLang="ja-JP" sz="1600" dirty="0" err="1">
                <a:latin typeface="+mj-lt"/>
                <a:ea typeface="ＭＳ ゴシック" panose="020B0609070205080204" pitchFamily="49" charset="-128"/>
              </a:rPr>
              <a:t>lable</a:t>
            </a:r>
            <a:r>
              <a:rPr lang="en-US" altLang="ja-JP" sz="1600" dirty="0">
                <a:latin typeface="+mj-lt"/>
                <a:ea typeface="ＭＳ ゴシック" panose="020B0609070205080204" pitchFamily="49" charset="-128"/>
              </a:rPr>
              <a:t> case </a:t>
            </a:r>
            <a:r>
              <a:rPr lang="en-US" altLang="ja-JP" sz="1600" dirty="0" err="1">
                <a:latin typeface="+mj-lt"/>
                <a:ea typeface="ＭＳ ゴシック" panose="020B0609070205080204" pitchFamily="49" charset="-128"/>
              </a:rPr>
              <a:t>thỏa</a:t>
            </a:r>
            <a:r>
              <a:rPr lang="en-US" altLang="ja-JP" sz="1600" dirty="0">
                <a:latin typeface="+mj-lt"/>
                <a:ea typeface="ＭＳ ゴシック" panose="020B0609070205080204" pitchFamily="49" charset="-128"/>
              </a:rPr>
              <a:t> </a:t>
            </a:r>
            <a:r>
              <a:rPr lang="en-US" altLang="ja-JP" sz="1600" dirty="0" err="1">
                <a:latin typeface="+mj-lt"/>
                <a:ea typeface="ＭＳ ゴシック" panose="020B0609070205080204" pitchFamily="49" charset="-128"/>
              </a:rPr>
              <a:t>mãn</a:t>
            </a:r>
            <a:r>
              <a:rPr lang="en-US" altLang="ja-JP" sz="1600" dirty="0">
                <a:latin typeface="+mj-lt"/>
                <a:ea typeface="ＭＳ ゴシック" panose="020B0609070205080204" pitchFamily="49" charset="-128"/>
              </a:rPr>
              <a:t>.</a:t>
            </a:r>
            <a:endParaRPr lang="en-US" altLang="ja-JP" sz="1600" dirty="0">
              <a:latin typeface="+mj-lt"/>
            </a:endParaRPr>
          </a:p>
        </p:txBody>
      </p:sp>
      <p:sp>
        <p:nvSpPr>
          <p:cNvPr id="755739" name="Text Box 27">
            <a:extLst>
              <a:ext uri="{FF2B5EF4-FFF2-40B4-BE49-F238E27FC236}">
                <a16:creationId xmlns:a16="http://schemas.microsoft.com/office/drawing/2014/main" id="{339E3581-57FE-DD83-2137-4AB22849ADF8}"/>
              </a:ext>
            </a:extLst>
          </p:cNvPr>
          <p:cNvSpPr txBox="1">
            <a:spLocks noChangeArrowheads="1"/>
          </p:cNvSpPr>
          <p:nvPr/>
        </p:nvSpPr>
        <p:spPr bwMode="auto">
          <a:xfrm>
            <a:off x="441325" y="5903913"/>
            <a:ext cx="9069388" cy="687387"/>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10238" tIns="20478" rIns="10238" bIns="10238"/>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19367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3200"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sz="1800" b="0" dirty="0">
                <a:latin typeface="+mj-lt"/>
                <a:ea typeface="ＭＳ ゴシック" panose="020B0609070205080204" pitchFamily="49" charset="-128"/>
              </a:rPr>
              <a:t>2</a:t>
            </a:r>
          </a:p>
          <a:p>
            <a:pPr lvl="1" algn="just"/>
            <a:r>
              <a:rPr lang="en-US" altLang="ja-JP" sz="1800" b="0" dirty="0" err="1">
                <a:latin typeface="+mj-lt"/>
                <a:ea typeface="ＭＳ ゴシック" panose="020B0609070205080204" pitchFamily="49" charset="-128"/>
              </a:rPr>
              <a:t>Khác</a:t>
            </a:r>
            <a:r>
              <a:rPr lang="en-US" altLang="ja-JP" sz="1800" b="0" dirty="0">
                <a:latin typeface="+mj-lt"/>
                <a:ea typeface="ＭＳ ゴシック" panose="020B0609070205080204" pitchFamily="49" charset="-128"/>
              </a:rPr>
              <a:t> 1</a:t>
            </a:r>
            <a:r>
              <a:rPr lang="ja-JP" altLang="en-US" sz="1800" b="0" dirty="0">
                <a:latin typeface="+mj-lt"/>
                <a:ea typeface="ＭＳ ゴシック" panose="020B0609070205080204" pitchFamily="49" charset="-128"/>
              </a:rPr>
              <a:t>、</a:t>
            </a:r>
            <a:r>
              <a:rPr lang="en-US" altLang="ja-JP" sz="1800" b="0" dirty="0">
                <a:latin typeface="+mj-lt"/>
                <a:ea typeface="ＭＳ ゴシック" panose="020B0609070205080204" pitchFamily="49" charset="-128"/>
              </a:rPr>
              <a:t>2</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8E09F0FB-CA41-8AC1-C7C4-6E5A70C702E8}"/>
              </a:ext>
            </a:extLst>
          </p:cNvPr>
          <p:cNvSpPr>
            <a:spLocks noGrp="1"/>
          </p:cNvSpPr>
          <p:nvPr>
            <p:ph type="sldNum" sz="quarter" idx="10"/>
          </p:nvPr>
        </p:nvSpPr>
        <p:spPr/>
        <p:txBody>
          <a:bodyPr/>
          <a:lstStyle/>
          <a:p>
            <a:fld id="{77966452-4169-40EF-B1DF-224F0E7F5FDF}" type="slidenum">
              <a:rPr lang="en-US" altLang="ja-JP"/>
              <a:pPr/>
              <a:t>42</a:t>
            </a:fld>
            <a:endParaRPr lang="en-US" altLang="ja-JP"/>
          </a:p>
        </p:txBody>
      </p:sp>
      <p:sp>
        <p:nvSpPr>
          <p:cNvPr id="736258" name="Rectangle 2">
            <a:extLst>
              <a:ext uri="{FF2B5EF4-FFF2-40B4-BE49-F238E27FC236}">
                <a16:creationId xmlns:a16="http://schemas.microsoft.com/office/drawing/2014/main" id="{73280CA0-F04D-4416-DC35-CBDC6306957B}"/>
              </a:ext>
            </a:extLst>
          </p:cNvPr>
          <p:cNvSpPr>
            <a:spLocks noGrp="1" noChangeArrowheads="1"/>
          </p:cNvSpPr>
          <p:nvPr>
            <p:ph type="title"/>
          </p:nvPr>
        </p:nvSpPr>
        <p:spPr>
          <a:xfrm>
            <a:off x="313476" y="300831"/>
            <a:ext cx="9217025" cy="490537"/>
          </a:xfrm>
        </p:spPr>
        <p:txBody>
          <a:bodyPr>
            <a:normAutofit fontScale="90000"/>
          </a:bodyPr>
          <a:lstStyle/>
          <a:p>
            <a:r>
              <a:rPr lang="en-US" altLang="ja-JP" dirty="0" err="1">
                <a:latin typeface="MS UI Gothic" panose="020B0600070205080204" pitchFamily="50" charset="-128"/>
                <a:ea typeface="MS UI Gothic" panose="020B0600070205080204" pitchFamily="50" charset="-128"/>
              </a:rPr>
              <a:t>Điều</a:t>
            </a:r>
            <a:r>
              <a:rPr lang="en-US" altLang="ja-JP" dirty="0">
                <a:latin typeface="MS UI Gothic" panose="020B0600070205080204" pitchFamily="50" charset="-128"/>
                <a:ea typeface="MS UI Gothic" panose="020B0600070205080204" pitchFamily="50" charset="-128"/>
              </a:rPr>
              <a:t> </a:t>
            </a:r>
            <a:r>
              <a:rPr lang="en-US" altLang="ja-JP" dirty="0" err="1">
                <a:latin typeface="MS UI Gothic" panose="020B0600070205080204" pitchFamily="50" charset="-128"/>
                <a:ea typeface="MS UI Gothic" panose="020B0600070205080204" pitchFamily="50" charset="-128"/>
              </a:rPr>
              <a:t>kiện</a:t>
            </a:r>
            <a:r>
              <a:rPr lang="en-US" altLang="ja-JP" dirty="0">
                <a:latin typeface="MS UI Gothic" panose="020B0600070205080204" pitchFamily="50" charset="-128"/>
                <a:ea typeface="MS UI Gothic" panose="020B0600070205080204" pitchFamily="50" charset="-128"/>
              </a:rPr>
              <a:t> </a:t>
            </a:r>
            <a:r>
              <a:rPr lang="en-US" altLang="ja-JP" dirty="0">
                <a:latin typeface="ＭＳ ゴシック" panose="020B0609070205080204" pitchFamily="49" charset="-128"/>
                <a:ea typeface="ＭＳ ゴシック" panose="020B0609070205080204" pitchFamily="49" charset="-128"/>
              </a:rPr>
              <a:t>OR </a:t>
            </a:r>
            <a:r>
              <a:rPr lang="en-US" altLang="ja-JP" dirty="0" err="1">
                <a:latin typeface="ＭＳ ゴシック" panose="020B0609070205080204" pitchFamily="49" charset="-128"/>
                <a:ea typeface="ＭＳ ゴシック" panose="020B0609070205080204" pitchFamily="49" charset="-128"/>
              </a:rPr>
              <a:t>và</a:t>
            </a:r>
            <a:r>
              <a:rPr lang="en-US" altLang="ja-JP" dirty="0">
                <a:latin typeface="ＭＳ ゴシック" panose="020B0609070205080204" pitchFamily="49" charset="-128"/>
                <a:ea typeface="ＭＳ ゴシック" panose="020B0609070205080204" pitchFamily="49" charset="-128"/>
              </a:rPr>
              <a:t> </a:t>
            </a:r>
            <a:r>
              <a:rPr lang="en-US" altLang="ja-JP" dirty="0" err="1">
                <a:latin typeface="ＭＳ ゴシック" panose="020B0609070205080204" pitchFamily="49" charset="-128"/>
                <a:ea typeface="ＭＳ ゴシック" panose="020B0609070205080204" pitchFamily="49" charset="-128"/>
              </a:rPr>
              <a:t>câu</a:t>
            </a:r>
            <a:r>
              <a:rPr lang="en-US" altLang="ja-JP" dirty="0">
                <a:latin typeface="ＭＳ ゴシック" panose="020B0609070205080204" pitchFamily="49" charset="-128"/>
                <a:ea typeface="ＭＳ ゴシック" panose="020B0609070205080204" pitchFamily="49" charset="-128"/>
              </a:rPr>
              <a:t> </a:t>
            </a:r>
            <a:r>
              <a:rPr lang="en-US" altLang="ja-JP" dirty="0" err="1">
                <a:latin typeface="ＭＳ ゴシック" panose="020B0609070205080204" pitchFamily="49" charset="-128"/>
                <a:ea typeface="ＭＳ ゴシック" panose="020B0609070205080204" pitchFamily="49" charset="-128"/>
              </a:rPr>
              <a:t>lệnh</a:t>
            </a:r>
            <a:r>
              <a:rPr lang="en-US" altLang="ja-JP" dirty="0">
                <a:latin typeface="ＭＳ ゴシック" panose="020B0609070205080204" pitchFamily="49" charset="-128"/>
                <a:ea typeface="ＭＳ ゴシック" panose="020B0609070205080204" pitchFamily="49" charset="-128"/>
              </a:rPr>
              <a:t> switch </a:t>
            </a:r>
            <a:r>
              <a:rPr lang="ja-JP" altLang="en-US" dirty="0">
                <a:latin typeface="MS UI Gothic" panose="020B0600070205080204" pitchFamily="50" charset="-128"/>
                <a:ea typeface="MS UI Gothic" panose="020B0600070205080204" pitchFamily="50" charset="-128"/>
              </a:rPr>
              <a:t>（</a:t>
            </a:r>
            <a:r>
              <a:rPr lang="en-US" altLang="ja-JP" dirty="0">
                <a:latin typeface="MS UI Gothic" panose="020B0600070205080204" pitchFamily="50" charset="-128"/>
                <a:ea typeface="MS UI Gothic" panose="020B0600070205080204" pitchFamily="50" charset="-128"/>
              </a:rPr>
              <a:t>1</a:t>
            </a:r>
            <a:r>
              <a:rPr lang="ja-JP" altLang="en-US" dirty="0">
                <a:latin typeface="MS UI Gothic" panose="020B0600070205080204" pitchFamily="50" charset="-128"/>
                <a:ea typeface="MS UI Gothic" panose="020B0600070205080204" pitchFamily="50" charset="-128"/>
              </a:rPr>
              <a:t>）</a:t>
            </a:r>
          </a:p>
        </p:txBody>
      </p:sp>
      <p:sp>
        <p:nvSpPr>
          <p:cNvPr id="736259" name="Rectangle 3">
            <a:extLst>
              <a:ext uri="{FF2B5EF4-FFF2-40B4-BE49-F238E27FC236}">
                <a16:creationId xmlns:a16="http://schemas.microsoft.com/office/drawing/2014/main" id="{8C4DAC36-D80C-ED7C-86F5-C1EF0B1450B5}"/>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736260" name="Rectangle 4">
            <a:extLst>
              <a:ext uri="{FF2B5EF4-FFF2-40B4-BE49-F238E27FC236}">
                <a16:creationId xmlns:a16="http://schemas.microsoft.com/office/drawing/2014/main" id="{7CAE4D6E-33D4-A03C-649F-A7F3B1B71E28}"/>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ea typeface="ＭＳ ゴシック" panose="020B0609070205080204" pitchFamily="49" charset="-128"/>
              </a:rPr>
              <a:t>Điều kiện OR và câu lệnh switch</a:t>
            </a:r>
            <a:endParaRPr lang="en-US" altLang="ja-JP" sz="2400" b="0">
              <a:latin typeface="Arial" panose="020B0604020202020204" pitchFamily="34" charset="0"/>
            </a:endParaRPr>
          </a:p>
          <a:p>
            <a:pPr>
              <a:spcBef>
                <a:spcPct val="50000"/>
              </a:spcBef>
              <a:buFont typeface="Wingdings" panose="05000000000000000000" pitchFamily="2" charset="2"/>
              <a:buNone/>
            </a:pPr>
            <a:r>
              <a:rPr lang="en-US" altLang="ja-JP" sz="2000" b="0">
                <a:latin typeface="Arial" panose="020B0604020202020204" pitchFamily="34" charset="0"/>
              </a:rPr>
              <a:t>●Cú pháp cơ bản</a:t>
            </a:r>
            <a:endParaRPr lang="en-US" altLang="ja-JP" sz="2400" b="0">
              <a:latin typeface="Arial" panose="020B0604020202020204" pitchFamily="34" charset="0"/>
            </a:endParaRPr>
          </a:p>
          <a:p>
            <a:pPr lvl="1"/>
            <a:endParaRPr lang="en-US" altLang="ja-JP" sz="2400" b="0">
              <a:latin typeface="Arial" panose="020B0604020202020204" pitchFamily="34" charset="0"/>
            </a:endParaRPr>
          </a:p>
        </p:txBody>
      </p:sp>
      <p:grpSp>
        <p:nvGrpSpPr>
          <p:cNvPr id="736276" name="Group 20">
            <a:extLst>
              <a:ext uri="{FF2B5EF4-FFF2-40B4-BE49-F238E27FC236}">
                <a16:creationId xmlns:a16="http://schemas.microsoft.com/office/drawing/2014/main" id="{CD05250D-B289-772E-6F12-79C739F80E62}"/>
              </a:ext>
            </a:extLst>
          </p:cNvPr>
          <p:cNvGrpSpPr>
            <a:grpSpLocks/>
          </p:cNvGrpSpPr>
          <p:nvPr/>
        </p:nvGrpSpPr>
        <p:grpSpPr bwMode="auto">
          <a:xfrm>
            <a:off x="342900" y="1878013"/>
            <a:ext cx="9121775" cy="4105275"/>
            <a:chOff x="216" y="1183"/>
            <a:chExt cx="5746" cy="2586"/>
          </a:xfrm>
        </p:grpSpPr>
        <p:sp>
          <p:nvSpPr>
            <p:cNvPr id="736262" name="Text Box 6">
              <a:extLst>
                <a:ext uri="{FF2B5EF4-FFF2-40B4-BE49-F238E27FC236}">
                  <a16:creationId xmlns:a16="http://schemas.microsoft.com/office/drawing/2014/main" id="{C57E19C9-6A31-2AA7-635D-4A9F5ABBC957}"/>
                </a:ext>
              </a:extLst>
            </p:cNvPr>
            <p:cNvSpPr txBox="1">
              <a:spLocks noChangeArrowheads="1"/>
            </p:cNvSpPr>
            <p:nvPr/>
          </p:nvSpPr>
          <p:spPr bwMode="auto">
            <a:xfrm>
              <a:off x="217" y="1183"/>
              <a:ext cx="5745" cy="1628"/>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nchor="ctr"/>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en-US" altLang="ja-JP" sz="2000">
                  <a:ea typeface="ＭＳ ゴシック" panose="020B0609070205080204" pitchFamily="49" charset="-128"/>
                </a:rPr>
                <a:t>switch (Giá trị hoặc biểu thức muốn đánh giá) {</a:t>
              </a:r>
            </a:p>
            <a:p>
              <a:pPr lvl="1" algn="just">
                <a:lnSpc>
                  <a:spcPct val="112000"/>
                </a:lnSpc>
              </a:pPr>
              <a:r>
                <a:rPr lang="en-US" altLang="ja-JP" sz="2000">
                  <a:ea typeface="ＭＳ ゴシック" panose="020B0609070205080204" pitchFamily="49" charset="-128"/>
                </a:rPr>
                <a:t>    case Biểu thức hằng số </a:t>
              </a:r>
              <a:r>
                <a:rPr lang="en-US" altLang="ja-JP" sz="2000">
                  <a:ea typeface="MS UI Gothic" panose="020B0600070205080204" pitchFamily="50" charset="-128"/>
                </a:rPr>
                <a:t>1</a:t>
              </a:r>
              <a:r>
                <a:rPr lang="en-US" altLang="ja-JP" sz="2000">
                  <a:ea typeface="ＭＳ ゴシック" panose="020B0609070205080204" pitchFamily="49" charset="-128"/>
                </a:rPr>
                <a:t>:</a:t>
              </a:r>
            </a:p>
            <a:p>
              <a:pPr lvl="1" algn="just">
                <a:lnSpc>
                  <a:spcPct val="112000"/>
                </a:lnSpc>
              </a:pPr>
              <a:r>
                <a:rPr lang="ja-JP" altLang="en-US" sz="2000">
                  <a:ea typeface="ＭＳ ゴシック" panose="020B0609070205080204" pitchFamily="49" charset="-128"/>
                </a:rPr>
                <a:t>　</a:t>
              </a:r>
              <a:r>
                <a:rPr lang="en-US" altLang="ja-JP" sz="2000">
                  <a:ea typeface="ＭＳ ゴシック" panose="020B0609070205080204" pitchFamily="49" charset="-128"/>
                </a:rPr>
                <a:t>case </a:t>
              </a:r>
              <a:r>
                <a:rPr lang="en-US" altLang="ja-JP" sz="2000">
                  <a:ea typeface="MS UI Gothic" panose="020B0600070205080204" pitchFamily="50" charset="-128"/>
                </a:rPr>
                <a:t>Biểu thức hằng số</a:t>
              </a:r>
              <a:r>
                <a:rPr lang="en-US" altLang="ja-JP">
                  <a:ea typeface="MS UI Gothic" panose="020B0600070205080204" pitchFamily="50" charset="-128"/>
                </a:rPr>
                <a:t>  </a:t>
              </a:r>
              <a:r>
                <a:rPr lang="en-US" altLang="ja-JP" sz="2000">
                  <a:ea typeface="MS UI Gothic" panose="020B0600070205080204" pitchFamily="50" charset="-128"/>
                </a:rPr>
                <a:t>2</a:t>
              </a:r>
              <a:r>
                <a:rPr lang="en-US" altLang="ja-JP" sz="2000">
                  <a:ea typeface="ＭＳ ゴシック" panose="020B0609070205080204" pitchFamily="49" charset="-128"/>
                </a:rPr>
                <a:t>:</a:t>
              </a:r>
            </a:p>
            <a:p>
              <a:pPr lvl="1" algn="just">
                <a:lnSpc>
                  <a:spcPct val="112000"/>
                </a:lnSpc>
              </a:pPr>
              <a:r>
                <a:rPr lang="ja-JP" altLang="en-US" sz="2000">
                  <a:ea typeface="ＭＳ ゴシック" panose="020B0609070205080204" pitchFamily="49" charset="-128"/>
                </a:rPr>
                <a:t>　　　　：</a:t>
              </a:r>
            </a:p>
            <a:p>
              <a:pPr lvl="1" algn="just">
                <a:lnSpc>
                  <a:spcPct val="112000"/>
                </a:lnSpc>
              </a:pPr>
              <a:r>
                <a:rPr lang="ja-JP" altLang="en-US" sz="2000">
                  <a:ea typeface="ＭＳ ゴシック" panose="020B0609070205080204" pitchFamily="49" charset="-128"/>
                </a:rPr>
                <a:t>    </a:t>
              </a:r>
              <a:r>
                <a:rPr lang="en-US" altLang="ja-JP" sz="2000">
                  <a:ea typeface="ＭＳ ゴシック" panose="020B0609070205080204" pitchFamily="49" charset="-128"/>
                </a:rPr>
                <a:t>case Biểu thức hằng số n:</a:t>
              </a:r>
            </a:p>
            <a:p>
              <a:pPr lvl="1" algn="just">
                <a:lnSpc>
                  <a:spcPct val="112000"/>
                </a:lnSpc>
              </a:pPr>
              <a:r>
                <a:rPr lang="en-US" altLang="ja-JP" sz="2000">
                  <a:ea typeface="ＭＳ ゴシック" panose="020B0609070205080204" pitchFamily="49" charset="-128"/>
                </a:rPr>
                <a:t>        Giá trị hoặc biểu thức muốn đánh giá bằng biểu thức hằng số</a:t>
              </a:r>
              <a:endParaRPr lang="en-US" altLang="ja-JP" sz="2000">
                <a:ea typeface="MS UI Gothic" panose="020B0600070205080204" pitchFamily="50" charset="-128"/>
              </a:endParaRPr>
            </a:p>
            <a:p>
              <a:pPr lvl="1" algn="just">
                <a:lnSpc>
                  <a:spcPct val="112000"/>
                </a:lnSpc>
              </a:pPr>
              <a:r>
                <a:rPr lang="en-US" altLang="ja-JP" sz="2000">
                  <a:ea typeface="ＭＳ ゴシック" panose="020B0609070205080204" pitchFamily="49" charset="-128"/>
                </a:rPr>
                <a:t>}</a:t>
              </a:r>
            </a:p>
          </p:txBody>
        </p:sp>
        <p:sp>
          <p:nvSpPr>
            <p:cNvPr id="736263" name="Rectangle 7">
              <a:extLst>
                <a:ext uri="{FF2B5EF4-FFF2-40B4-BE49-F238E27FC236}">
                  <a16:creationId xmlns:a16="http://schemas.microsoft.com/office/drawing/2014/main" id="{4E2689D4-0A70-17A2-E4D3-D6FC0AFE39D9}"/>
                </a:ext>
              </a:extLst>
            </p:cNvPr>
            <p:cNvSpPr>
              <a:spLocks noChangeArrowheads="1"/>
            </p:cNvSpPr>
            <p:nvPr/>
          </p:nvSpPr>
          <p:spPr bwMode="auto">
            <a:xfrm>
              <a:off x="507" y="1474"/>
              <a:ext cx="2179" cy="855"/>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
          <p:nvSpPr>
            <p:cNvPr id="736269" name="AutoShape 13">
              <a:extLst>
                <a:ext uri="{FF2B5EF4-FFF2-40B4-BE49-F238E27FC236}">
                  <a16:creationId xmlns:a16="http://schemas.microsoft.com/office/drawing/2014/main" id="{4F55944F-A9D0-EEAC-DCAE-C8657455AA96}"/>
                </a:ext>
              </a:extLst>
            </p:cNvPr>
            <p:cNvSpPr>
              <a:spLocks noChangeArrowheads="1"/>
            </p:cNvSpPr>
            <p:nvPr/>
          </p:nvSpPr>
          <p:spPr bwMode="auto">
            <a:xfrm>
              <a:off x="2858" y="1541"/>
              <a:ext cx="2907" cy="531"/>
            </a:xfrm>
            <a:prstGeom prst="wedgeRoundRectCallout">
              <a:avLst>
                <a:gd name="adj1" fmla="val -62593"/>
                <a:gd name="adj2" fmla="val 15537"/>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nchor="ctr"/>
            <a:lstStyle/>
            <a:p>
              <a:pPr algn="ctr"/>
              <a:r>
                <a:rPr lang="en-US" altLang="ja-JP" sz="1600" dirty="0" err="1">
                  <a:latin typeface="+mj-lt"/>
                  <a:ea typeface="ＭＳ ゴシック" panose="020B0609070205080204" pitchFamily="49" charset="-128"/>
                </a:rPr>
                <a:t>Chỉ</a:t>
              </a:r>
              <a:r>
                <a:rPr lang="en-US" altLang="ja-JP" sz="1600" dirty="0">
                  <a:latin typeface="+mj-lt"/>
                  <a:ea typeface="ＭＳ ゴシック" panose="020B0609070205080204" pitchFamily="49" charset="-128"/>
                </a:rPr>
                <a:t> </a:t>
              </a:r>
              <a:r>
                <a:rPr lang="en-US" altLang="ja-JP" sz="1600" dirty="0" err="1">
                  <a:latin typeface="+mj-lt"/>
                  <a:ea typeface="ＭＳ ゴシック" panose="020B0609070205080204" pitchFamily="49" charset="-128"/>
                </a:rPr>
                <a:t>định</a:t>
              </a:r>
              <a:r>
                <a:rPr lang="en-US" altLang="ja-JP" sz="1600" dirty="0">
                  <a:latin typeface="+mj-lt"/>
                  <a:ea typeface="ＭＳ ゴシック" panose="020B0609070205080204" pitchFamily="49" charset="-128"/>
                </a:rPr>
                <a:t> </a:t>
              </a:r>
              <a:r>
                <a:rPr lang="en-US" altLang="ja-JP" sz="1600" dirty="0" err="1">
                  <a:latin typeface="+mj-lt"/>
                  <a:ea typeface="ＭＳ ゴシック" panose="020B0609070205080204" pitchFamily="49" charset="-128"/>
                </a:rPr>
                <a:t>liên</a:t>
              </a:r>
              <a:r>
                <a:rPr lang="en-US" altLang="ja-JP" sz="1600" dirty="0">
                  <a:latin typeface="+mj-lt"/>
                  <a:ea typeface="ＭＳ ゴシック" panose="020B0609070205080204" pitchFamily="49" charset="-128"/>
                </a:rPr>
                <a:t> </a:t>
              </a:r>
              <a:r>
                <a:rPr lang="en-US" altLang="ja-JP" sz="1600" dirty="0" err="1">
                  <a:latin typeface="+mj-lt"/>
                  <a:ea typeface="ＭＳ ゴシック" panose="020B0609070205080204" pitchFamily="49" charset="-128"/>
                </a:rPr>
                <a:t>tục</a:t>
              </a:r>
              <a:r>
                <a:rPr lang="en-US" altLang="ja-JP" sz="1600" dirty="0">
                  <a:latin typeface="+mj-lt"/>
                  <a:ea typeface="ＭＳ ゴシック" panose="020B0609070205080204" pitchFamily="49" charset="-128"/>
                </a:rPr>
                <a:t> case </a:t>
              </a:r>
              <a:r>
                <a:rPr lang="en-US" altLang="ja-JP" sz="1600" dirty="0" err="1">
                  <a:latin typeface="+mj-lt"/>
                  <a:ea typeface="ＭＳ ゴシック" panose="020B0609070205080204" pitchFamily="49" charset="-128"/>
                </a:rPr>
                <a:t>biểu</a:t>
              </a:r>
              <a:r>
                <a:rPr lang="en-US" altLang="ja-JP" sz="1600" dirty="0">
                  <a:latin typeface="+mj-lt"/>
                  <a:ea typeface="ＭＳ ゴシック" panose="020B0609070205080204" pitchFamily="49" charset="-128"/>
                </a:rPr>
                <a:t> </a:t>
              </a:r>
              <a:r>
                <a:rPr lang="en-US" altLang="ja-JP" sz="1600" dirty="0" err="1">
                  <a:latin typeface="+mj-lt"/>
                  <a:ea typeface="ＭＳ ゴシック" panose="020B0609070205080204" pitchFamily="49" charset="-128"/>
                </a:rPr>
                <a:t>thức</a:t>
              </a:r>
              <a:r>
                <a:rPr lang="en-US" altLang="ja-JP" sz="1600" dirty="0">
                  <a:latin typeface="+mj-lt"/>
                  <a:ea typeface="ＭＳ ゴシック" panose="020B0609070205080204" pitchFamily="49" charset="-128"/>
                </a:rPr>
                <a:t> </a:t>
              </a:r>
              <a:r>
                <a:rPr lang="en-US" altLang="ja-JP" sz="1600" dirty="0" err="1">
                  <a:latin typeface="+mj-lt"/>
                  <a:ea typeface="ＭＳ ゴシック" panose="020B0609070205080204" pitchFamily="49" charset="-128"/>
                </a:rPr>
                <a:t>hằng</a:t>
              </a:r>
              <a:r>
                <a:rPr lang="en-US" altLang="ja-JP" sz="1600" dirty="0">
                  <a:latin typeface="+mj-lt"/>
                  <a:ea typeface="ＭＳ ゴシック" panose="020B0609070205080204" pitchFamily="49" charset="-128"/>
                </a:rPr>
                <a:t> </a:t>
              </a:r>
              <a:r>
                <a:rPr lang="en-US" altLang="ja-JP" sz="1600" dirty="0" err="1">
                  <a:latin typeface="+mj-lt"/>
                  <a:ea typeface="ＭＳ ゴシック" panose="020B0609070205080204" pitchFamily="49" charset="-128"/>
                </a:rPr>
                <a:t>số</a:t>
              </a:r>
              <a:r>
                <a:rPr lang="ja-JP" altLang="en-US" sz="1600" dirty="0">
                  <a:latin typeface="+mj-lt"/>
                  <a:ea typeface="ＭＳ ゴシック" panose="020B0609070205080204" pitchFamily="49" charset="-128"/>
                </a:rPr>
                <a:t>：</a:t>
              </a:r>
              <a:br>
                <a:rPr lang="ja-JP" altLang="en-US" sz="1600" dirty="0">
                  <a:latin typeface="+mj-lt"/>
                </a:rPr>
              </a:br>
              <a:r>
                <a:rPr lang="ja-JP" altLang="en-US" sz="1600" dirty="0">
                  <a:latin typeface="+mj-lt"/>
                </a:rPr>
                <a:t>　 </a:t>
              </a:r>
              <a:r>
                <a:rPr lang="en-US" altLang="ja-JP" sz="1600" dirty="0" err="1">
                  <a:latin typeface="+mj-lt"/>
                </a:rPr>
                <a:t>Điều</a:t>
              </a:r>
              <a:r>
                <a:rPr lang="en-US" altLang="ja-JP" sz="1600" dirty="0">
                  <a:latin typeface="+mj-lt"/>
                </a:rPr>
                <a:t> </a:t>
              </a:r>
              <a:r>
                <a:rPr lang="en-US" altLang="ja-JP" sz="1600" dirty="0" err="1">
                  <a:latin typeface="+mj-lt"/>
                </a:rPr>
                <a:t>kiện</a:t>
              </a:r>
              <a:r>
                <a:rPr lang="en-US" altLang="ja-JP" sz="1600" dirty="0">
                  <a:latin typeface="+mj-lt"/>
                </a:rPr>
                <a:t> </a:t>
              </a:r>
              <a:r>
                <a:rPr lang="en-US" altLang="ja-JP" sz="1600" dirty="0">
                  <a:latin typeface="+mj-lt"/>
                  <a:ea typeface="ＭＳ ゴシック" panose="020B0609070205080204" pitchFamily="49" charset="-128"/>
                </a:rPr>
                <a:t>OR</a:t>
              </a:r>
            </a:p>
          </p:txBody>
        </p:sp>
        <p:sp>
          <p:nvSpPr>
            <p:cNvPr id="736270" name="AutoShape 14">
              <a:extLst>
                <a:ext uri="{FF2B5EF4-FFF2-40B4-BE49-F238E27FC236}">
                  <a16:creationId xmlns:a16="http://schemas.microsoft.com/office/drawing/2014/main" id="{2D77CBF2-27BF-0CE4-6111-1E26DA109E93}"/>
                </a:ext>
              </a:extLst>
            </p:cNvPr>
            <p:cNvSpPr>
              <a:spLocks noChangeArrowheads="1"/>
            </p:cNvSpPr>
            <p:nvPr/>
          </p:nvSpPr>
          <p:spPr bwMode="auto">
            <a:xfrm>
              <a:off x="3668" y="1836"/>
              <a:ext cx="294" cy="134"/>
            </a:xfrm>
            <a:prstGeom prst="rightArrow">
              <a:avLst>
                <a:gd name="adj1" fmla="val 50000"/>
                <a:gd name="adj2" fmla="val 54851"/>
              </a:avLst>
            </a:prstGeom>
            <a:solidFill>
              <a:srgbClr val="0000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36273" name="AutoShape 17">
              <a:extLst>
                <a:ext uri="{FF2B5EF4-FFF2-40B4-BE49-F238E27FC236}">
                  <a16:creationId xmlns:a16="http://schemas.microsoft.com/office/drawing/2014/main" id="{FE371AEB-4894-201E-F93E-368DBFB1A2E4}"/>
                </a:ext>
              </a:extLst>
            </p:cNvPr>
            <p:cNvSpPr>
              <a:spLocks noChangeArrowheads="1"/>
            </p:cNvSpPr>
            <p:nvPr/>
          </p:nvSpPr>
          <p:spPr bwMode="auto">
            <a:xfrm>
              <a:off x="216" y="3260"/>
              <a:ext cx="4064" cy="509"/>
            </a:xfrm>
            <a:prstGeom prst="wedgeRoundRectCallout">
              <a:avLst>
                <a:gd name="adj1" fmla="val -35162"/>
                <a:gd name="adj2" fmla="val -192042"/>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nchor="ctr"/>
            <a:lstStyle/>
            <a:p>
              <a:pPr algn="ctr"/>
              <a:r>
                <a:rPr lang="en-US" altLang="ja-JP" sz="1800" dirty="0" err="1">
                  <a:latin typeface="+mj-lt"/>
                  <a:ea typeface="ＭＳ ゴシック" panose="020B0609070205080204" pitchFamily="49" charset="-128"/>
                </a:rPr>
                <a:t>Tùy</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theo</a:t>
              </a:r>
              <a:r>
                <a:rPr lang="en-US" altLang="ja-JP" sz="1800" dirty="0">
                  <a:latin typeface="+mj-lt"/>
                  <a:ea typeface="ＭＳ ゴシック" panose="020B0609070205080204" pitchFamily="49" charset="-128"/>
                </a:rPr>
                <a:t> case, </a:t>
              </a:r>
              <a:r>
                <a:rPr lang="en-US" altLang="ja-JP" sz="1800" dirty="0" err="1">
                  <a:latin typeface="+mj-lt"/>
                  <a:ea typeface="ＭＳ ゴシック" panose="020B0609070205080204" pitchFamily="49" charset="-128"/>
                </a:rPr>
                <a:t>có</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thể</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tồn</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tại</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cả</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loại</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có</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chỉ</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định</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câu</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lệnh</a:t>
              </a:r>
              <a:r>
                <a:rPr lang="en-US" altLang="ja-JP" sz="1800" dirty="0">
                  <a:latin typeface="+mj-lt"/>
                  <a:ea typeface="ＭＳ ゴシック" panose="020B0609070205080204" pitchFamily="49" charset="-128"/>
                </a:rPr>
                <a:t> break </a:t>
              </a:r>
              <a:r>
                <a:rPr lang="en-US" altLang="ja-JP" sz="1800" dirty="0" err="1">
                  <a:latin typeface="+mj-lt"/>
                  <a:ea typeface="ＭＳ ゴシック" panose="020B0609070205080204" pitchFamily="49" charset="-128"/>
                </a:rPr>
                <a:t>và</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loại</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không</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chỉ</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định</a:t>
              </a:r>
              <a:endParaRPr lang="en-US" altLang="ja-JP" sz="1800" dirty="0">
                <a:latin typeface="+mj-lt"/>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FAD71E8C-E0D8-B0A4-669D-BA7FA724F9E4}"/>
              </a:ext>
            </a:extLst>
          </p:cNvPr>
          <p:cNvSpPr>
            <a:spLocks noGrp="1"/>
          </p:cNvSpPr>
          <p:nvPr>
            <p:ph type="sldNum" sz="quarter" idx="10"/>
          </p:nvPr>
        </p:nvSpPr>
        <p:spPr/>
        <p:txBody>
          <a:bodyPr/>
          <a:lstStyle/>
          <a:p>
            <a:fld id="{0D20841B-5F1E-438B-986E-AF5C89AC559E}" type="slidenum">
              <a:rPr lang="en-US" altLang="ja-JP"/>
              <a:pPr/>
              <a:t>43</a:t>
            </a:fld>
            <a:endParaRPr lang="en-US" altLang="ja-JP"/>
          </a:p>
        </p:txBody>
      </p:sp>
      <p:sp>
        <p:nvSpPr>
          <p:cNvPr id="759810" name="Rectangle 2">
            <a:extLst>
              <a:ext uri="{FF2B5EF4-FFF2-40B4-BE49-F238E27FC236}">
                <a16:creationId xmlns:a16="http://schemas.microsoft.com/office/drawing/2014/main" id="{D6E08F58-F28A-F377-B10F-B8600CBB6227}"/>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ea typeface="ＭＳ ゴシック" panose="020B0609070205080204" pitchFamily="49" charset="-128"/>
              </a:rPr>
              <a:t>Điều kiện OR và câu lệnh switch</a:t>
            </a:r>
            <a:endParaRPr lang="en-US" altLang="ja-JP" sz="2400" b="0">
              <a:latin typeface="Arial" panose="020B0604020202020204" pitchFamily="34" charset="0"/>
            </a:endParaRPr>
          </a:p>
          <a:p>
            <a:pPr>
              <a:buFont typeface="Wingdings" panose="05000000000000000000" pitchFamily="2" charset="2"/>
              <a:buNone/>
            </a:pPr>
            <a:r>
              <a:rPr lang="en-US" altLang="ja-JP" sz="2000" b="0">
                <a:latin typeface="Arial" panose="020B0604020202020204" pitchFamily="34" charset="0"/>
              </a:rPr>
              <a:t>●Ví dụ</a:t>
            </a:r>
            <a:r>
              <a:rPr lang="ja-JP" altLang="en-US" sz="2000" b="0">
                <a:latin typeface="Arial" panose="020B0604020202020204" pitchFamily="34" charset="0"/>
              </a:rPr>
              <a:t>： </a:t>
            </a:r>
            <a:r>
              <a:rPr lang="en-US" altLang="ja-JP" sz="2000" b="0">
                <a:latin typeface="Arial" panose="020B0604020202020204" pitchFamily="34" charset="0"/>
              </a:rPr>
              <a:t>Nếu </a:t>
            </a:r>
            <a:r>
              <a:rPr lang="ja-JP" altLang="en-US" sz="2000" b="0">
                <a:latin typeface="Arial" panose="020B0604020202020204" pitchFamily="34" charset="0"/>
              </a:rPr>
              <a:t>ｘ </a:t>
            </a:r>
            <a:r>
              <a:rPr lang="en-US" altLang="ja-JP" sz="2000" b="0">
                <a:latin typeface="Arial" panose="020B0604020202020204" pitchFamily="34" charset="0"/>
              </a:rPr>
              <a:t>là </a:t>
            </a:r>
            <a:r>
              <a:rPr lang="ja-JP" altLang="en-US" sz="2000" b="0">
                <a:latin typeface="Arial" panose="020B0604020202020204" pitchFamily="34" charset="0"/>
              </a:rPr>
              <a:t>１ </a:t>
            </a:r>
            <a:r>
              <a:rPr lang="en-US" altLang="ja-JP" sz="2000" b="0">
                <a:latin typeface="Arial" panose="020B0604020202020204" pitchFamily="34" charset="0"/>
              </a:rPr>
              <a:t>hoặc </a:t>
            </a:r>
            <a:r>
              <a:rPr lang="ja-JP" altLang="en-US" sz="2000" b="0">
                <a:latin typeface="Arial" panose="020B0604020202020204" pitchFamily="34" charset="0"/>
              </a:rPr>
              <a:t>２ </a:t>
            </a:r>
            <a:r>
              <a:rPr lang="en-US" altLang="ja-JP" sz="2000" b="0">
                <a:latin typeface="Arial" panose="020B0604020202020204" pitchFamily="34" charset="0"/>
              </a:rPr>
              <a:t>thì sẽ hiển thị là </a:t>
            </a:r>
            <a:r>
              <a:rPr lang="ja-JP" altLang="en-US" sz="2000" b="0">
                <a:latin typeface="Arial" panose="020B0604020202020204" pitchFamily="34" charset="0"/>
              </a:rPr>
              <a:t>「</a:t>
            </a:r>
            <a:r>
              <a:rPr lang="en-US" altLang="ja-JP" sz="2000" b="0">
                <a:latin typeface="Arial" panose="020B0604020202020204" pitchFamily="34" charset="0"/>
              </a:rPr>
              <a:t>Là 1 hoặc </a:t>
            </a:r>
            <a:r>
              <a:rPr lang="ja-JP" altLang="en-US" sz="2000" b="0">
                <a:latin typeface="Arial" panose="020B0604020202020204" pitchFamily="34" charset="0"/>
              </a:rPr>
              <a:t>２」</a:t>
            </a:r>
          </a:p>
          <a:p>
            <a:pPr>
              <a:buFont typeface="Wingdings" panose="05000000000000000000" pitchFamily="2" charset="2"/>
              <a:buNone/>
            </a:pPr>
            <a:endParaRPr lang="ja-JP" altLang="en-US" sz="2000" b="0">
              <a:latin typeface="Arial" panose="020B0604020202020204" pitchFamily="34" charset="0"/>
            </a:endParaRPr>
          </a:p>
          <a:p>
            <a:pPr>
              <a:buFont typeface="Wingdings" panose="05000000000000000000" pitchFamily="2" charset="2"/>
              <a:buNone/>
            </a:pPr>
            <a:endParaRPr lang="ja-JP" altLang="en-US" sz="2000" b="0">
              <a:latin typeface="Arial" panose="020B0604020202020204" pitchFamily="34" charset="0"/>
            </a:endParaRPr>
          </a:p>
          <a:p>
            <a:pPr>
              <a:buFont typeface="Wingdings" panose="05000000000000000000" pitchFamily="2" charset="2"/>
              <a:buNone/>
            </a:pPr>
            <a:endParaRPr lang="ja-JP" altLang="en-US" sz="2000" b="0">
              <a:latin typeface="Arial" panose="020B0604020202020204" pitchFamily="34" charset="0"/>
            </a:endParaRPr>
          </a:p>
          <a:p>
            <a:pPr>
              <a:buFont typeface="Wingdings" panose="05000000000000000000" pitchFamily="2" charset="2"/>
              <a:buNone/>
            </a:pPr>
            <a:endParaRPr lang="ja-JP" altLang="en-US" sz="2000" b="0">
              <a:latin typeface="Arial" panose="020B0604020202020204" pitchFamily="34" charset="0"/>
            </a:endParaRPr>
          </a:p>
          <a:p>
            <a:pPr>
              <a:buFont typeface="Wingdings" panose="05000000000000000000" pitchFamily="2" charset="2"/>
              <a:buNone/>
            </a:pPr>
            <a:endParaRPr lang="ja-JP" altLang="en-US" sz="2000" b="0">
              <a:latin typeface="Arial" panose="020B0604020202020204" pitchFamily="34" charset="0"/>
            </a:endParaRPr>
          </a:p>
          <a:p>
            <a:pPr>
              <a:buFont typeface="Wingdings" panose="05000000000000000000" pitchFamily="2" charset="2"/>
              <a:buNone/>
            </a:pPr>
            <a:endParaRPr lang="ja-JP" altLang="en-US" sz="2000" b="0">
              <a:latin typeface="Arial" panose="020B0604020202020204" pitchFamily="34" charset="0"/>
            </a:endParaRPr>
          </a:p>
          <a:p>
            <a:pPr>
              <a:buFont typeface="Wingdings" panose="05000000000000000000" pitchFamily="2" charset="2"/>
              <a:buNone/>
            </a:pPr>
            <a:endParaRPr lang="ja-JP" altLang="en-US" sz="2000" b="0">
              <a:latin typeface="Arial" panose="020B0604020202020204" pitchFamily="34" charset="0"/>
            </a:endParaRPr>
          </a:p>
          <a:p>
            <a:pPr>
              <a:buFont typeface="Wingdings" panose="05000000000000000000" pitchFamily="2" charset="2"/>
              <a:buNone/>
            </a:pPr>
            <a:endParaRPr lang="ja-JP" altLang="en-US" sz="2000" b="0">
              <a:latin typeface="Arial" panose="020B0604020202020204" pitchFamily="34" charset="0"/>
            </a:endParaRPr>
          </a:p>
          <a:p>
            <a:pPr>
              <a:buFont typeface="Wingdings" panose="05000000000000000000" pitchFamily="2" charset="2"/>
              <a:buNone/>
            </a:pPr>
            <a:endParaRPr lang="ja-JP" altLang="en-US" sz="2000" b="0">
              <a:latin typeface="Arial" panose="020B0604020202020204" pitchFamily="34" charset="0"/>
            </a:endParaRPr>
          </a:p>
          <a:p>
            <a:pPr>
              <a:buFont typeface="Wingdings" panose="05000000000000000000" pitchFamily="2" charset="2"/>
              <a:buNone/>
            </a:pPr>
            <a:endParaRPr lang="ja-JP" altLang="en-US" sz="2000" b="0">
              <a:latin typeface="Arial" panose="020B0604020202020204" pitchFamily="34" charset="0"/>
            </a:endParaRPr>
          </a:p>
          <a:p>
            <a:pPr>
              <a:buFont typeface="Wingdings" panose="05000000000000000000" pitchFamily="2" charset="2"/>
              <a:buNone/>
            </a:pPr>
            <a:endParaRPr lang="ja-JP" altLang="en-US" sz="2000" b="0">
              <a:latin typeface="Arial" panose="020B0604020202020204" pitchFamily="34" charset="0"/>
            </a:endParaRPr>
          </a:p>
          <a:p>
            <a:pPr>
              <a:buFont typeface="Wingdings" panose="05000000000000000000" pitchFamily="2" charset="2"/>
              <a:buNone/>
            </a:pPr>
            <a:endParaRPr lang="ja-JP" altLang="en-US" sz="2000" b="0">
              <a:latin typeface="Arial" panose="020B0604020202020204" pitchFamily="34" charset="0"/>
            </a:endParaRPr>
          </a:p>
          <a:p>
            <a:pPr>
              <a:buFont typeface="Wingdings" panose="05000000000000000000" pitchFamily="2" charset="2"/>
              <a:buNone/>
            </a:pPr>
            <a:r>
              <a:rPr lang="ja-JP" altLang="en-US" sz="2000" b="0">
                <a:latin typeface="Arial" panose="020B0604020202020204" pitchFamily="34" charset="0"/>
              </a:rPr>
              <a:t>●</a:t>
            </a:r>
            <a:r>
              <a:rPr lang="en-US" altLang="ja-JP" sz="2000" b="0">
                <a:latin typeface="Arial" panose="020B0604020202020204" pitchFamily="34" charset="0"/>
              </a:rPr>
              <a:t>Ví dụ thực hiện</a:t>
            </a:r>
          </a:p>
        </p:txBody>
      </p:sp>
      <p:sp>
        <p:nvSpPr>
          <p:cNvPr id="759811" name="Rectangle 3">
            <a:extLst>
              <a:ext uri="{FF2B5EF4-FFF2-40B4-BE49-F238E27FC236}">
                <a16:creationId xmlns:a16="http://schemas.microsoft.com/office/drawing/2014/main" id="{E809D975-A203-2CE7-81B0-44534D10433A}"/>
              </a:ext>
            </a:extLst>
          </p:cNvPr>
          <p:cNvSpPr>
            <a:spLocks noGrp="1" noChangeArrowheads="1"/>
          </p:cNvSpPr>
          <p:nvPr>
            <p:ph type="title"/>
          </p:nvPr>
        </p:nvSpPr>
        <p:spPr>
          <a:xfrm>
            <a:off x="412656" y="337148"/>
            <a:ext cx="9217025" cy="490537"/>
          </a:xfrm>
        </p:spPr>
        <p:txBody>
          <a:bodyPr>
            <a:normAutofit fontScale="90000"/>
          </a:bodyPr>
          <a:lstStyle/>
          <a:p>
            <a:r>
              <a:rPr lang="en-US" altLang="ja-JP" dirty="0" err="1">
                <a:latin typeface="Arial" panose="020B0604020202020204" pitchFamily="34" charset="0"/>
                <a:ea typeface="MS UI Gothic" panose="020B0600070205080204" pitchFamily="50" charset="-128"/>
              </a:rPr>
              <a:t>Điều</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kiện</a:t>
            </a:r>
            <a:r>
              <a:rPr lang="en-US" altLang="ja-JP" dirty="0">
                <a:latin typeface="Arial" panose="020B0604020202020204" pitchFamily="34" charset="0"/>
                <a:ea typeface="MS UI Gothic" panose="020B0600070205080204" pitchFamily="50" charset="-128"/>
              </a:rPr>
              <a:t> OR </a:t>
            </a:r>
            <a:r>
              <a:rPr lang="en-US" altLang="ja-JP" dirty="0" err="1">
                <a:latin typeface="Arial" panose="020B0604020202020204" pitchFamily="34" charset="0"/>
                <a:ea typeface="MS UI Gothic" panose="020B0600070205080204" pitchFamily="50" charset="-128"/>
              </a:rPr>
              <a:t>và</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câu</a:t>
            </a:r>
            <a:r>
              <a:rPr lang="en-US" altLang="ja-JP" dirty="0">
                <a:latin typeface="Arial" panose="020B0604020202020204" pitchFamily="34" charset="0"/>
                <a:ea typeface="MS UI Gothic" panose="020B0600070205080204" pitchFamily="50" charset="-128"/>
              </a:rPr>
              <a:t> switch </a:t>
            </a:r>
            <a:r>
              <a:rPr lang="en-US" altLang="en-US" dirty="0">
                <a:latin typeface="Arial" panose="020B0604020202020204" pitchFamily="34" charset="0"/>
                <a:ea typeface="MS UI Gothic" panose="020B0600070205080204" pitchFamily="50" charset="-128"/>
              </a:rPr>
              <a:t>（</a:t>
            </a:r>
            <a:r>
              <a:rPr lang="en-US" altLang="ja-JP" dirty="0">
                <a:latin typeface="Arial" panose="020B0604020202020204" pitchFamily="34" charset="0"/>
                <a:ea typeface="MS UI Gothic" panose="020B0600070205080204" pitchFamily="50" charset="-128"/>
              </a:rPr>
              <a:t>2</a:t>
            </a:r>
            <a:r>
              <a:rPr lang="en-US" altLang="en-US" dirty="0">
                <a:latin typeface="Arial" panose="020B0604020202020204" pitchFamily="34" charset="0"/>
                <a:ea typeface="MS UI Gothic" panose="020B0600070205080204" pitchFamily="50" charset="-128"/>
              </a:rPr>
              <a:t>）</a:t>
            </a:r>
            <a:endParaRPr lang="ja-JP" altLang="en-US" dirty="0">
              <a:latin typeface="Arial" panose="020B0604020202020204" pitchFamily="34" charset="0"/>
              <a:ea typeface="MS UI Gothic" panose="020B0600070205080204" pitchFamily="50" charset="-128"/>
            </a:endParaRPr>
          </a:p>
        </p:txBody>
      </p:sp>
      <p:sp>
        <p:nvSpPr>
          <p:cNvPr id="759812" name="Rectangle 4">
            <a:extLst>
              <a:ext uri="{FF2B5EF4-FFF2-40B4-BE49-F238E27FC236}">
                <a16:creationId xmlns:a16="http://schemas.microsoft.com/office/drawing/2014/main" id="{5E0A4BD2-237B-2CCB-B865-25811EAE1062}"/>
              </a:ext>
            </a:extLst>
          </p:cNvPr>
          <p:cNvSpPr>
            <a:spLocks noChangeArrowheads="1"/>
          </p:cNvSpPr>
          <p:nvPr/>
        </p:nvSpPr>
        <p:spPr bwMode="auto">
          <a:xfrm>
            <a:off x="4089400" y="6375400"/>
            <a:ext cx="685800" cy="20320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59823" name="Text Box 15">
            <a:extLst>
              <a:ext uri="{FF2B5EF4-FFF2-40B4-BE49-F238E27FC236}">
                <a16:creationId xmlns:a16="http://schemas.microsoft.com/office/drawing/2014/main" id="{34512E49-7752-745E-960F-ED15F53A8891}"/>
              </a:ext>
            </a:extLst>
          </p:cNvPr>
          <p:cNvSpPr txBox="1">
            <a:spLocks noChangeArrowheads="1"/>
          </p:cNvSpPr>
          <p:nvPr/>
        </p:nvSpPr>
        <p:spPr bwMode="auto">
          <a:xfrm>
            <a:off x="441325" y="5954713"/>
            <a:ext cx="9069388" cy="433387"/>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10238" tIns="20478" rIns="10238" bIns="10238"/>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19367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3200"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sz="1800" b="0">
                <a:ea typeface="ＭＳ ゴシック" panose="020B0609070205080204" pitchFamily="49" charset="-128"/>
              </a:rPr>
              <a:t>Là 1 hoặc 2</a:t>
            </a:r>
          </a:p>
        </p:txBody>
      </p:sp>
      <p:sp>
        <p:nvSpPr>
          <p:cNvPr id="759825" name="Rectangle 17">
            <a:extLst>
              <a:ext uri="{FF2B5EF4-FFF2-40B4-BE49-F238E27FC236}">
                <a16:creationId xmlns:a16="http://schemas.microsoft.com/office/drawing/2014/main" id="{25B2D251-4FD7-570F-9ABC-C064BF6545FE}"/>
              </a:ext>
            </a:extLst>
          </p:cNvPr>
          <p:cNvSpPr>
            <a:spLocks noChangeArrowheads="1"/>
          </p:cNvSpPr>
          <p:nvPr/>
        </p:nvSpPr>
        <p:spPr bwMode="auto">
          <a:xfrm>
            <a:off x="5168900" y="5295900"/>
            <a:ext cx="685800" cy="20320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59814" name="Rectangle 6">
            <a:extLst>
              <a:ext uri="{FF2B5EF4-FFF2-40B4-BE49-F238E27FC236}">
                <a16:creationId xmlns:a16="http://schemas.microsoft.com/office/drawing/2014/main" id="{036F2BC5-0E8F-A4D8-3599-961A2CE57CE1}"/>
              </a:ext>
            </a:extLst>
          </p:cNvPr>
          <p:cNvSpPr>
            <a:spLocks noChangeArrowheads="1"/>
          </p:cNvSpPr>
          <p:nvPr/>
        </p:nvSpPr>
        <p:spPr bwMode="auto">
          <a:xfrm>
            <a:off x="395288" y="1598613"/>
            <a:ext cx="9069387" cy="38274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en-US" altLang="ja-JP" sz="1800" b="0">
                <a:latin typeface="Arial" panose="020B0604020202020204" pitchFamily="34" charset="0"/>
                <a:ea typeface="ＭＳ ゴシック" panose="020B0609070205080204" pitchFamily="49" charset="-128"/>
              </a:rPr>
              <a:t> int x = 1;</a:t>
            </a:r>
          </a:p>
          <a:p>
            <a:pPr lvl="1"/>
            <a:r>
              <a:rPr lang="en-US" altLang="ja-JP" sz="1800" b="0">
                <a:latin typeface="Arial" panose="020B0604020202020204" pitchFamily="34" charset="0"/>
                <a:ea typeface="ＭＳ ゴシック" panose="020B0609070205080204" pitchFamily="49" charset="-128"/>
              </a:rPr>
              <a:t> switch  (x) {</a:t>
            </a:r>
          </a:p>
          <a:p>
            <a:pPr lvl="1"/>
            <a:r>
              <a:rPr lang="en-US" altLang="ja-JP" sz="1800" b="0">
                <a:latin typeface="Arial" panose="020B0604020202020204" pitchFamily="34" charset="0"/>
                <a:ea typeface="ＭＳ ゴシック" panose="020B0609070205080204" pitchFamily="49" charset="-128"/>
              </a:rPr>
              <a:t>     case 1:</a:t>
            </a:r>
          </a:p>
          <a:p>
            <a:pPr lvl="1"/>
            <a:r>
              <a:rPr lang="en-US" altLang="ja-JP" sz="1800" b="0">
                <a:latin typeface="Arial" panose="020B0604020202020204" pitchFamily="34" charset="0"/>
                <a:ea typeface="ＭＳ ゴシック" panose="020B0609070205080204" pitchFamily="49" charset="-128"/>
              </a:rPr>
              <a:t>     case 2:</a:t>
            </a:r>
          </a:p>
          <a:p>
            <a:pPr lvl="1"/>
            <a:r>
              <a:rPr lang="en-US" altLang="ja-JP" sz="1800" b="0">
                <a:latin typeface="Arial" panose="020B0604020202020204" pitchFamily="34" charset="0"/>
                <a:ea typeface="ＭＳ ゴシック" panose="020B0609070205080204" pitchFamily="49" charset="-128"/>
              </a:rPr>
              <a:t>         System.out.println(“Là</a:t>
            </a:r>
            <a:r>
              <a:rPr lang="ja-JP" altLang="en-US" sz="1800" b="0">
                <a:latin typeface="Arial" panose="020B0604020202020204" pitchFamily="34" charset="0"/>
                <a:ea typeface="ＭＳ ゴシック" panose="020B0609070205080204" pitchFamily="49" charset="-128"/>
              </a:rPr>
              <a:t>１ </a:t>
            </a:r>
            <a:r>
              <a:rPr lang="en-US" altLang="ja-JP" sz="1800" b="0">
                <a:latin typeface="Arial" panose="020B0604020202020204" pitchFamily="34" charset="0"/>
                <a:ea typeface="ＭＳ ゴシック" panose="020B0609070205080204" pitchFamily="49" charset="-128"/>
              </a:rPr>
              <a:t>hoặc </a:t>
            </a:r>
            <a:r>
              <a:rPr lang="ja-JP" altLang="en-US" sz="1800" b="0">
                <a:latin typeface="Arial" panose="020B0604020202020204" pitchFamily="34" charset="0"/>
                <a:ea typeface="ＭＳ ゴシック" panose="020B0609070205080204" pitchFamily="49" charset="-128"/>
              </a:rPr>
              <a:t>２</a:t>
            </a:r>
            <a:r>
              <a:rPr lang="en-US" altLang="ja-JP" sz="1800" b="0">
                <a:latin typeface="Arial" panose="020B0604020202020204" pitchFamily="34" charset="0"/>
                <a:ea typeface="ＭＳ ゴシック" panose="020B0609070205080204" pitchFamily="49" charset="-128"/>
              </a:rPr>
              <a:t>");</a:t>
            </a:r>
          </a:p>
          <a:p>
            <a:pPr lvl="1"/>
            <a:r>
              <a:rPr lang="en-US" altLang="ja-JP" sz="1800" b="0">
                <a:latin typeface="Arial" panose="020B0604020202020204" pitchFamily="34" charset="0"/>
                <a:ea typeface="ＭＳ ゴシック" panose="020B0609070205080204" pitchFamily="49" charset="-128"/>
              </a:rPr>
              <a:t>         break;</a:t>
            </a:r>
          </a:p>
          <a:p>
            <a:pPr lvl="1"/>
            <a:r>
              <a:rPr lang="en-US" altLang="ja-JP" sz="1800" b="0">
                <a:latin typeface="Arial" panose="020B0604020202020204" pitchFamily="34" charset="0"/>
                <a:ea typeface="ＭＳ ゴシック" panose="020B0609070205080204" pitchFamily="49" charset="-128"/>
              </a:rPr>
              <a:t>     case 3:</a:t>
            </a:r>
          </a:p>
          <a:p>
            <a:pPr lvl="1"/>
            <a:r>
              <a:rPr lang="en-US" altLang="ja-JP" sz="1800" b="0">
                <a:latin typeface="Arial" panose="020B0604020202020204" pitchFamily="34" charset="0"/>
                <a:ea typeface="ＭＳ ゴシック" panose="020B0609070205080204" pitchFamily="49" charset="-128"/>
              </a:rPr>
              <a:t>         System.out.println(“Là 3");</a:t>
            </a:r>
          </a:p>
          <a:p>
            <a:pPr lvl="1"/>
            <a:r>
              <a:rPr lang="en-US" altLang="ja-JP" sz="1800" b="0">
                <a:latin typeface="Arial" panose="020B0604020202020204" pitchFamily="34" charset="0"/>
                <a:ea typeface="ＭＳ ゴシック" panose="020B0609070205080204" pitchFamily="49" charset="-128"/>
              </a:rPr>
              <a:t>         break;</a:t>
            </a:r>
          </a:p>
          <a:p>
            <a:pPr lvl="1"/>
            <a:r>
              <a:rPr lang="en-US" altLang="ja-JP" sz="1800" b="0">
                <a:latin typeface="Arial" panose="020B0604020202020204" pitchFamily="34" charset="0"/>
                <a:ea typeface="ＭＳ ゴシック" panose="020B0609070205080204" pitchFamily="49" charset="-128"/>
              </a:rPr>
              <a:t>     default :</a:t>
            </a:r>
          </a:p>
          <a:p>
            <a:pPr lvl="1"/>
            <a:r>
              <a:rPr lang="en-US" altLang="ja-JP" sz="1800" b="0">
                <a:latin typeface="Arial" panose="020B0604020202020204" pitchFamily="34" charset="0"/>
                <a:ea typeface="ＭＳ ゴシック" panose="020B0609070205080204" pitchFamily="49" charset="-128"/>
              </a:rPr>
              <a:t>         System.out.println(“Khác 1, 2, 3");</a:t>
            </a:r>
          </a:p>
          <a:p>
            <a:pPr lvl="1"/>
            <a:r>
              <a:rPr lang="en-US" altLang="ja-JP" sz="1800" b="0">
                <a:latin typeface="Arial" panose="020B0604020202020204" pitchFamily="34" charset="0"/>
                <a:ea typeface="ＭＳ ゴシック" panose="020B0609070205080204" pitchFamily="49" charset="-128"/>
              </a:rPr>
              <a:t> }</a:t>
            </a:r>
          </a:p>
        </p:txBody>
      </p:sp>
      <p:sp>
        <p:nvSpPr>
          <p:cNvPr id="759815" name="Rectangle 7">
            <a:extLst>
              <a:ext uri="{FF2B5EF4-FFF2-40B4-BE49-F238E27FC236}">
                <a16:creationId xmlns:a16="http://schemas.microsoft.com/office/drawing/2014/main" id="{952170B6-A5D7-2CC5-5939-4323AB2D4112}"/>
              </a:ext>
            </a:extLst>
          </p:cNvPr>
          <p:cNvSpPr>
            <a:spLocks noChangeArrowheads="1"/>
          </p:cNvSpPr>
          <p:nvPr/>
        </p:nvSpPr>
        <p:spPr bwMode="auto">
          <a:xfrm>
            <a:off x="1458913" y="1958975"/>
            <a:ext cx="344487" cy="277813"/>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
        <p:nvSpPr>
          <p:cNvPr id="759816" name="Rectangle 8">
            <a:extLst>
              <a:ext uri="{FF2B5EF4-FFF2-40B4-BE49-F238E27FC236}">
                <a16:creationId xmlns:a16="http://schemas.microsoft.com/office/drawing/2014/main" id="{57814E27-F051-1734-1E80-3EC8520D4A5C}"/>
              </a:ext>
            </a:extLst>
          </p:cNvPr>
          <p:cNvSpPr>
            <a:spLocks noChangeArrowheads="1"/>
          </p:cNvSpPr>
          <p:nvPr/>
        </p:nvSpPr>
        <p:spPr bwMode="auto">
          <a:xfrm>
            <a:off x="817563" y="2289175"/>
            <a:ext cx="5233987" cy="1166813"/>
          </a:xfrm>
          <a:prstGeom prst="rect">
            <a:avLst/>
          </a:prstGeom>
          <a:noFill/>
          <a:ln w="25400" algn="ctr">
            <a:solidFill>
              <a:srgbClr val="FF6600"/>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cxnSp>
        <p:nvCxnSpPr>
          <p:cNvPr id="759817" name="AutoShape 9">
            <a:extLst>
              <a:ext uri="{FF2B5EF4-FFF2-40B4-BE49-F238E27FC236}">
                <a16:creationId xmlns:a16="http://schemas.microsoft.com/office/drawing/2014/main" id="{F565180E-D69A-72A7-534D-69E07E6F7722}"/>
              </a:ext>
            </a:extLst>
          </p:cNvPr>
          <p:cNvCxnSpPr>
            <a:cxnSpLocks noChangeShapeType="1"/>
            <a:stCxn id="759815" idx="1"/>
            <a:endCxn id="759818" idx="1"/>
          </p:cNvCxnSpPr>
          <p:nvPr/>
        </p:nvCxnSpPr>
        <p:spPr bwMode="auto">
          <a:xfrm rot="10800000" flipV="1">
            <a:off x="1066800" y="2098675"/>
            <a:ext cx="379413" cy="498475"/>
          </a:xfrm>
          <a:prstGeom prst="curvedConnector3">
            <a:avLst>
              <a:gd name="adj1" fmla="val 160250"/>
            </a:avLst>
          </a:prstGeom>
          <a:noFill/>
          <a:ln w="25400">
            <a:solidFill>
              <a:srgbClr val="3FB007"/>
            </a:solidFill>
            <a:prstDash val="sysDot"/>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9818" name="Rectangle 10">
            <a:extLst>
              <a:ext uri="{FF2B5EF4-FFF2-40B4-BE49-F238E27FC236}">
                <a16:creationId xmlns:a16="http://schemas.microsoft.com/office/drawing/2014/main" id="{2FED0753-4AAB-6615-0555-F9A546B700C2}"/>
              </a:ext>
            </a:extLst>
          </p:cNvPr>
          <p:cNvSpPr>
            <a:spLocks noChangeArrowheads="1"/>
          </p:cNvSpPr>
          <p:nvPr/>
        </p:nvSpPr>
        <p:spPr bwMode="auto">
          <a:xfrm>
            <a:off x="1066800" y="2476500"/>
            <a:ext cx="825500" cy="24130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59819" name="Line 11">
            <a:extLst>
              <a:ext uri="{FF2B5EF4-FFF2-40B4-BE49-F238E27FC236}">
                <a16:creationId xmlns:a16="http://schemas.microsoft.com/office/drawing/2014/main" id="{D95E61CC-6584-3897-8A48-C78B67585897}"/>
              </a:ext>
            </a:extLst>
          </p:cNvPr>
          <p:cNvSpPr>
            <a:spLocks noChangeShapeType="1"/>
          </p:cNvSpPr>
          <p:nvPr/>
        </p:nvSpPr>
        <p:spPr bwMode="auto">
          <a:xfrm>
            <a:off x="1016000" y="2819400"/>
            <a:ext cx="0" cy="558800"/>
          </a:xfrm>
          <a:prstGeom prst="line">
            <a:avLst/>
          </a:prstGeom>
          <a:noFill/>
          <a:ln w="25400">
            <a:solidFill>
              <a:srgbClr val="3FB007"/>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59820" name="Rectangle 12">
            <a:extLst>
              <a:ext uri="{FF2B5EF4-FFF2-40B4-BE49-F238E27FC236}">
                <a16:creationId xmlns:a16="http://schemas.microsoft.com/office/drawing/2014/main" id="{AE260B93-04ED-865F-F09E-20D9A253C83C}"/>
              </a:ext>
            </a:extLst>
          </p:cNvPr>
          <p:cNvSpPr>
            <a:spLocks noChangeArrowheads="1"/>
          </p:cNvSpPr>
          <p:nvPr/>
        </p:nvSpPr>
        <p:spPr bwMode="auto">
          <a:xfrm>
            <a:off x="1447800" y="4254500"/>
            <a:ext cx="838200" cy="33020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59821" name="Rectangle 13">
            <a:extLst>
              <a:ext uri="{FF2B5EF4-FFF2-40B4-BE49-F238E27FC236}">
                <a16:creationId xmlns:a16="http://schemas.microsoft.com/office/drawing/2014/main" id="{9A6F7A69-BC8D-65BD-5798-148588B979CB}"/>
              </a:ext>
            </a:extLst>
          </p:cNvPr>
          <p:cNvSpPr>
            <a:spLocks noChangeArrowheads="1"/>
          </p:cNvSpPr>
          <p:nvPr/>
        </p:nvSpPr>
        <p:spPr bwMode="auto">
          <a:xfrm>
            <a:off x="538163" y="1958975"/>
            <a:ext cx="7735887" cy="3340100"/>
          </a:xfrm>
          <a:prstGeom prst="rect">
            <a:avLst/>
          </a:prstGeom>
          <a:noFill/>
          <a:ln w="25400" algn="ctr">
            <a:solidFill>
              <a:srgbClr val="673EC1"/>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
        <p:nvSpPr>
          <p:cNvPr id="759822" name="AutoShape 14">
            <a:extLst>
              <a:ext uri="{FF2B5EF4-FFF2-40B4-BE49-F238E27FC236}">
                <a16:creationId xmlns:a16="http://schemas.microsoft.com/office/drawing/2014/main" id="{E9CB8D47-7A35-BCE8-E45D-5FA8BE3B43FF}"/>
              </a:ext>
            </a:extLst>
          </p:cNvPr>
          <p:cNvSpPr>
            <a:spLocks noChangeArrowheads="1"/>
          </p:cNvSpPr>
          <p:nvPr/>
        </p:nvSpPr>
        <p:spPr bwMode="auto">
          <a:xfrm>
            <a:off x="2759075" y="1778000"/>
            <a:ext cx="4225925" cy="782638"/>
          </a:xfrm>
          <a:prstGeom prst="wedgeRoundRectCallout">
            <a:avLst>
              <a:gd name="adj1" fmla="val -65287"/>
              <a:gd name="adj2" fmla="val 47162"/>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err="1">
                <a:latin typeface="+mj-lt"/>
                <a:ea typeface="ＭＳ ゴシック" panose="020B0609070205080204" pitchFamily="49" charset="-128"/>
              </a:rPr>
              <a:t>Nếu</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thỏa</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mãn</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một</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trong</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số</a:t>
            </a:r>
            <a:r>
              <a:rPr lang="en-US" altLang="ja-JP" sz="1800" dirty="0">
                <a:latin typeface="+mj-lt"/>
                <a:ea typeface="ＭＳ ゴシック" panose="020B0609070205080204" pitchFamily="49" charset="-128"/>
              </a:rPr>
              <a:t> case label </a:t>
            </a:r>
            <a:r>
              <a:rPr lang="en-US" altLang="ja-JP" sz="1800" dirty="0" err="1">
                <a:latin typeface="+mj-lt"/>
                <a:ea typeface="ＭＳ ゴシック" panose="020B0609070205080204" pitchFamily="49" charset="-128"/>
              </a:rPr>
              <a:t>liên</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tục</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thì</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sẽ</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thực</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hiện</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xử</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lý</a:t>
            </a:r>
            <a:endParaRPr lang="en-US" altLang="ja-JP" sz="1800" dirty="0">
              <a:latin typeface="+mj-lt"/>
            </a:endParaRPr>
          </a:p>
        </p:txBody>
      </p:sp>
      <p:sp>
        <p:nvSpPr>
          <p:cNvPr id="759824" name="Rectangle 16">
            <a:extLst>
              <a:ext uri="{FF2B5EF4-FFF2-40B4-BE49-F238E27FC236}">
                <a16:creationId xmlns:a16="http://schemas.microsoft.com/office/drawing/2014/main" id="{23222B97-B0C6-44CC-EF58-A5E08AFF9C11}"/>
              </a:ext>
            </a:extLst>
          </p:cNvPr>
          <p:cNvSpPr>
            <a:spLocks noChangeArrowheads="1"/>
          </p:cNvSpPr>
          <p:nvPr/>
        </p:nvSpPr>
        <p:spPr bwMode="auto">
          <a:xfrm>
            <a:off x="1625600" y="3149600"/>
            <a:ext cx="838200" cy="33020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cxnSp>
        <p:nvCxnSpPr>
          <p:cNvPr id="759826" name="AutoShape 18">
            <a:extLst>
              <a:ext uri="{FF2B5EF4-FFF2-40B4-BE49-F238E27FC236}">
                <a16:creationId xmlns:a16="http://schemas.microsoft.com/office/drawing/2014/main" id="{4FB17773-3791-F660-6A23-477B181E4658}"/>
              </a:ext>
            </a:extLst>
          </p:cNvPr>
          <p:cNvCxnSpPr>
            <a:cxnSpLocks noChangeShapeType="1"/>
            <a:stCxn id="759824" idx="3"/>
            <a:endCxn id="759825" idx="0"/>
          </p:cNvCxnSpPr>
          <p:nvPr/>
        </p:nvCxnSpPr>
        <p:spPr bwMode="auto">
          <a:xfrm>
            <a:off x="2463800" y="3314700"/>
            <a:ext cx="3048000" cy="1981200"/>
          </a:xfrm>
          <a:prstGeom prst="curvedConnector2">
            <a:avLst/>
          </a:prstGeom>
          <a:noFill/>
          <a:ln w="25400">
            <a:solidFill>
              <a:srgbClr val="3FB007"/>
            </a:solidFill>
            <a:prstDash val="sysDot"/>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9827" name="AutoShape 19">
            <a:extLst>
              <a:ext uri="{FF2B5EF4-FFF2-40B4-BE49-F238E27FC236}">
                <a16:creationId xmlns:a16="http://schemas.microsoft.com/office/drawing/2014/main" id="{0DCFF0A8-F9BF-D754-12CF-3EF240384ED9}"/>
              </a:ext>
            </a:extLst>
          </p:cNvPr>
          <p:cNvSpPr>
            <a:spLocks noChangeArrowheads="1"/>
          </p:cNvSpPr>
          <p:nvPr/>
        </p:nvSpPr>
        <p:spPr bwMode="auto">
          <a:xfrm>
            <a:off x="5370513" y="3595688"/>
            <a:ext cx="2797175" cy="782637"/>
          </a:xfrm>
          <a:prstGeom prst="wedgeRoundRectCallout">
            <a:avLst>
              <a:gd name="adj1" fmla="val -105222"/>
              <a:gd name="adj2" fmla="val -53042"/>
              <a:gd name="adj3" fmla="val 16667"/>
            </a:avLst>
          </a:prstGeom>
          <a:solidFill>
            <a:srgbClr val="CCFFCC"/>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err="1">
                <a:latin typeface="+mj-lt"/>
                <a:ea typeface="ＭＳ ゴシック" panose="020B0609070205080204" pitchFamily="49" charset="-128"/>
              </a:rPr>
              <a:t>Kết</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thúc</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câu</a:t>
            </a:r>
            <a:r>
              <a:rPr lang="en-US" altLang="ja-JP" sz="1800" dirty="0">
                <a:latin typeface="+mj-lt"/>
                <a:ea typeface="ＭＳ ゴシック" panose="020B0609070205080204" pitchFamily="49" charset="-128"/>
              </a:rPr>
              <a:t> </a:t>
            </a:r>
            <a:br>
              <a:rPr lang="en-US" altLang="ja-JP" sz="1800" dirty="0">
                <a:latin typeface="+mj-lt"/>
              </a:rPr>
            </a:br>
            <a:r>
              <a:rPr lang="en-US" altLang="ja-JP" sz="1800" dirty="0">
                <a:latin typeface="+mj-lt"/>
                <a:ea typeface="ＭＳ ゴシック" panose="020B0609070205080204" pitchFamily="49" charset="-128"/>
              </a:rPr>
              <a:t>switch</a:t>
            </a:r>
            <a:r>
              <a:rPr lang="en-US" altLang="ja-JP" sz="1800" dirty="0">
                <a:latin typeface="+mj-lt"/>
              </a:rPr>
              <a:t> </a:t>
            </a:r>
            <a:r>
              <a:rPr lang="en-US" altLang="ja-JP" sz="1800" dirty="0" err="1">
                <a:latin typeface="+mj-lt"/>
              </a:rPr>
              <a:t>bằng</a:t>
            </a:r>
            <a:r>
              <a:rPr lang="en-US" altLang="ja-JP" sz="1800" dirty="0">
                <a:latin typeface="+mj-lt"/>
              </a:rPr>
              <a:t> </a:t>
            </a:r>
            <a:r>
              <a:rPr lang="en-US" altLang="ja-JP" sz="1800" dirty="0" err="1">
                <a:latin typeface="+mj-lt"/>
              </a:rPr>
              <a:t>câu</a:t>
            </a:r>
            <a:r>
              <a:rPr lang="en-US" altLang="ja-JP" sz="1800" dirty="0">
                <a:latin typeface="+mj-lt"/>
              </a:rPr>
              <a:t> break</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5DB3F4E-6C19-F199-D0C4-DE0EDD90E96B}"/>
              </a:ext>
            </a:extLst>
          </p:cNvPr>
          <p:cNvSpPr>
            <a:spLocks noGrp="1"/>
          </p:cNvSpPr>
          <p:nvPr>
            <p:ph type="sldNum" sz="quarter" idx="10"/>
          </p:nvPr>
        </p:nvSpPr>
        <p:spPr bwMode="auto">
          <a:xfrm>
            <a:off x="7616825" y="6381750"/>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ja-JP"/>
            </a:defPPr>
            <a:lvl1pPr algn="r" rtl="0" fontAlgn="base">
              <a:spcBef>
                <a:spcPct val="0"/>
              </a:spcBef>
              <a:spcAft>
                <a:spcPct val="0"/>
              </a:spcAft>
              <a:defRPr kumimoji="1" sz="1400" b="0" kern="1200">
                <a:solidFill>
                  <a:schemeClr val="tx1"/>
                </a:solidFill>
                <a:latin typeface="Arial" panose="020B0604020202020204" pitchFamily="34" charset="0"/>
                <a:ea typeface="+mj-ea"/>
                <a:cs typeface="+mn-cs"/>
              </a:defRPr>
            </a:lvl1pPr>
            <a:lvl2pPr marL="457200" algn="l" rtl="0" fontAlgn="base">
              <a:spcBef>
                <a:spcPct val="0"/>
              </a:spcBef>
              <a:spcAft>
                <a:spcPct val="0"/>
              </a:spcAft>
              <a:defRPr kumimoji="1" sz="1000" b="1" kern="1200">
                <a:solidFill>
                  <a:schemeClr val="tx1"/>
                </a:solidFill>
                <a:latin typeface="Arial" panose="020B0604020202020204" pitchFamily="34" charset="0"/>
                <a:ea typeface="MS UI Gothic" panose="020B0600070205080204" pitchFamily="50" charset="-128"/>
                <a:cs typeface="+mn-cs"/>
              </a:defRPr>
            </a:lvl2pPr>
            <a:lvl3pPr marL="914400" algn="l" rtl="0" fontAlgn="base">
              <a:spcBef>
                <a:spcPct val="0"/>
              </a:spcBef>
              <a:spcAft>
                <a:spcPct val="0"/>
              </a:spcAft>
              <a:defRPr kumimoji="1" sz="1000" b="1" kern="1200">
                <a:solidFill>
                  <a:schemeClr val="tx1"/>
                </a:solidFill>
                <a:latin typeface="Arial" panose="020B0604020202020204" pitchFamily="34" charset="0"/>
                <a:ea typeface="MS UI Gothic" panose="020B0600070205080204" pitchFamily="50" charset="-128"/>
                <a:cs typeface="+mn-cs"/>
              </a:defRPr>
            </a:lvl3pPr>
            <a:lvl4pPr marL="1371600" algn="l" rtl="0" fontAlgn="base">
              <a:spcBef>
                <a:spcPct val="0"/>
              </a:spcBef>
              <a:spcAft>
                <a:spcPct val="0"/>
              </a:spcAft>
              <a:defRPr kumimoji="1" sz="1000" b="1" kern="1200">
                <a:solidFill>
                  <a:schemeClr val="tx1"/>
                </a:solidFill>
                <a:latin typeface="Arial" panose="020B0604020202020204" pitchFamily="34" charset="0"/>
                <a:ea typeface="MS UI Gothic" panose="020B0600070205080204" pitchFamily="50" charset="-128"/>
                <a:cs typeface="+mn-cs"/>
              </a:defRPr>
            </a:lvl4pPr>
            <a:lvl5pPr marL="1828800" algn="l" rtl="0" fontAlgn="base">
              <a:spcBef>
                <a:spcPct val="0"/>
              </a:spcBef>
              <a:spcAft>
                <a:spcPct val="0"/>
              </a:spcAft>
              <a:defRPr kumimoji="1" sz="1000" b="1" kern="1200">
                <a:solidFill>
                  <a:schemeClr val="tx1"/>
                </a:solidFill>
                <a:latin typeface="Arial" panose="020B0604020202020204" pitchFamily="34" charset="0"/>
                <a:ea typeface="MS UI Gothic" panose="020B0600070205080204" pitchFamily="50" charset="-128"/>
                <a:cs typeface="+mn-cs"/>
              </a:defRPr>
            </a:lvl5pPr>
            <a:lvl6pPr marL="2286000" algn="l" defTabSz="914400" rtl="0" eaLnBrk="1" latinLnBrk="0" hangingPunct="1">
              <a:defRPr kumimoji="1" sz="1000" b="1" kern="1200">
                <a:solidFill>
                  <a:schemeClr val="tx1"/>
                </a:solidFill>
                <a:latin typeface="Arial" panose="020B0604020202020204" pitchFamily="34" charset="0"/>
                <a:ea typeface="MS UI Gothic" panose="020B0600070205080204" pitchFamily="50" charset="-128"/>
                <a:cs typeface="+mn-cs"/>
              </a:defRPr>
            </a:lvl6pPr>
            <a:lvl7pPr marL="2743200" algn="l" defTabSz="914400" rtl="0" eaLnBrk="1" latinLnBrk="0" hangingPunct="1">
              <a:defRPr kumimoji="1" sz="1000" b="1" kern="1200">
                <a:solidFill>
                  <a:schemeClr val="tx1"/>
                </a:solidFill>
                <a:latin typeface="Arial" panose="020B0604020202020204" pitchFamily="34" charset="0"/>
                <a:ea typeface="MS UI Gothic" panose="020B0600070205080204" pitchFamily="50" charset="-128"/>
                <a:cs typeface="+mn-cs"/>
              </a:defRPr>
            </a:lvl7pPr>
            <a:lvl8pPr marL="3200400" algn="l" defTabSz="914400" rtl="0" eaLnBrk="1" latinLnBrk="0" hangingPunct="1">
              <a:defRPr kumimoji="1" sz="1000" b="1" kern="1200">
                <a:solidFill>
                  <a:schemeClr val="tx1"/>
                </a:solidFill>
                <a:latin typeface="Arial" panose="020B0604020202020204" pitchFamily="34" charset="0"/>
                <a:ea typeface="MS UI Gothic" panose="020B0600070205080204" pitchFamily="50" charset="-128"/>
                <a:cs typeface="+mn-cs"/>
              </a:defRPr>
            </a:lvl8pPr>
            <a:lvl9pPr marL="3657600" algn="l" defTabSz="914400" rtl="0" eaLnBrk="1" latinLnBrk="0" hangingPunct="1">
              <a:defRPr kumimoji="1" sz="1000" b="1" kern="1200">
                <a:solidFill>
                  <a:schemeClr val="tx1"/>
                </a:solidFill>
                <a:latin typeface="Arial" panose="020B0604020202020204" pitchFamily="34" charset="0"/>
                <a:ea typeface="MS UI Gothic" panose="020B0600070205080204" pitchFamily="50" charset="-128"/>
                <a:cs typeface="+mn-cs"/>
              </a:defRPr>
            </a:lvl9pPr>
          </a:lstStyle>
          <a:p>
            <a:fld id="{F195FB8C-B34A-4D9B-A1A8-EB28B43FFC43}" type="slidenum">
              <a:rPr lang="en-US" altLang="ja-JP" smtClean="0"/>
              <a:pPr/>
              <a:t>44</a:t>
            </a:fld>
            <a:endParaRPr lang="en-US" altLang="ja-JP"/>
          </a:p>
        </p:txBody>
      </p:sp>
      <p:sp>
        <p:nvSpPr>
          <p:cNvPr id="256003" name="Text Box 3">
            <a:extLst>
              <a:ext uri="{FF2B5EF4-FFF2-40B4-BE49-F238E27FC236}">
                <a16:creationId xmlns:a16="http://schemas.microsoft.com/office/drawing/2014/main" id="{1FEDD872-3D1C-5946-2FAB-CD1E4B187A3B}"/>
              </a:ext>
            </a:extLst>
          </p:cNvPr>
          <p:cNvSpPr txBox="1">
            <a:spLocks noChangeArrowheads="1"/>
          </p:cNvSpPr>
          <p:nvPr/>
        </p:nvSpPr>
        <p:spPr bwMode="auto">
          <a:xfrm>
            <a:off x="3519488" y="2336800"/>
            <a:ext cx="3536950" cy="1206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2643" tIns="56322" rIns="112643" bIns="56322">
            <a:spAutoFit/>
          </a:bodyPr>
          <a:lstStyle>
            <a:lvl1pPr defTabSz="1063625">
              <a:defRPr kumimoji="1">
                <a:solidFill>
                  <a:schemeClr val="tx1"/>
                </a:solidFill>
                <a:latin typeface="Arial" panose="020B0604020202020204" pitchFamily="34" charset="0"/>
                <a:ea typeface="ＭＳ Ｐゴシック" panose="020B0600070205080204" pitchFamily="50" charset="-128"/>
              </a:defRPr>
            </a:lvl1pPr>
            <a:lvl2pPr marL="563563" defTabSz="1063625">
              <a:defRPr kumimoji="1">
                <a:solidFill>
                  <a:schemeClr val="tx1"/>
                </a:solidFill>
                <a:latin typeface="Arial" panose="020B0604020202020204" pitchFamily="34" charset="0"/>
                <a:ea typeface="ＭＳ Ｐゴシック" panose="020B0600070205080204" pitchFamily="50" charset="-128"/>
              </a:defRPr>
            </a:lvl2pPr>
            <a:lvl3pPr marL="1125538" defTabSz="1063625">
              <a:defRPr kumimoji="1">
                <a:solidFill>
                  <a:schemeClr val="tx1"/>
                </a:solidFill>
                <a:latin typeface="Arial" panose="020B0604020202020204" pitchFamily="34" charset="0"/>
                <a:ea typeface="ＭＳ Ｐゴシック" panose="020B0600070205080204" pitchFamily="50" charset="-128"/>
              </a:defRPr>
            </a:lvl3pPr>
            <a:lvl4pPr marL="1689100" defTabSz="1063625">
              <a:defRPr kumimoji="1">
                <a:solidFill>
                  <a:schemeClr val="tx1"/>
                </a:solidFill>
                <a:latin typeface="Arial" panose="020B0604020202020204" pitchFamily="34" charset="0"/>
                <a:ea typeface="ＭＳ Ｐゴシック" panose="020B0600070205080204" pitchFamily="50" charset="-128"/>
              </a:defRPr>
            </a:lvl4pPr>
            <a:lvl5pPr marL="2254250" defTabSz="1063625">
              <a:defRPr kumimoji="1">
                <a:solidFill>
                  <a:schemeClr val="tx1"/>
                </a:solidFill>
                <a:latin typeface="Arial" panose="020B0604020202020204" pitchFamily="34" charset="0"/>
                <a:ea typeface="ＭＳ Ｐゴシック" panose="020B0600070205080204" pitchFamily="50" charset="-128"/>
              </a:defRPr>
            </a:lvl5pPr>
            <a:lvl6pPr marL="27114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31686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6258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40830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br>
              <a:rPr lang="en-US" altLang="ja-JP" sz="2400" b="0" dirty="0">
                <a:latin typeface="+mj-lt"/>
                <a:ea typeface="ヒラギノ明朝 Pro W6" pitchFamily="18" charset="-128"/>
              </a:rPr>
            </a:br>
            <a:r>
              <a:rPr lang="en-US" altLang="ja-JP" sz="4700" b="0" dirty="0">
                <a:latin typeface="+mj-lt"/>
                <a:ea typeface="ヒラギノ明朝 Pro W6" pitchFamily="18" charset="-128"/>
              </a:rPr>
              <a:t>Control </a:t>
            </a:r>
            <a:r>
              <a:rPr lang="en-US" altLang="ja-JP" sz="4700" b="0" dirty="0" err="1">
                <a:latin typeface="+mj-lt"/>
                <a:ea typeface="ヒラギノ明朝 Pro W6" pitchFamily="18" charset="-128"/>
              </a:rPr>
              <a:t>lặp</a:t>
            </a:r>
            <a:endParaRPr lang="en-US" altLang="ja-JP" sz="4700" b="0" dirty="0">
              <a:latin typeface="+mj-lt"/>
              <a:ea typeface="ヒラギノ明朝 Pro W6" pitchFamily="18" charset="-128"/>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6EE63E1B-D160-2DA5-A756-271232882FE6}"/>
              </a:ext>
            </a:extLst>
          </p:cNvPr>
          <p:cNvSpPr>
            <a:spLocks noGrp="1"/>
          </p:cNvSpPr>
          <p:nvPr>
            <p:ph type="sldNum" sz="quarter" idx="10"/>
          </p:nvPr>
        </p:nvSpPr>
        <p:spPr/>
        <p:txBody>
          <a:bodyPr/>
          <a:lstStyle/>
          <a:p>
            <a:fld id="{6034442C-B7B2-431F-A181-6FCF1FA374AD}" type="slidenum">
              <a:rPr lang="en-US" altLang="ja-JP"/>
              <a:pPr/>
              <a:t>45</a:t>
            </a:fld>
            <a:endParaRPr lang="en-US" altLang="ja-JP"/>
          </a:p>
        </p:txBody>
      </p:sp>
      <p:sp>
        <p:nvSpPr>
          <p:cNvPr id="403458" name="Rectangle 2">
            <a:extLst>
              <a:ext uri="{FF2B5EF4-FFF2-40B4-BE49-F238E27FC236}">
                <a16:creationId xmlns:a16="http://schemas.microsoft.com/office/drawing/2014/main" id="{762654D2-458B-3095-13A9-DB843320E56F}"/>
              </a:ext>
            </a:extLst>
          </p:cNvPr>
          <p:cNvSpPr>
            <a:spLocks noChangeArrowheads="1"/>
          </p:cNvSpPr>
          <p:nvPr/>
        </p:nvSpPr>
        <p:spPr bwMode="auto">
          <a:xfrm>
            <a:off x="-822325" y="2057400"/>
            <a:ext cx="9906000"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403459" name="Rectangle 3">
            <a:extLst>
              <a:ext uri="{FF2B5EF4-FFF2-40B4-BE49-F238E27FC236}">
                <a16:creationId xmlns:a16="http://schemas.microsoft.com/office/drawing/2014/main" id="{742A1F2E-9D50-91F2-B7E7-732B2047156B}"/>
              </a:ext>
            </a:extLst>
          </p:cNvPr>
          <p:cNvSpPr>
            <a:spLocks noGrp="1" noChangeArrowheads="1"/>
          </p:cNvSpPr>
          <p:nvPr>
            <p:ph type="body" sz="half" idx="1"/>
          </p:nvPr>
        </p:nvSpPr>
        <p:spPr>
          <a:xfrm>
            <a:off x="301514" y="1848643"/>
            <a:ext cx="9985485" cy="5903913"/>
          </a:xfrm>
        </p:spPr>
        <p:txBody>
          <a:bodyPr>
            <a:normAutofit/>
          </a:bodyPr>
          <a:lstStyle/>
          <a:p>
            <a:pPr marL="0" indent="0">
              <a:buNone/>
            </a:pPr>
            <a:r>
              <a:rPr lang="ja-JP" altLang="en-US" sz="4000" dirty="0">
                <a:latin typeface="+mj-lt"/>
                <a:ea typeface="MS UI Gothic" panose="020B0600070205080204" pitchFamily="50" charset="-128"/>
              </a:rPr>
              <a:t>・</a:t>
            </a:r>
            <a:r>
              <a:rPr lang="ja-JP" altLang="en-US" sz="4000" dirty="0">
                <a:latin typeface="+mj-lt"/>
                <a:ea typeface="ＭＳ ゴシック" panose="020B0609070205080204" pitchFamily="49" charset="-128"/>
              </a:rPr>
              <a:t> </a:t>
            </a:r>
            <a:r>
              <a:rPr lang="en-US" altLang="ja-JP" sz="4000" dirty="0" err="1">
                <a:latin typeface="+mj-lt"/>
                <a:ea typeface="ＭＳ ゴシック" panose="020B0609070205080204" pitchFamily="49" charset="-128"/>
              </a:rPr>
              <a:t>Câu</a:t>
            </a:r>
            <a:r>
              <a:rPr lang="en-US" altLang="ja-JP" sz="4000" dirty="0">
                <a:latin typeface="+mj-lt"/>
                <a:ea typeface="ＭＳ ゴシック" panose="020B0609070205080204" pitchFamily="49" charset="-128"/>
              </a:rPr>
              <a:t> </a:t>
            </a:r>
            <a:r>
              <a:rPr lang="en-US" altLang="ja-JP" sz="4000" dirty="0" err="1">
                <a:latin typeface="+mj-lt"/>
                <a:ea typeface="ＭＳ ゴシック" panose="020B0609070205080204" pitchFamily="49" charset="-128"/>
              </a:rPr>
              <a:t>lệnh</a:t>
            </a:r>
            <a:r>
              <a:rPr lang="en-US" altLang="ja-JP" sz="4000" dirty="0">
                <a:latin typeface="+mj-lt"/>
                <a:ea typeface="ＭＳ ゴシック" panose="020B0609070205080204" pitchFamily="49" charset="-128"/>
              </a:rPr>
              <a:t> while</a:t>
            </a:r>
            <a:br>
              <a:rPr lang="en-US" altLang="ja-JP" sz="4000" dirty="0">
                <a:latin typeface="+mj-lt"/>
                <a:ea typeface="MS UI Gothic" panose="020B0600070205080204" pitchFamily="50" charset="-128"/>
              </a:rPr>
            </a:br>
            <a:r>
              <a:rPr lang="ja-JP" altLang="en-US" sz="4000" dirty="0">
                <a:latin typeface="+mj-lt"/>
                <a:ea typeface="MS UI Gothic" panose="020B0600070205080204" pitchFamily="50" charset="-128"/>
              </a:rPr>
              <a:t>・</a:t>
            </a:r>
            <a:r>
              <a:rPr lang="ja-JP" altLang="en-US" sz="4000" dirty="0">
                <a:latin typeface="+mj-lt"/>
                <a:ea typeface="ＭＳ ゴシック" panose="020B0609070205080204" pitchFamily="49" charset="-128"/>
              </a:rPr>
              <a:t> </a:t>
            </a:r>
            <a:r>
              <a:rPr lang="en-US" altLang="ja-JP" sz="4000" dirty="0" err="1">
                <a:latin typeface="+mj-lt"/>
                <a:ea typeface="ＭＳ ゴシック" panose="020B0609070205080204" pitchFamily="49" charset="-128"/>
              </a:rPr>
              <a:t>Câu</a:t>
            </a:r>
            <a:r>
              <a:rPr lang="en-US" altLang="ja-JP" sz="4000" dirty="0">
                <a:latin typeface="+mj-lt"/>
                <a:ea typeface="ＭＳ ゴシック" panose="020B0609070205080204" pitchFamily="49" charset="-128"/>
              </a:rPr>
              <a:t> </a:t>
            </a:r>
            <a:r>
              <a:rPr lang="en-US" altLang="ja-JP" sz="4000" dirty="0" err="1">
                <a:latin typeface="+mj-lt"/>
                <a:ea typeface="ＭＳ ゴシック" panose="020B0609070205080204" pitchFamily="49" charset="-128"/>
              </a:rPr>
              <a:t>lệnh</a:t>
            </a:r>
            <a:r>
              <a:rPr lang="en-US" altLang="ja-JP" sz="4000" dirty="0">
                <a:latin typeface="+mj-lt"/>
                <a:ea typeface="ＭＳ ゴシック" panose="020B0609070205080204" pitchFamily="49" charset="-128"/>
              </a:rPr>
              <a:t> do-while</a:t>
            </a:r>
            <a:br>
              <a:rPr lang="en-US" altLang="ja-JP" sz="4000" dirty="0">
                <a:latin typeface="+mj-lt"/>
                <a:ea typeface="MS UI Gothic" panose="020B0600070205080204" pitchFamily="50" charset="-128"/>
              </a:rPr>
            </a:br>
            <a:r>
              <a:rPr lang="ja-JP" altLang="en-US" sz="4000" dirty="0">
                <a:latin typeface="+mj-lt"/>
                <a:ea typeface="MS UI Gothic" panose="020B0600070205080204" pitchFamily="50" charset="-128"/>
              </a:rPr>
              <a:t>･</a:t>
            </a:r>
            <a:r>
              <a:rPr lang="ja-JP" altLang="en-US" sz="4000" dirty="0">
                <a:latin typeface="+mj-lt"/>
                <a:ea typeface="ＭＳ ゴシック" panose="020B0609070205080204" pitchFamily="49" charset="-128"/>
              </a:rPr>
              <a:t> </a:t>
            </a:r>
            <a:r>
              <a:rPr lang="en-US" altLang="ja-JP" sz="4000" dirty="0" err="1">
                <a:latin typeface="+mj-lt"/>
                <a:ea typeface="ＭＳ ゴシック" panose="020B0609070205080204" pitchFamily="49" charset="-128"/>
              </a:rPr>
              <a:t>Câu</a:t>
            </a:r>
            <a:r>
              <a:rPr lang="en-US" altLang="ja-JP" sz="4000" dirty="0">
                <a:latin typeface="+mj-lt"/>
                <a:ea typeface="ＭＳ ゴシック" panose="020B0609070205080204" pitchFamily="49" charset="-128"/>
              </a:rPr>
              <a:t> </a:t>
            </a:r>
            <a:r>
              <a:rPr lang="en-US" altLang="ja-JP" sz="4000" dirty="0" err="1">
                <a:latin typeface="+mj-lt"/>
                <a:ea typeface="ＭＳ ゴシック" panose="020B0609070205080204" pitchFamily="49" charset="-128"/>
              </a:rPr>
              <a:t>lệnh</a:t>
            </a:r>
            <a:r>
              <a:rPr lang="en-US" altLang="ja-JP" sz="4000" dirty="0">
                <a:latin typeface="+mj-lt"/>
                <a:ea typeface="ＭＳ ゴシック" panose="020B0609070205080204" pitchFamily="49" charset="-128"/>
              </a:rPr>
              <a:t> for</a:t>
            </a:r>
            <a:endParaRPr lang="en-US" altLang="ja-JP" sz="4000" dirty="0">
              <a:latin typeface="+mj-lt"/>
              <a:ea typeface="MS UI Gothic" panose="020B0600070205080204" pitchFamily="50" charset="-128"/>
            </a:endParaRPr>
          </a:p>
          <a:p>
            <a:endParaRPr lang="ja-JP" altLang="ja-JP" sz="4000" dirty="0">
              <a:latin typeface="+mj-lt"/>
            </a:endParaRPr>
          </a:p>
        </p:txBody>
      </p:sp>
      <p:sp>
        <p:nvSpPr>
          <p:cNvPr id="403460" name="Rectangle 4">
            <a:extLst>
              <a:ext uri="{FF2B5EF4-FFF2-40B4-BE49-F238E27FC236}">
                <a16:creationId xmlns:a16="http://schemas.microsoft.com/office/drawing/2014/main" id="{8BC7F0DD-4896-9BB8-EE7D-8519421D8690}"/>
              </a:ext>
            </a:extLst>
          </p:cNvPr>
          <p:cNvSpPr>
            <a:spLocks noGrp="1" noChangeArrowheads="1"/>
          </p:cNvSpPr>
          <p:nvPr>
            <p:ph type="title"/>
          </p:nvPr>
        </p:nvSpPr>
        <p:spPr>
          <a:xfrm>
            <a:off x="344487" y="460532"/>
            <a:ext cx="9217025" cy="490537"/>
          </a:xfrm>
        </p:spPr>
        <p:txBody>
          <a:bodyPr>
            <a:noAutofit/>
          </a:bodyPr>
          <a:lstStyle/>
          <a:p>
            <a:r>
              <a:rPr lang="en-US" altLang="ja-JP" sz="4400" dirty="0"/>
              <a:t>Outline</a:t>
            </a:r>
            <a:endParaRPr lang="ja-JP" altLang="ja-JP" sz="4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645394A9-3C5E-B0EE-A0A8-405F61C1D750}"/>
              </a:ext>
            </a:extLst>
          </p:cNvPr>
          <p:cNvSpPr>
            <a:spLocks noGrp="1"/>
          </p:cNvSpPr>
          <p:nvPr>
            <p:ph type="sldNum" sz="quarter" idx="10"/>
          </p:nvPr>
        </p:nvSpPr>
        <p:spPr/>
        <p:txBody>
          <a:bodyPr/>
          <a:lstStyle/>
          <a:p>
            <a:fld id="{8273AA34-3B22-41D1-8790-E03C3E1E5AF6}" type="slidenum">
              <a:rPr lang="en-US" altLang="ja-JP"/>
              <a:pPr/>
              <a:t>46</a:t>
            </a:fld>
            <a:endParaRPr lang="en-US" altLang="ja-JP"/>
          </a:p>
        </p:txBody>
      </p:sp>
      <p:sp>
        <p:nvSpPr>
          <p:cNvPr id="688130" name="Rectangle 2">
            <a:extLst>
              <a:ext uri="{FF2B5EF4-FFF2-40B4-BE49-F238E27FC236}">
                <a16:creationId xmlns:a16="http://schemas.microsoft.com/office/drawing/2014/main" id="{E6F9B1AF-FDB3-FEF6-0DAE-3EC7E5F58AE5}"/>
              </a:ext>
            </a:extLst>
          </p:cNvPr>
          <p:cNvSpPr>
            <a:spLocks noGrp="1" noChangeArrowheads="1"/>
          </p:cNvSpPr>
          <p:nvPr>
            <p:ph type="title"/>
          </p:nvPr>
        </p:nvSpPr>
        <p:spPr>
          <a:xfrm>
            <a:off x="344488" y="370486"/>
            <a:ext cx="9217025" cy="490537"/>
          </a:xfrm>
        </p:spPr>
        <p:txBody>
          <a:bodyPr>
            <a:normAutofit fontScale="90000"/>
          </a:bodyPr>
          <a:lstStyle/>
          <a:p>
            <a:r>
              <a:rPr lang="en-US" altLang="ja-JP" dirty="0">
                <a:latin typeface="Arial" panose="020B0604020202020204" pitchFamily="34" charset="0"/>
                <a:ea typeface="MS UI Gothic" panose="020B0600070205080204" pitchFamily="50" charset="-128"/>
              </a:rPr>
              <a:t>Control </a:t>
            </a:r>
            <a:r>
              <a:rPr lang="en-US" altLang="ja-JP" dirty="0" err="1">
                <a:latin typeface="Arial" panose="020B0604020202020204" pitchFamily="34" charset="0"/>
                <a:ea typeface="MS UI Gothic" panose="020B0600070205080204" pitchFamily="50" charset="-128"/>
              </a:rPr>
              <a:t>lặp</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là</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gì</a:t>
            </a:r>
            <a:endParaRPr lang="en-US" altLang="ja-JP" dirty="0">
              <a:latin typeface="Arial" panose="020B0604020202020204" pitchFamily="34" charset="0"/>
              <a:ea typeface="MS UI Gothic" panose="020B0600070205080204" pitchFamily="50" charset="-128"/>
            </a:endParaRPr>
          </a:p>
        </p:txBody>
      </p:sp>
      <p:sp>
        <p:nvSpPr>
          <p:cNvPr id="688131" name="Rectangle 3">
            <a:extLst>
              <a:ext uri="{FF2B5EF4-FFF2-40B4-BE49-F238E27FC236}">
                <a16:creationId xmlns:a16="http://schemas.microsoft.com/office/drawing/2014/main" id="{16BD7EA2-ED94-B5FC-946B-023BD268AB24}"/>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688132" name="Rectangle 4">
            <a:extLst>
              <a:ext uri="{FF2B5EF4-FFF2-40B4-BE49-F238E27FC236}">
                <a16:creationId xmlns:a16="http://schemas.microsoft.com/office/drawing/2014/main" id="{EA78A34D-632A-8AF9-54FF-F8FD7D9DB09D}"/>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Control lặp là </a:t>
            </a:r>
          </a:p>
          <a:p>
            <a:endParaRPr lang="en-US" altLang="ja-JP" sz="2400" b="0">
              <a:latin typeface="Arial" panose="020B0604020202020204" pitchFamily="34" charset="0"/>
            </a:endParaRPr>
          </a:p>
          <a:p>
            <a:endParaRPr lang="en-US" altLang="ja-JP" sz="2400" b="0">
              <a:latin typeface="Arial" panose="020B0604020202020204" pitchFamily="34" charset="0"/>
            </a:endParaRPr>
          </a:p>
          <a:p>
            <a:r>
              <a:rPr lang="en-US" altLang="ja-JP" sz="2400" b="0">
                <a:latin typeface="Arial" panose="020B0604020202020204" pitchFamily="34" charset="0"/>
              </a:rPr>
              <a:t>Các loại của câu lệnh control lặp</a:t>
            </a:r>
          </a:p>
        </p:txBody>
      </p:sp>
      <p:sp>
        <p:nvSpPr>
          <p:cNvPr id="688133" name="Rectangle 5">
            <a:extLst>
              <a:ext uri="{FF2B5EF4-FFF2-40B4-BE49-F238E27FC236}">
                <a16:creationId xmlns:a16="http://schemas.microsoft.com/office/drawing/2014/main" id="{8E1E56E1-E551-3338-419E-96CDA8C6E018}"/>
              </a:ext>
            </a:extLst>
          </p:cNvPr>
          <p:cNvSpPr>
            <a:spLocks noChangeArrowheads="1"/>
          </p:cNvSpPr>
          <p:nvPr/>
        </p:nvSpPr>
        <p:spPr bwMode="auto">
          <a:xfrm>
            <a:off x="344488" y="1312863"/>
            <a:ext cx="9120187" cy="528637"/>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a:latin typeface="Arial" panose="020B0604020202020204" pitchFamily="34" charset="0"/>
              </a:rPr>
              <a:t>Control để thực hiện xử lí lặp giống nhau</a:t>
            </a:r>
          </a:p>
        </p:txBody>
      </p:sp>
      <p:sp>
        <p:nvSpPr>
          <p:cNvPr id="688135" name="Rectangle 7">
            <a:extLst>
              <a:ext uri="{FF2B5EF4-FFF2-40B4-BE49-F238E27FC236}">
                <a16:creationId xmlns:a16="http://schemas.microsoft.com/office/drawing/2014/main" id="{D2584035-C2E2-D70D-CA41-24483329E909}"/>
              </a:ext>
            </a:extLst>
          </p:cNvPr>
          <p:cNvSpPr>
            <a:spLocks noChangeArrowheads="1"/>
          </p:cNvSpPr>
          <p:nvPr/>
        </p:nvSpPr>
        <p:spPr bwMode="auto">
          <a:xfrm>
            <a:off x="344488" y="24638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●Câu lệnh </a:t>
            </a:r>
            <a:r>
              <a:rPr lang="en-US" altLang="ja-JP" sz="2000" b="0">
                <a:latin typeface="Arial" panose="020B0604020202020204" pitchFamily="34" charset="0"/>
                <a:ea typeface="ＭＳ ゴシック" panose="020B0609070205080204" pitchFamily="49" charset="-128"/>
              </a:rPr>
              <a:t>while</a:t>
            </a:r>
            <a:endParaRPr lang="en-US" altLang="ja-JP" sz="2000" b="0">
              <a:latin typeface="Arial" panose="020B0604020202020204" pitchFamily="34" charset="0"/>
            </a:endParaRPr>
          </a:p>
          <a:p>
            <a:pPr>
              <a:spcBef>
                <a:spcPct val="50000"/>
              </a:spcBef>
              <a:buFont typeface="Wingdings" panose="05000000000000000000" pitchFamily="2" charset="2"/>
              <a:buNone/>
            </a:pPr>
            <a:endParaRPr lang="en-US" altLang="ja-JP" sz="2000" b="0">
              <a:latin typeface="Arial" panose="020B0604020202020204" pitchFamily="34" charset="0"/>
            </a:endParaRPr>
          </a:p>
          <a:p>
            <a:pPr>
              <a:spcBef>
                <a:spcPct val="50000"/>
              </a:spcBef>
              <a:buFont typeface="Wingdings" panose="05000000000000000000" pitchFamily="2" charset="2"/>
              <a:buNone/>
            </a:pPr>
            <a:endParaRPr lang="en-US" altLang="ja-JP" sz="2000" b="0">
              <a:latin typeface="Arial" panose="020B0604020202020204" pitchFamily="34" charset="0"/>
            </a:endParaRPr>
          </a:p>
        </p:txBody>
      </p:sp>
      <p:sp>
        <p:nvSpPr>
          <p:cNvPr id="688140" name="AutoShape 12">
            <a:extLst>
              <a:ext uri="{FF2B5EF4-FFF2-40B4-BE49-F238E27FC236}">
                <a16:creationId xmlns:a16="http://schemas.microsoft.com/office/drawing/2014/main" id="{051D80A2-DC82-D49D-FE64-696E3F06605B}"/>
              </a:ext>
            </a:extLst>
          </p:cNvPr>
          <p:cNvSpPr>
            <a:spLocks noChangeArrowheads="1"/>
          </p:cNvSpPr>
          <p:nvPr/>
        </p:nvSpPr>
        <p:spPr bwMode="auto">
          <a:xfrm>
            <a:off x="4757738" y="965200"/>
            <a:ext cx="4706937" cy="431800"/>
          </a:xfrm>
          <a:prstGeom prst="wedgeRoundRectCallout">
            <a:avLst>
              <a:gd name="adj1" fmla="val -29801"/>
              <a:gd name="adj2" fmla="val 91176"/>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err="1">
                <a:latin typeface="+mj-lt"/>
              </a:rPr>
              <a:t>Câu</a:t>
            </a:r>
            <a:r>
              <a:rPr lang="en-US" altLang="ja-JP" sz="1800" dirty="0">
                <a:latin typeface="+mj-lt"/>
              </a:rPr>
              <a:t> </a:t>
            </a:r>
            <a:r>
              <a:rPr lang="en-US" altLang="ja-JP" sz="1800" dirty="0" err="1">
                <a:latin typeface="+mj-lt"/>
              </a:rPr>
              <a:t>lệnh</a:t>
            </a:r>
            <a:r>
              <a:rPr lang="en-US" altLang="ja-JP" sz="1800" dirty="0">
                <a:latin typeface="+mj-lt"/>
              </a:rPr>
              <a:t> control, </a:t>
            </a:r>
            <a:r>
              <a:rPr lang="en-US" altLang="ja-JP" sz="1800" dirty="0" err="1">
                <a:latin typeface="+mj-lt"/>
              </a:rPr>
              <a:t>sẽ</a:t>
            </a:r>
            <a:r>
              <a:rPr lang="en-US" altLang="ja-JP" sz="1800" dirty="0">
                <a:latin typeface="+mj-lt"/>
              </a:rPr>
              <a:t> </a:t>
            </a:r>
            <a:r>
              <a:rPr lang="en-US" altLang="ja-JP" sz="1800" dirty="0" err="1">
                <a:latin typeface="+mj-lt"/>
              </a:rPr>
              <a:t>mô</a:t>
            </a:r>
            <a:r>
              <a:rPr lang="en-US" altLang="ja-JP" sz="1800" dirty="0">
                <a:latin typeface="+mj-lt"/>
              </a:rPr>
              <a:t> </a:t>
            </a:r>
            <a:r>
              <a:rPr lang="en-US" altLang="ja-JP" sz="1800" dirty="0" err="1">
                <a:latin typeface="+mj-lt"/>
              </a:rPr>
              <a:t>tả</a:t>
            </a:r>
            <a:r>
              <a:rPr lang="en-US" altLang="ja-JP" sz="1800" dirty="0">
                <a:latin typeface="+mj-lt"/>
              </a:rPr>
              <a:t> </a:t>
            </a:r>
            <a:r>
              <a:rPr lang="en-US" altLang="ja-JP" sz="1800" dirty="0" err="1">
                <a:latin typeface="+mj-lt"/>
              </a:rPr>
              <a:t>trong</a:t>
            </a:r>
            <a:r>
              <a:rPr lang="en-US" altLang="ja-JP" sz="1800" dirty="0">
                <a:latin typeface="+mj-lt"/>
              </a:rPr>
              <a:t> method</a:t>
            </a:r>
          </a:p>
        </p:txBody>
      </p:sp>
      <p:sp>
        <p:nvSpPr>
          <p:cNvPr id="688203" name="Rectangle 75">
            <a:extLst>
              <a:ext uri="{FF2B5EF4-FFF2-40B4-BE49-F238E27FC236}">
                <a16:creationId xmlns:a16="http://schemas.microsoft.com/office/drawing/2014/main" id="{FD2EDA83-86C7-7E63-A462-430CEAAF8496}"/>
              </a:ext>
            </a:extLst>
          </p:cNvPr>
          <p:cNvSpPr>
            <a:spLocks noChangeArrowheads="1"/>
          </p:cNvSpPr>
          <p:nvPr/>
        </p:nvSpPr>
        <p:spPr bwMode="auto">
          <a:xfrm>
            <a:off x="344488" y="2874963"/>
            <a:ext cx="9120187" cy="528637"/>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a:latin typeface="Arial" panose="020B0604020202020204" pitchFamily="34" charset="0"/>
              </a:rPr>
              <a:t>Thực hiện xử lí lặp trong khi biểu thức điều kiện là true (phán đoán trước điều kiện)</a:t>
            </a:r>
          </a:p>
        </p:txBody>
      </p:sp>
      <p:sp>
        <p:nvSpPr>
          <p:cNvPr id="688204" name="Rectangle 76">
            <a:extLst>
              <a:ext uri="{FF2B5EF4-FFF2-40B4-BE49-F238E27FC236}">
                <a16:creationId xmlns:a16="http://schemas.microsoft.com/office/drawing/2014/main" id="{49ACBA1C-4610-B252-C32C-7812B8EDDC7D}"/>
              </a:ext>
            </a:extLst>
          </p:cNvPr>
          <p:cNvSpPr>
            <a:spLocks noChangeArrowheads="1"/>
          </p:cNvSpPr>
          <p:nvPr/>
        </p:nvSpPr>
        <p:spPr bwMode="auto">
          <a:xfrm>
            <a:off x="344488" y="4818063"/>
            <a:ext cx="9120187" cy="528637"/>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a:latin typeface="Arial" panose="020B0604020202020204" pitchFamily="34" charset="0"/>
              </a:rPr>
              <a:t>Chỉ định bắt đầu và kết thúc của xử lí lặp, thực hiện xử lí lặp </a:t>
            </a:r>
          </a:p>
        </p:txBody>
      </p:sp>
      <p:sp>
        <p:nvSpPr>
          <p:cNvPr id="688205" name="Rectangle 77">
            <a:extLst>
              <a:ext uri="{FF2B5EF4-FFF2-40B4-BE49-F238E27FC236}">
                <a16:creationId xmlns:a16="http://schemas.microsoft.com/office/drawing/2014/main" id="{71915E08-BAC2-9DB1-E417-7460CFA05784}"/>
              </a:ext>
            </a:extLst>
          </p:cNvPr>
          <p:cNvSpPr>
            <a:spLocks noChangeArrowheads="1"/>
          </p:cNvSpPr>
          <p:nvPr/>
        </p:nvSpPr>
        <p:spPr bwMode="auto">
          <a:xfrm>
            <a:off x="344488" y="3416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 Câu lệnh do-</a:t>
            </a:r>
            <a:r>
              <a:rPr lang="en-US" altLang="ja-JP" sz="2000" b="0">
                <a:latin typeface="Arial" panose="020B0604020202020204" pitchFamily="34" charset="0"/>
                <a:ea typeface="ＭＳ ゴシック" panose="020B0609070205080204" pitchFamily="49" charset="-128"/>
              </a:rPr>
              <a:t>while</a:t>
            </a:r>
            <a:endParaRPr lang="en-US" altLang="ja-JP" sz="2000" b="0">
              <a:latin typeface="Arial" panose="020B0604020202020204" pitchFamily="34" charset="0"/>
            </a:endParaRPr>
          </a:p>
          <a:p>
            <a:pPr>
              <a:spcBef>
                <a:spcPct val="50000"/>
              </a:spcBef>
              <a:buFont typeface="Wingdings" panose="05000000000000000000" pitchFamily="2" charset="2"/>
              <a:buNone/>
            </a:pPr>
            <a:endParaRPr lang="en-US" altLang="ja-JP" sz="2000" b="0">
              <a:latin typeface="Arial" panose="020B0604020202020204" pitchFamily="34" charset="0"/>
            </a:endParaRPr>
          </a:p>
          <a:p>
            <a:pPr>
              <a:spcBef>
                <a:spcPct val="50000"/>
              </a:spcBef>
              <a:buFont typeface="Wingdings" panose="05000000000000000000" pitchFamily="2" charset="2"/>
              <a:buNone/>
            </a:pPr>
            <a:endParaRPr lang="en-US" altLang="ja-JP" sz="2000" b="0">
              <a:latin typeface="Arial" panose="020B0604020202020204" pitchFamily="34" charset="0"/>
            </a:endParaRPr>
          </a:p>
        </p:txBody>
      </p:sp>
      <p:sp>
        <p:nvSpPr>
          <p:cNvPr id="688206" name="Rectangle 78">
            <a:extLst>
              <a:ext uri="{FF2B5EF4-FFF2-40B4-BE49-F238E27FC236}">
                <a16:creationId xmlns:a16="http://schemas.microsoft.com/office/drawing/2014/main" id="{58A8F8B5-99FF-3FB1-32AE-2A303EE52E07}"/>
              </a:ext>
            </a:extLst>
          </p:cNvPr>
          <p:cNvSpPr>
            <a:spLocks noChangeArrowheads="1"/>
          </p:cNvSpPr>
          <p:nvPr/>
        </p:nvSpPr>
        <p:spPr bwMode="auto">
          <a:xfrm>
            <a:off x="331788" y="3865563"/>
            <a:ext cx="9120187" cy="528637"/>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a:latin typeface="Arial" panose="020B0604020202020204" pitchFamily="34" charset="0"/>
              </a:rPr>
              <a:t>Thực hiện xử lí lặp trong khi biểu thức điều kiện là true (phán đoán sau điều kiện)</a:t>
            </a:r>
          </a:p>
        </p:txBody>
      </p:sp>
      <p:sp>
        <p:nvSpPr>
          <p:cNvPr id="688207" name="Rectangle 79">
            <a:extLst>
              <a:ext uri="{FF2B5EF4-FFF2-40B4-BE49-F238E27FC236}">
                <a16:creationId xmlns:a16="http://schemas.microsoft.com/office/drawing/2014/main" id="{45B469F8-3CC1-FCF1-8926-AB6827B43F93}"/>
              </a:ext>
            </a:extLst>
          </p:cNvPr>
          <p:cNvSpPr>
            <a:spLocks noChangeArrowheads="1"/>
          </p:cNvSpPr>
          <p:nvPr/>
        </p:nvSpPr>
        <p:spPr bwMode="auto">
          <a:xfrm>
            <a:off x="344488" y="43942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 Câu lệnh </a:t>
            </a:r>
            <a:r>
              <a:rPr lang="en-US" altLang="ja-JP" sz="2000" b="0">
                <a:latin typeface="Arial" panose="020B0604020202020204" pitchFamily="34" charset="0"/>
                <a:ea typeface="ＭＳ ゴシック" panose="020B0609070205080204" pitchFamily="49" charset="-128"/>
              </a:rPr>
              <a:t>for</a:t>
            </a:r>
            <a:r>
              <a:rPr lang="ja-JP" altLang="en-US" sz="2000" b="0">
                <a:latin typeface="Arial" panose="020B0604020202020204" pitchFamily="34" charset="0"/>
              </a:rPr>
              <a:t>（</a:t>
            </a:r>
            <a:r>
              <a:rPr lang="en-US" altLang="ja-JP" sz="2000" b="0">
                <a:latin typeface="Arial" panose="020B0604020202020204" pitchFamily="34" charset="0"/>
              </a:rPr>
              <a:t>1</a:t>
            </a:r>
            <a:r>
              <a:rPr lang="ja-JP" altLang="en-US" sz="2000" b="0">
                <a:latin typeface="Arial" panose="020B0604020202020204" pitchFamily="34" charset="0"/>
              </a:rPr>
              <a:t>）： </a:t>
            </a:r>
            <a:r>
              <a:rPr lang="en-US" altLang="ja-JP" sz="2000" b="0">
                <a:latin typeface="Arial" panose="020B0604020202020204" pitchFamily="34" charset="0"/>
              </a:rPr>
              <a:t>Câu lệnh </a:t>
            </a:r>
            <a:r>
              <a:rPr lang="en-US" altLang="ja-JP" sz="2000" b="0">
                <a:latin typeface="Arial" panose="020B0604020202020204" pitchFamily="34" charset="0"/>
                <a:ea typeface="ＭＳ ゴシック" panose="020B0609070205080204" pitchFamily="49" charset="-128"/>
              </a:rPr>
              <a:t>for</a:t>
            </a:r>
            <a:endParaRPr lang="en-US" altLang="ja-JP" sz="2000" b="0">
              <a:latin typeface="Arial" panose="020B0604020202020204" pitchFamily="34" charset="0"/>
            </a:endParaRPr>
          </a:p>
        </p:txBody>
      </p:sp>
      <p:sp>
        <p:nvSpPr>
          <p:cNvPr id="688208" name="Rectangle 80">
            <a:extLst>
              <a:ext uri="{FF2B5EF4-FFF2-40B4-BE49-F238E27FC236}">
                <a16:creationId xmlns:a16="http://schemas.microsoft.com/office/drawing/2014/main" id="{6D7F06F3-1509-EAF2-E31C-05A9AA6AA05B}"/>
              </a:ext>
            </a:extLst>
          </p:cNvPr>
          <p:cNvSpPr>
            <a:spLocks noChangeArrowheads="1"/>
          </p:cNvSpPr>
          <p:nvPr/>
        </p:nvSpPr>
        <p:spPr bwMode="auto">
          <a:xfrm>
            <a:off x="344488" y="5770563"/>
            <a:ext cx="9120187" cy="528637"/>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a:latin typeface="Arial" panose="020B0604020202020204" pitchFamily="34" charset="0"/>
              </a:rPr>
              <a:t>Thực hiện xử lí lặp đối với element của mảng hoặc collection</a:t>
            </a:r>
          </a:p>
        </p:txBody>
      </p:sp>
      <p:sp>
        <p:nvSpPr>
          <p:cNvPr id="688209" name="Rectangle 81">
            <a:extLst>
              <a:ext uri="{FF2B5EF4-FFF2-40B4-BE49-F238E27FC236}">
                <a16:creationId xmlns:a16="http://schemas.microsoft.com/office/drawing/2014/main" id="{1A2D97DE-B89C-3986-C54F-50295BC24A7C}"/>
              </a:ext>
            </a:extLst>
          </p:cNvPr>
          <p:cNvSpPr>
            <a:spLocks noChangeArrowheads="1"/>
          </p:cNvSpPr>
          <p:nvPr/>
        </p:nvSpPr>
        <p:spPr bwMode="auto">
          <a:xfrm>
            <a:off x="344488" y="53467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 Câu lệnh </a:t>
            </a:r>
            <a:r>
              <a:rPr lang="en-US" altLang="ja-JP" sz="2000" b="0">
                <a:latin typeface="Arial" panose="020B0604020202020204" pitchFamily="34" charset="0"/>
                <a:ea typeface="ＭＳ ゴシック" panose="020B0609070205080204" pitchFamily="49" charset="-128"/>
              </a:rPr>
              <a:t>for</a:t>
            </a:r>
            <a:r>
              <a:rPr lang="ja-JP" altLang="en-US" sz="2000" b="0">
                <a:latin typeface="Arial" panose="020B0604020202020204" pitchFamily="34" charset="0"/>
              </a:rPr>
              <a:t>（</a:t>
            </a:r>
            <a:r>
              <a:rPr lang="en-US" altLang="ja-JP" sz="2000" b="0">
                <a:latin typeface="Arial" panose="020B0604020202020204" pitchFamily="34" charset="0"/>
              </a:rPr>
              <a:t>2</a:t>
            </a:r>
            <a:r>
              <a:rPr lang="ja-JP" altLang="en-US" sz="2000" b="0">
                <a:latin typeface="Arial" panose="020B0604020202020204" pitchFamily="34" charset="0"/>
              </a:rPr>
              <a:t>）： </a:t>
            </a:r>
            <a:r>
              <a:rPr lang="en-US" altLang="ja-JP" sz="2000" b="0">
                <a:latin typeface="Arial" panose="020B0604020202020204" pitchFamily="34" charset="0"/>
              </a:rPr>
              <a:t>Câu lệnh </a:t>
            </a:r>
            <a:r>
              <a:rPr lang="en-US" altLang="ja-JP" sz="2000" b="0">
                <a:latin typeface="Arial" panose="020B0604020202020204" pitchFamily="34" charset="0"/>
                <a:ea typeface="ＭＳ ゴシック" panose="020B0609070205080204" pitchFamily="49" charset="-128"/>
              </a:rPr>
              <a:t>foreach</a:t>
            </a:r>
            <a:endParaRPr lang="en-US" altLang="ja-JP" sz="2000" b="0">
              <a:latin typeface="Arial" panose="020B0604020202020204" pitchFamily="3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A4EA66FB-9791-6F87-E02C-A2C884848FE3}"/>
              </a:ext>
            </a:extLst>
          </p:cNvPr>
          <p:cNvSpPr>
            <a:spLocks noGrp="1"/>
          </p:cNvSpPr>
          <p:nvPr>
            <p:ph type="sldNum" sz="quarter" idx="10"/>
          </p:nvPr>
        </p:nvSpPr>
        <p:spPr/>
        <p:txBody>
          <a:bodyPr/>
          <a:lstStyle/>
          <a:p>
            <a:fld id="{ED5487DA-B2A1-41F4-91A0-F4D7D5448965}" type="slidenum">
              <a:rPr lang="en-US" altLang="ja-JP"/>
              <a:pPr/>
              <a:t>47</a:t>
            </a:fld>
            <a:endParaRPr lang="en-US" altLang="ja-JP"/>
          </a:p>
        </p:txBody>
      </p:sp>
      <p:sp>
        <p:nvSpPr>
          <p:cNvPr id="709634" name="Rectangle 2">
            <a:extLst>
              <a:ext uri="{FF2B5EF4-FFF2-40B4-BE49-F238E27FC236}">
                <a16:creationId xmlns:a16="http://schemas.microsoft.com/office/drawing/2014/main" id="{636F195D-4200-9882-962A-A9765270BDC5}"/>
              </a:ext>
            </a:extLst>
          </p:cNvPr>
          <p:cNvSpPr>
            <a:spLocks noGrp="1" noChangeArrowheads="1"/>
          </p:cNvSpPr>
          <p:nvPr>
            <p:ph type="title"/>
          </p:nvPr>
        </p:nvSpPr>
        <p:spPr>
          <a:xfrm>
            <a:off x="318082" y="284761"/>
            <a:ext cx="9217025" cy="490537"/>
          </a:xfrm>
        </p:spPr>
        <p:txBody>
          <a:bodyPr>
            <a:normAutofit fontScale="90000"/>
          </a:bodyPr>
          <a:lstStyle/>
          <a:p>
            <a:r>
              <a:rPr lang="en-US" altLang="ja-JP" dirty="0" err="1">
                <a:latin typeface="MS UI Gothic" panose="020B0600070205080204" pitchFamily="50" charset="-128"/>
                <a:ea typeface="MS UI Gothic" panose="020B0600070205080204" pitchFamily="50" charset="-128"/>
              </a:rPr>
              <a:t>Câu</a:t>
            </a:r>
            <a:r>
              <a:rPr lang="en-US" altLang="ja-JP" dirty="0">
                <a:latin typeface="MS UI Gothic" panose="020B0600070205080204" pitchFamily="50" charset="-128"/>
                <a:ea typeface="MS UI Gothic" panose="020B0600070205080204" pitchFamily="50" charset="-128"/>
              </a:rPr>
              <a:t> </a:t>
            </a:r>
            <a:r>
              <a:rPr lang="en-US" altLang="ja-JP" dirty="0" err="1">
                <a:latin typeface="MS UI Gothic" panose="020B0600070205080204" pitchFamily="50" charset="-128"/>
                <a:ea typeface="MS UI Gothic" panose="020B0600070205080204" pitchFamily="50" charset="-128"/>
              </a:rPr>
              <a:t>lệnh</a:t>
            </a:r>
            <a:r>
              <a:rPr lang="en-US" altLang="ja-JP" dirty="0">
                <a:latin typeface="MS UI Gothic" panose="020B0600070205080204" pitchFamily="50" charset="-128"/>
                <a:ea typeface="MS UI Gothic" panose="020B0600070205080204" pitchFamily="50" charset="-128"/>
              </a:rPr>
              <a:t> </a:t>
            </a:r>
            <a:r>
              <a:rPr lang="en-US" altLang="ja-JP" dirty="0">
                <a:latin typeface="ＭＳ ゴシック" panose="020B0609070205080204" pitchFamily="49" charset="-128"/>
                <a:ea typeface="ＭＳ ゴシック" panose="020B0609070205080204" pitchFamily="49" charset="-128"/>
              </a:rPr>
              <a:t>while</a:t>
            </a:r>
            <a:endParaRPr lang="en-US" altLang="ja-JP" dirty="0">
              <a:latin typeface="MS UI Gothic" panose="020B0600070205080204" pitchFamily="50" charset="-128"/>
              <a:ea typeface="MS UI Gothic" panose="020B0600070205080204" pitchFamily="50" charset="-128"/>
            </a:endParaRPr>
          </a:p>
        </p:txBody>
      </p:sp>
      <p:sp>
        <p:nvSpPr>
          <p:cNvPr id="709635" name="Rectangle 3">
            <a:extLst>
              <a:ext uri="{FF2B5EF4-FFF2-40B4-BE49-F238E27FC236}">
                <a16:creationId xmlns:a16="http://schemas.microsoft.com/office/drawing/2014/main" id="{DD435631-504D-9E74-D6E3-263C03C3A990}"/>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709636" name="Rectangle 4">
            <a:extLst>
              <a:ext uri="{FF2B5EF4-FFF2-40B4-BE49-F238E27FC236}">
                <a16:creationId xmlns:a16="http://schemas.microsoft.com/office/drawing/2014/main" id="{DB33FF5A-DD8F-87E3-6005-A13149544FBA}"/>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ＭＳ ゴシック" panose="020B0609070205080204" pitchFamily="49" charset="-128"/>
                <a:ea typeface="ＭＳ ゴシック" panose="020B0609070205080204" pitchFamily="49" charset="-128"/>
              </a:rPr>
              <a:t>Câu lệnh while</a:t>
            </a:r>
            <a:endParaRPr lang="en-US" altLang="ja-JP" sz="2400" b="0"/>
          </a:p>
          <a:p>
            <a:pPr>
              <a:spcBef>
                <a:spcPct val="50000"/>
              </a:spcBef>
              <a:buFont typeface="Wingdings" panose="05000000000000000000" pitchFamily="2" charset="2"/>
              <a:buNone/>
            </a:pPr>
            <a:r>
              <a:rPr lang="en-US" altLang="ja-JP" sz="2000" b="0"/>
              <a:t>●Cú pháp  cơ bản</a:t>
            </a:r>
            <a:endParaRPr lang="en-US" altLang="ja-JP" sz="2400" b="0"/>
          </a:p>
          <a:p>
            <a:pPr lvl="1"/>
            <a:endParaRPr lang="en-US" altLang="ja-JP" sz="2400" b="0"/>
          </a:p>
        </p:txBody>
      </p:sp>
      <p:sp>
        <p:nvSpPr>
          <p:cNvPr id="709637" name="Text Box 5">
            <a:extLst>
              <a:ext uri="{FF2B5EF4-FFF2-40B4-BE49-F238E27FC236}">
                <a16:creationId xmlns:a16="http://schemas.microsoft.com/office/drawing/2014/main" id="{451C2E26-11B2-FB20-B3D3-0BB3228A87F6}"/>
              </a:ext>
            </a:extLst>
          </p:cNvPr>
          <p:cNvSpPr txBox="1">
            <a:spLocks noChangeArrowheads="1"/>
          </p:cNvSpPr>
          <p:nvPr/>
        </p:nvSpPr>
        <p:spPr bwMode="auto">
          <a:xfrm>
            <a:off x="344488" y="1751013"/>
            <a:ext cx="9120187" cy="1276350"/>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en-US" altLang="ja-JP" sz="2000">
                <a:latin typeface="ＭＳ ゴシック" panose="020B0609070205080204" pitchFamily="49" charset="-128"/>
                <a:ea typeface="ＭＳ ゴシック" panose="020B0609070205080204" pitchFamily="49" charset="-128"/>
              </a:rPr>
              <a:t>while (Điều kiện lặp) {</a:t>
            </a:r>
          </a:p>
          <a:p>
            <a:pPr lvl="1" algn="just">
              <a:lnSpc>
                <a:spcPct val="112000"/>
              </a:lnSpc>
            </a:pPr>
            <a:r>
              <a:rPr lang="en-US" altLang="ja-JP" sz="2000">
                <a:latin typeface="MS UI Gothic" panose="020B0600070205080204" pitchFamily="50" charset="-128"/>
                <a:ea typeface="MS UI Gothic" panose="020B0600070205080204" pitchFamily="50" charset="-128"/>
              </a:rPr>
              <a:t>    Xử lí muốn lặp khi điều kiện là </a:t>
            </a:r>
            <a:r>
              <a:rPr lang="en-US" altLang="ja-JP" sz="2000">
                <a:latin typeface="ＭＳ ゴシック" panose="020B0609070205080204" pitchFamily="49" charset="-128"/>
                <a:ea typeface="ＭＳ ゴシック" panose="020B0609070205080204" pitchFamily="49" charset="-128"/>
              </a:rPr>
              <a:t>true</a:t>
            </a:r>
            <a:endParaRPr lang="en-US" altLang="ja-JP" sz="2000">
              <a:latin typeface="MS UI Gothic" panose="020B0600070205080204" pitchFamily="50" charset="-128"/>
              <a:ea typeface="MS UI Gothic" panose="020B0600070205080204" pitchFamily="50" charset="-128"/>
            </a:endParaRPr>
          </a:p>
          <a:p>
            <a:pPr lvl="1" algn="just">
              <a:lnSpc>
                <a:spcPct val="112000"/>
              </a:lnSpc>
            </a:pPr>
            <a:r>
              <a:rPr lang="en-US" altLang="ja-JP" sz="2000">
                <a:latin typeface="ＭＳ ゴシック" panose="020B0609070205080204" pitchFamily="49" charset="-128"/>
                <a:ea typeface="ＭＳ ゴシック" panose="020B0609070205080204" pitchFamily="49" charset="-128"/>
              </a:rPr>
              <a:t>}</a:t>
            </a:r>
          </a:p>
        </p:txBody>
      </p:sp>
      <p:sp>
        <p:nvSpPr>
          <p:cNvPr id="709638" name="Rectangle 6">
            <a:extLst>
              <a:ext uri="{FF2B5EF4-FFF2-40B4-BE49-F238E27FC236}">
                <a16:creationId xmlns:a16="http://schemas.microsoft.com/office/drawing/2014/main" id="{97774058-D4C7-BCEA-73DB-F269C1613B7E}"/>
              </a:ext>
            </a:extLst>
          </p:cNvPr>
          <p:cNvSpPr>
            <a:spLocks noChangeArrowheads="1"/>
          </p:cNvSpPr>
          <p:nvPr/>
        </p:nvSpPr>
        <p:spPr bwMode="auto">
          <a:xfrm>
            <a:off x="344488" y="3209925"/>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t>●Ví dụ</a:t>
            </a:r>
            <a:endParaRPr lang="en-US" altLang="ja-JP" sz="2400" b="0"/>
          </a:p>
        </p:txBody>
      </p:sp>
      <p:sp>
        <p:nvSpPr>
          <p:cNvPr id="709658" name="AutoShape 26">
            <a:extLst>
              <a:ext uri="{FF2B5EF4-FFF2-40B4-BE49-F238E27FC236}">
                <a16:creationId xmlns:a16="http://schemas.microsoft.com/office/drawing/2014/main" id="{75944254-7A9F-421E-1517-8E65BC99EE04}"/>
              </a:ext>
            </a:extLst>
          </p:cNvPr>
          <p:cNvSpPr>
            <a:spLocks noChangeArrowheads="1"/>
          </p:cNvSpPr>
          <p:nvPr/>
        </p:nvSpPr>
        <p:spPr bwMode="auto">
          <a:xfrm>
            <a:off x="3606800" y="1090613"/>
            <a:ext cx="2865438" cy="503237"/>
          </a:xfrm>
          <a:prstGeom prst="wedgeRoundRectCallout">
            <a:avLst>
              <a:gd name="adj1" fmla="val -92824"/>
              <a:gd name="adj2" fmla="val 91324"/>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nchor="ctr"/>
          <a:lstStyle/>
          <a:p>
            <a:pPr algn="ctr"/>
            <a:r>
              <a:rPr lang="en-US" altLang="ja-JP" sz="1800">
                <a:latin typeface="MS UI Gothic" panose="020B0600070205080204" pitchFamily="50" charset="-128"/>
              </a:rPr>
              <a:t>Phán đoán trước điều kiện</a:t>
            </a:r>
          </a:p>
        </p:txBody>
      </p:sp>
      <p:grpSp>
        <p:nvGrpSpPr>
          <p:cNvPr id="709683" name="Group 51">
            <a:extLst>
              <a:ext uri="{FF2B5EF4-FFF2-40B4-BE49-F238E27FC236}">
                <a16:creationId xmlns:a16="http://schemas.microsoft.com/office/drawing/2014/main" id="{907DCD6C-5443-1E1B-3282-1F826C4759C8}"/>
              </a:ext>
            </a:extLst>
          </p:cNvPr>
          <p:cNvGrpSpPr>
            <a:grpSpLocks/>
          </p:cNvGrpSpPr>
          <p:nvPr/>
        </p:nvGrpSpPr>
        <p:grpSpPr bwMode="auto">
          <a:xfrm>
            <a:off x="6094413" y="3305175"/>
            <a:ext cx="3370262" cy="3082925"/>
            <a:chOff x="3839" y="2082"/>
            <a:chExt cx="2123" cy="1942"/>
          </a:xfrm>
        </p:grpSpPr>
        <p:sp>
          <p:nvSpPr>
            <p:cNvPr id="709655" name="Rectangle 23">
              <a:extLst>
                <a:ext uri="{FF2B5EF4-FFF2-40B4-BE49-F238E27FC236}">
                  <a16:creationId xmlns:a16="http://schemas.microsoft.com/office/drawing/2014/main" id="{D7D80AA6-D06E-440E-0725-AFDA1CDCC726}"/>
                </a:ext>
              </a:extLst>
            </p:cNvPr>
            <p:cNvSpPr>
              <a:spLocks noChangeArrowheads="1"/>
            </p:cNvSpPr>
            <p:nvPr/>
          </p:nvSpPr>
          <p:spPr bwMode="auto">
            <a:xfrm>
              <a:off x="3839" y="2082"/>
              <a:ext cx="2123" cy="1942"/>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09659" name="Line 27">
              <a:extLst>
                <a:ext uri="{FF2B5EF4-FFF2-40B4-BE49-F238E27FC236}">
                  <a16:creationId xmlns:a16="http://schemas.microsoft.com/office/drawing/2014/main" id="{2DF667F3-05F3-C876-BC58-1EDA4A3C0132}"/>
                </a:ext>
              </a:extLst>
            </p:cNvPr>
            <p:cNvSpPr>
              <a:spLocks noChangeShapeType="1"/>
            </p:cNvSpPr>
            <p:nvPr/>
          </p:nvSpPr>
          <p:spPr bwMode="auto">
            <a:xfrm>
              <a:off x="4873" y="2751"/>
              <a:ext cx="0" cy="771"/>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09660" name="AutoShape 28">
              <a:extLst>
                <a:ext uri="{FF2B5EF4-FFF2-40B4-BE49-F238E27FC236}">
                  <a16:creationId xmlns:a16="http://schemas.microsoft.com/office/drawing/2014/main" id="{FFA1F274-C7FA-3426-5D31-04CA0FC582BC}"/>
                </a:ext>
              </a:extLst>
            </p:cNvPr>
            <p:cNvSpPr>
              <a:spLocks noChangeArrowheads="1"/>
            </p:cNvSpPr>
            <p:nvPr/>
          </p:nvSpPr>
          <p:spPr bwMode="auto">
            <a:xfrm>
              <a:off x="4163" y="2447"/>
              <a:ext cx="1414" cy="439"/>
            </a:xfrm>
            <a:prstGeom prst="flowChartDecision">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nchor="ctr"/>
            <a:lstStyle/>
            <a:p>
              <a:pPr>
                <a:lnSpc>
                  <a:spcPct val="96000"/>
                </a:lnSpc>
              </a:pPr>
              <a:r>
                <a:rPr lang="en-US" altLang="ja-JP" sz="1800" b="0">
                  <a:latin typeface="MS UI Gothic" panose="020B0600070205080204" pitchFamily="50" charset="-128"/>
                </a:rPr>
                <a:t>Cnt &lt;=10</a:t>
              </a:r>
              <a:endParaRPr lang="en-US" altLang="ja-JP" sz="1800">
                <a:latin typeface="MS UI Gothic" panose="020B0600070205080204" pitchFamily="50" charset="-128"/>
              </a:endParaRPr>
            </a:p>
          </p:txBody>
        </p:sp>
        <p:sp>
          <p:nvSpPr>
            <p:cNvPr id="709661" name="AutoShape 29">
              <a:extLst>
                <a:ext uri="{FF2B5EF4-FFF2-40B4-BE49-F238E27FC236}">
                  <a16:creationId xmlns:a16="http://schemas.microsoft.com/office/drawing/2014/main" id="{1E78FC7F-F15E-4DBD-E1D2-8E940987EEDD}"/>
                </a:ext>
              </a:extLst>
            </p:cNvPr>
            <p:cNvSpPr>
              <a:spLocks noChangeArrowheads="1"/>
            </p:cNvSpPr>
            <p:nvPr/>
          </p:nvSpPr>
          <p:spPr bwMode="auto">
            <a:xfrm>
              <a:off x="4323" y="3051"/>
              <a:ext cx="1057" cy="258"/>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b="0">
                  <a:latin typeface="MS UI Gothic" panose="020B0600070205080204" pitchFamily="50" charset="-128"/>
                </a:rPr>
                <a:t>Xử lí lặp</a:t>
              </a:r>
              <a:endParaRPr lang="en-US" altLang="ja-JP" sz="1800">
                <a:latin typeface="MS UI Gothic" panose="020B0600070205080204" pitchFamily="50" charset="-128"/>
              </a:endParaRPr>
            </a:p>
          </p:txBody>
        </p:sp>
        <p:sp>
          <p:nvSpPr>
            <p:cNvPr id="709662" name="Line 30">
              <a:extLst>
                <a:ext uri="{FF2B5EF4-FFF2-40B4-BE49-F238E27FC236}">
                  <a16:creationId xmlns:a16="http://schemas.microsoft.com/office/drawing/2014/main" id="{398BC799-869F-5EA2-69ED-77E7F9956F1B}"/>
                </a:ext>
              </a:extLst>
            </p:cNvPr>
            <p:cNvSpPr>
              <a:spLocks noChangeShapeType="1"/>
            </p:cNvSpPr>
            <p:nvPr/>
          </p:nvSpPr>
          <p:spPr bwMode="auto">
            <a:xfrm flipV="1">
              <a:off x="5555" y="2666"/>
              <a:ext cx="256"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09663" name="Line 31">
              <a:extLst>
                <a:ext uri="{FF2B5EF4-FFF2-40B4-BE49-F238E27FC236}">
                  <a16:creationId xmlns:a16="http://schemas.microsoft.com/office/drawing/2014/main" id="{8BC8937E-CAC8-7B28-B298-DEE68801E88A}"/>
                </a:ext>
              </a:extLst>
            </p:cNvPr>
            <p:cNvSpPr>
              <a:spLocks noChangeShapeType="1"/>
            </p:cNvSpPr>
            <p:nvPr/>
          </p:nvSpPr>
          <p:spPr bwMode="auto">
            <a:xfrm>
              <a:off x="4100" y="2250"/>
              <a:ext cx="0" cy="1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09665" name="Text Box 33">
              <a:extLst>
                <a:ext uri="{FF2B5EF4-FFF2-40B4-BE49-F238E27FC236}">
                  <a16:creationId xmlns:a16="http://schemas.microsoft.com/office/drawing/2014/main" id="{BB5417EC-64DA-9B04-038C-4314C45F7B34}"/>
                </a:ext>
              </a:extLst>
            </p:cNvPr>
            <p:cNvSpPr txBox="1">
              <a:spLocks noChangeArrowheads="1"/>
            </p:cNvSpPr>
            <p:nvPr/>
          </p:nvSpPr>
          <p:spPr bwMode="auto">
            <a:xfrm>
              <a:off x="4933" y="2830"/>
              <a:ext cx="424" cy="1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just">
                <a:lnSpc>
                  <a:spcPct val="96000"/>
                </a:lnSpc>
              </a:pPr>
              <a:r>
                <a:rPr lang="en-US" altLang="ja-JP" sz="1800" b="0">
                  <a:latin typeface="MS UI Gothic" panose="020B0600070205080204" pitchFamily="50" charset="-128"/>
                </a:rPr>
                <a:t>true</a:t>
              </a:r>
              <a:endParaRPr lang="en-US" altLang="ja-JP" sz="1800">
                <a:latin typeface="MS UI Gothic" panose="020B0600070205080204" pitchFamily="50" charset="-128"/>
              </a:endParaRPr>
            </a:p>
          </p:txBody>
        </p:sp>
        <p:sp>
          <p:nvSpPr>
            <p:cNvPr id="709666" name="Text Box 34">
              <a:extLst>
                <a:ext uri="{FF2B5EF4-FFF2-40B4-BE49-F238E27FC236}">
                  <a16:creationId xmlns:a16="http://schemas.microsoft.com/office/drawing/2014/main" id="{B8A20356-A510-A456-8A64-841F1C466984}"/>
                </a:ext>
              </a:extLst>
            </p:cNvPr>
            <p:cNvSpPr txBox="1">
              <a:spLocks noChangeArrowheads="1"/>
            </p:cNvSpPr>
            <p:nvPr/>
          </p:nvSpPr>
          <p:spPr bwMode="auto">
            <a:xfrm>
              <a:off x="5464" y="2420"/>
              <a:ext cx="422" cy="1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just">
                <a:lnSpc>
                  <a:spcPct val="96000"/>
                </a:lnSpc>
              </a:pPr>
              <a:r>
                <a:rPr lang="en-US" altLang="ja-JP" sz="1800" b="0">
                  <a:latin typeface="MS UI Gothic" panose="020B0600070205080204" pitchFamily="50" charset="-128"/>
                </a:rPr>
                <a:t>false</a:t>
              </a:r>
              <a:endParaRPr lang="en-US" altLang="ja-JP" sz="1800">
                <a:latin typeface="MS UI Gothic" panose="020B0600070205080204" pitchFamily="50" charset="-128"/>
              </a:endParaRPr>
            </a:p>
          </p:txBody>
        </p:sp>
        <p:sp>
          <p:nvSpPr>
            <p:cNvPr id="709668" name="Line 36">
              <a:extLst>
                <a:ext uri="{FF2B5EF4-FFF2-40B4-BE49-F238E27FC236}">
                  <a16:creationId xmlns:a16="http://schemas.microsoft.com/office/drawing/2014/main" id="{CC5A69BB-9C96-CDEB-5A7F-6A29DD7B88D0}"/>
                </a:ext>
              </a:extLst>
            </p:cNvPr>
            <p:cNvSpPr>
              <a:spLocks noChangeShapeType="1"/>
            </p:cNvSpPr>
            <p:nvPr/>
          </p:nvSpPr>
          <p:spPr bwMode="auto">
            <a:xfrm>
              <a:off x="5815" y="2660"/>
              <a:ext cx="0" cy="98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09669" name="Line 37">
              <a:extLst>
                <a:ext uri="{FF2B5EF4-FFF2-40B4-BE49-F238E27FC236}">
                  <a16:creationId xmlns:a16="http://schemas.microsoft.com/office/drawing/2014/main" id="{BE5B5A89-2307-E07A-8CC6-338595B0062B}"/>
                </a:ext>
              </a:extLst>
            </p:cNvPr>
            <p:cNvSpPr>
              <a:spLocks noChangeShapeType="1"/>
            </p:cNvSpPr>
            <p:nvPr/>
          </p:nvSpPr>
          <p:spPr bwMode="auto">
            <a:xfrm>
              <a:off x="4872" y="3637"/>
              <a:ext cx="948"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09670" name="Line 38">
              <a:extLst>
                <a:ext uri="{FF2B5EF4-FFF2-40B4-BE49-F238E27FC236}">
                  <a16:creationId xmlns:a16="http://schemas.microsoft.com/office/drawing/2014/main" id="{93972E58-894C-EF46-8A77-9D790FC1DBED}"/>
                </a:ext>
              </a:extLst>
            </p:cNvPr>
            <p:cNvSpPr>
              <a:spLocks noChangeShapeType="1"/>
            </p:cNvSpPr>
            <p:nvPr/>
          </p:nvSpPr>
          <p:spPr bwMode="auto">
            <a:xfrm>
              <a:off x="4874" y="3630"/>
              <a:ext cx="0" cy="27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09671" name="Line 39">
              <a:extLst>
                <a:ext uri="{FF2B5EF4-FFF2-40B4-BE49-F238E27FC236}">
                  <a16:creationId xmlns:a16="http://schemas.microsoft.com/office/drawing/2014/main" id="{BD5EE330-F5C5-E770-DC20-907C6EAE9031}"/>
                </a:ext>
              </a:extLst>
            </p:cNvPr>
            <p:cNvSpPr>
              <a:spLocks noChangeShapeType="1"/>
            </p:cNvSpPr>
            <p:nvPr/>
          </p:nvSpPr>
          <p:spPr bwMode="auto">
            <a:xfrm>
              <a:off x="4871" y="2138"/>
              <a:ext cx="0" cy="314"/>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09674" name="Line 42">
              <a:extLst>
                <a:ext uri="{FF2B5EF4-FFF2-40B4-BE49-F238E27FC236}">
                  <a16:creationId xmlns:a16="http://schemas.microsoft.com/office/drawing/2014/main" id="{902158EE-A1D0-DD17-F871-A997E3340A29}"/>
                </a:ext>
              </a:extLst>
            </p:cNvPr>
            <p:cNvSpPr>
              <a:spLocks noChangeShapeType="1"/>
            </p:cNvSpPr>
            <p:nvPr/>
          </p:nvSpPr>
          <p:spPr bwMode="auto">
            <a:xfrm flipV="1">
              <a:off x="4093" y="3516"/>
              <a:ext cx="778"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09675" name="Line 43">
              <a:extLst>
                <a:ext uri="{FF2B5EF4-FFF2-40B4-BE49-F238E27FC236}">
                  <a16:creationId xmlns:a16="http://schemas.microsoft.com/office/drawing/2014/main" id="{93D7F7FB-C48F-641C-9A10-09F1D72C3444}"/>
                </a:ext>
              </a:extLst>
            </p:cNvPr>
            <p:cNvSpPr>
              <a:spLocks noChangeShapeType="1"/>
            </p:cNvSpPr>
            <p:nvPr/>
          </p:nvSpPr>
          <p:spPr bwMode="auto">
            <a:xfrm flipV="1">
              <a:off x="4095" y="2256"/>
              <a:ext cx="778" cy="0"/>
            </a:xfrm>
            <a:prstGeom prst="line">
              <a:avLst/>
            </a:prstGeom>
            <a:noFill/>
            <a:ln w="19050">
              <a:solidFill>
                <a:srgbClr val="000000"/>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grpSp>
      <p:sp>
        <p:nvSpPr>
          <p:cNvPr id="709639" name="Rectangle 7">
            <a:extLst>
              <a:ext uri="{FF2B5EF4-FFF2-40B4-BE49-F238E27FC236}">
                <a16:creationId xmlns:a16="http://schemas.microsoft.com/office/drawing/2014/main" id="{F82A1F7A-765D-F3F0-0966-B778BF000CD3}"/>
              </a:ext>
            </a:extLst>
          </p:cNvPr>
          <p:cNvSpPr>
            <a:spLocks noChangeArrowheads="1"/>
          </p:cNvSpPr>
          <p:nvPr/>
        </p:nvSpPr>
        <p:spPr bwMode="auto">
          <a:xfrm>
            <a:off x="344488" y="3709988"/>
            <a:ext cx="5538787" cy="26781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en-US" altLang="ja-JP" sz="1800" b="0">
                <a:latin typeface="ＭＳ ゴシック" panose="020B0609070205080204" pitchFamily="49" charset="-128"/>
                <a:ea typeface="ＭＳ ゴシック" panose="020B0609070205080204" pitchFamily="49" charset="-128"/>
              </a:rPr>
              <a:t>int cnt = 1;</a:t>
            </a:r>
          </a:p>
          <a:p>
            <a:pPr lvl="1"/>
            <a:r>
              <a:rPr lang="en-US" altLang="ja-JP" sz="1800" b="0">
                <a:latin typeface="ＭＳ ゴシック" panose="020B0609070205080204" pitchFamily="49" charset="-128"/>
                <a:ea typeface="ＭＳ ゴシック" panose="020B0609070205080204" pitchFamily="49" charset="-128"/>
              </a:rPr>
              <a:t>int ans = 0;</a:t>
            </a:r>
          </a:p>
          <a:p>
            <a:pPr lvl="1"/>
            <a:endParaRPr lang="en-US" altLang="ja-JP" sz="1800" b="0">
              <a:latin typeface="ＭＳ ゴシック" panose="020B0609070205080204" pitchFamily="49" charset="-128"/>
              <a:ea typeface="ＭＳ ゴシック" panose="020B0609070205080204" pitchFamily="49" charset="-128"/>
            </a:endParaRPr>
          </a:p>
          <a:p>
            <a:pPr lvl="1"/>
            <a:r>
              <a:rPr lang="en-US" altLang="ja-JP" sz="1800" b="0">
                <a:latin typeface="ＭＳ ゴシック" panose="020B0609070205080204" pitchFamily="49" charset="-128"/>
                <a:ea typeface="ＭＳ ゴシック" panose="020B0609070205080204" pitchFamily="49" charset="-128"/>
              </a:rPr>
              <a:t>while (cnt &lt;= 10) {</a:t>
            </a:r>
          </a:p>
          <a:p>
            <a:pPr lvl="1"/>
            <a:r>
              <a:rPr lang="en-US" altLang="ja-JP" sz="1800" b="0">
                <a:latin typeface="ＭＳ ゴシック" panose="020B0609070205080204" pitchFamily="49" charset="-128"/>
                <a:ea typeface="ＭＳ ゴシック" panose="020B0609070205080204" pitchFamily="49" charset="-128"/>
              </a:rPr>
              <a:t>    ans += cnt;</a:t>
            </a:r>
          </a:p>
          <a:p>
            <a:pPr lvl="1"/>
            <a:r>
              <a:rPr lang="en-US" altLang="ja-JP" sz="1800" b="0">
                <a:latin typeface="ＭＳ ゴシック" panose="020B0609070205080204" pitchFamily="49" charset="-128"/>
                <a:ea typeface="ＭＳ ゴシック" panose="020B0609070205080204" pitchFamily="49" charset="-128"/>
              </a:rPr>
              <a:t>    cnt++;</a:t>
            </a:r>
          </a:p>
          <a:p>
            <a:pPr lvl="1"/>
            <a:r>
              <a:rPr lang="en-US" altLang="ja-JP" sz="1800" b="0">
                <a:latin typeface="ＭＳ ゴシック" panose="020B0609070205080204" pitchFamily="49" charset="-128"/>
                <a:ea typeface="ＭＳ ゴシック" panose="020B0609070205080204" pitchFamily="49" charset="-128"/>
              </a:rPr>
              <a:t>}</a:t>
            </a:r>
          </a:p>
          <a:p>
            <a:pPr lvl="1"/>
            <a:r>
              <a:rPr lang="en-US" altLang="ja-JP" sz="1800" b="0">
                <a:latin typeface="ＭＳ ゴシック" panose="020B0609070205080204" pitchFamily="49" charset="-128"/>
                <a:ea typeface="ＭＳ ゴシック" panose="020B0609070205080204" pitchFamily="49" charset="-128"/>
              </a:rPr>
              <a:t>System.out.println(cnt + "," + ans);	</a:t>
            </a:r>
          </a:p>
        </p:txBody>
      </p:sp>
      <p:sp>
        <p:nvSpPr>
          <p:cNvPr id="709677" name="Rectangle 45">
            <a:extLst>
              <a:ext uri="{FF2B5EF4-FFF2-40B4-BE49-F238E27FC236}">
                <a16:creationId xmlns:a16="http://schemas.microsoft.com/office/drawing/2014/main" id="{F32B1C5C-FED3-1852-7BA0-9F0F6330DC59}"/>
              </a:ext>
            </a:extLst>
          </p:cNvPr>
          <p:cNvSpPr>
            <a:spLocks noChangeArrowheads="1"/>
          </p:cNvSpPr>
          <p:nvPr/>
        </p:nvSpPr>
        <p:spPr bwMode="auto">
          <a:xfrm>
            <a:off x="989013" y="5273675"/>
            <a:ext cx="968375" cy="346075"/>
          </a:xfrm>
          <a:prstGeom prst="rect">
            <a:avLst/>
          </a:prstGeom>
          <a:noFill/>
          <a:ln w="381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ja-JP" altLang="ja-JP">
              <a:ea typeface="ＭＳ ゴシック" panose="020B0609070205080204" pitchFamily="49" charset="-128"/>
            </a:endParaRPr>
          </a:p>
        </p:txBody>
      </p:sp>
      <p:sp>
        <p:nvSpPr>
          <p:cNvPr id="709680" name="AutoShape 48">
            <a:extLst>
              <a:ext uri="{FF2B5EF4-FFF2-40B4-BE49-F238E27FC236}">
                <a16:creationId xmlns:a16="http://schemas.microsoft.com/office/drawing/2014/main" id="{658104E0-AAA3-D8EA-0DBB-6B91C2CC502F}"/>
              </a:ext>
            </a:extLst>
          </p:cNvPr>
          <p:cNvSpPr>
            <a:spLocks noChangeArrowheads="1"/>
          </p:cNvSpPr>
          <p:nvPr/>
        </p:nvSpPr>
        <p:spPr bwMode="auto">
          <a:xfrm>
            <a:off x="2692400" y="4940300"/>
            <a:ext cx="3098800" cy="787400"/>
          </a:xfrm>
          <a:prstGeom prst="wedgeRoundRectCallout">
            <a:avLst>
              <a:gd name="adj1" fmla="val -76486"/>
              <a:gd name="adj2" fmla="val 22176"/>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nchor="ctr"/>
          <a:lstStyle/>
          <a:p>
            <a:pPr algn="ctr"/>
            <a:r>
              <a:rPr lang="en-US" altLang="ja-JP" sz="1800">
                <a:latin typeface="MS UI Gothic" panose="020B0600070205080204" pitchFamily="50" charset="-128"/>
              </a:rPr>
              <a:t>Xử lí để thay đổi điều kiện lặp từ t</a:t>
            </a:r>
            <a:r>
              <a:rPr lang="en-US" altLang="ja-JP" sz="1800">
                <a:latin typeface="ＭＳ ゴシック" panose="020B0609070205080204" pitchFamily="49" charset="-128"/>
                <a:ea typeface="ＭＳ ゴシック" panose="020B0609070205080204" pitchFamily="49" charset="-128"/>
              </a:rPr>
              <a:t>rue sang false</a:t>
            </a:r>
            <a:endParaRPr lang="en-US" altLang="ja-JP" sz="1800">
              <a:latin typeface="MS UI Gothic" panose="020B0600070205080204" pitchFamily="50" charset="-128"/>
            </a:endParaRPr>
          </a:p>
        </p:txBody>
      </p:sp>
      <p:sp>
        <p:nvSpPr>
          <p:cNvPr id="709684" name="AutoShape 52">
            <a:extLst>
              <a:ext uri="{FF2B5EF4-FFF2-40B4-BE49-F238E27FC236}">
                <a16:creationId xmlns:a16="http://schemas.microsoft.com/office/drawing/2014/main" id="{D38E5AC1-FBA7-A5DA-C77A-FA0D1D2722DA}"/>
              </a:ext>
            </a:extLst>
          </p:cNvPr>
          <p:cNvSpPr>
            <a:spLocks noChangeArrowheads="1"/>
          </p:cNvSpPr>
          <p:nvPr/>
        </p:nvSpPr>
        <p:spPr bwMode="auto">
          <a:xfrm>
            <a:off x="6110288" y="5738813"/>
            <a:ext cx="1482725" cy="719137"/>
          </a:xfrm>
          <a:prstGeom prst="wedgeRoundRectCallout">
            <a:avLst>
              <a:gd name="adj1" fmla="val 42185"/>
              <a:gd name="adj2" fmla="val -128366"/>
              <a:gd name="adj3" fmla="val 16667"/>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nchor="ctr"/>
          <a:lstStyle/>
          <a:p>
            <a:r>
              <a:rPr lang="en-US" altLang="ja-JP" sz="1600" b="0">
                <a:latin typeface="ＭＳ ゴシック" panose="020B0609070205080204" pitchFamily="49" charset="-128"/>
                <a:ea typeface="ＭＳ ゴシック" panose="020B0609070205080204" pitchFamily="49" charset="-128"/>
              </a:rPr>
              <a:t> ans += cnt;</a:t>
            </a:r>
          </a:p>
          <a:p>
            <a:r>
              <a:rPr lang="en-US" altLang="ja-JP" sz="1600" b="0">
                <a:latin typeface="ＭＳ ゴシック" panose="020B0609070205080204" pitchFamily="49" charset="-128"/>
                <a:ea typeface="ＭＳ ゴシック" panose="020B0609070205080204" pitchFamily="49" charset="-128"/>
              </a:rPr>
              <a:t> cnt++;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3EB6E43C-E87E-D6B6-D477-96716180C715}"/>
              </a:ext>
            </a:extLst>
          </p:cNvPr>
          <p:cNvSpPr>
            <a:spLocks noGrp="1"/>
          </p:cNvSpPr>
          <p:nvPr>
            <p:ph type="sldNum" sz="quarter" idx="10"/>
          </p:nvPr>
        </p:nvSpPr>
        <p:spPr/>
        <p:txBody>
          <a:bodyPr/>
          <a:lstStyle/>
          <a:p>
            <a:fld id="{2749EB2C-F5DA-4FED-8D24-6EC41AE98D0F}" type="slidenum">
              <a:rPr lang="en-US" altLang="ja-JP"/>
              <a:pPr/>
              <a:t>48</a:t>
            </a:fld>
            <a:endParaRPr lang="en-US" altLang="ja-JP"/>
          </a:p>
        </p:txBody>
      </p:sp>
      <p:sp>
        <p:nvSpPr>
          <p:cNvPr id="753667" name="Rectangle 3">
            <a:extLst>
              <a:ext uri="{FF2B5EF4-FFF2-40B4-BE49-F238E27FC236}">
                <a16:creationId xmlns:a16="http://schemas.microsoft.com/office/drawing/2014/main" id="{6ED1A539-2F21-C13F-BA3F-2105955C25F3}"/>
              </a:ext>
            </a:extLst>
          </p:cNvPr>
          <p:cNvSpPr>
            <a:spLocks noGrp="1" noChangeArrowheads="1"/>
          </p:cNvSpPr>
          <p:nvPr>
            <p:ph type="title"/>
          </p:nvPr>
        </p:nvSpPr>
        <p:spPr>
          <a:xfrm>
            <a:off x="344488" y="381000"/>
            <a:ext cx="9217025" cy="490537"/>
          </a:xfrm>
        </p:spPr>
        <p:txBody>
          <a:bodyPr>
            <a:normAutofit fontScale="90000"/>
          </a:bodyPr>
          <a:lstStyle/>
          <a:p>
            <a:r>
              <a:rPr lang="en-US" altLang="ja-JP" dirty="0" err="1">
                <a:latin typeface="MS UI Gothic" panose="020B0600070205080204" pitchFamily="50" charset="-128"/>
                <a:ea typeface="MS UI Gothic" panose="020B0600070205080204" pitchFamily="50" charset="-128"/>
              </a:rPr>
              <a:t>Câu</a:t>
            </a:r>
            <a:r>
              <a:rPr lang="en-US" altLang="ja-JP" dirty="0">
                <a:latin typeface="MS UI Gothic" panose="020B0600070205080204" pitchFamily="50" charset="-128"/>
                <a:ea typeface="MS UI Gothic" panose="020B0600070205080204" pitchFamily="50" charset="-128"/>
              </a:rPr>
              <a:t> </a:t>
            </a:r>
            <a:r>
              <a:rPr lang="en-US" altLang="ja-JP" dirty="0" err="1">
                <a:latin typeface="MS UI Gothic" panose="020B0600070205080204" pitchFamily="50" charset="-128"/>
                <a:ea typeface="MS UI Gothic" panose="020B0600070205080204" pitchFamily="50" charset="-128"/>
              </a:rPr>
              <a:t>lệnh</a:t>
            </a:r>
            <a:r>
              <a:rPr lang="en-US" altLang="ja-JP" dirty="0">
                <a:latin typeface="MS UI Gothic" panose="020B0600070205080204" pitchFamily="50" charset="-128"/>
                <a:ea typeface="MS UI Gothic" panose="020B0600070205080204" pitchFamily="50" charset="-128"/>
              </a:rPr>
              <a:t> </a:t>
            </a:r>
            <a:r>
              <a:rPr lang="en-US" altLang="ja-JP" dirty="0">
                <a:latin typeface="ＭＳ ゴシック" panose="020B0609070205080204" pitchFamily="49" charset="-128"/>
                <a:ea typeface="ＭＳ ゴシック" panose="020B0609070205080204" pitchFamily="49" charset="-128"/>
              </a:rPr>
              <a:t>while</a:t>
            </a:r>
            <a:endParaRPr lang="ja-JP" altLang="ja-JP" dirty="0"/>
          </a:p>
        </p:txBody>
      </p:sp>
      <p:grpSp>
        <p:nvGrpSpPr>
          <p:cNvPr id="3" name="Group 42">
            <a:extLst>
              <a:ext uri="{FF2B5EF4-FFF2-40B4-BE49-F238E27FC236}">
                <a16:creationId xmlns:a16="http://schemas.microsoft.com/office/drawing/2014/main" id="{3C9C44CD-0508-C861-63C8-F0E01B86CFAC}"/>
              </a:ext>
            </a:extLst>
          </p:cNvPr>
          <p:cNvGrpSpPr>
            <a:grpSpLocks/>
          </p:cNvGrpSpPr>
          <p:nvPr/>
        </p:nvGrpSpPr>
        <p:grpSpPr bwMode="auto">
          <a:xfrm>
            <a:off x="457200" y="1600201"/>
            <a:ext cx="6400800" cy="2058119"/>
            <a:chOff x="453" y="5167"/>
            <a:chExt cx="3748" cy="1405"/>
          </a:xfrm>
        </p:grpSpPr>
        <p:sp>
          <p:nvSpPr>
            <p:cNvPr id="4" name="Text Box 43">
              <a:extLst>
                <a:ext uri="{FF2B5EF4-FFF2-40B4-BE49-F238E27FC236}">
                  <a16:creationId xmlns:a16="http://schemas.microsoft.com/office/drawing/2014/main" id="{C1795825-21A5-DFC3-2EAD-8A49A61B85DD}"/>
                </a:ext>
              </a:extLst>
            </p:cNvPr>
            <p:cNvSpPr txBox="1">
              <a:spLocks noChangeArrowheads="1"/>
            </p:cNvSpPr>
            <p:nvPr/>
          </p:nvSpPr>
          <p:spPr bwMode="auto">
            <a:xfrm>
              <a:off x="455" y="5383"/>
              <a:ext cx="3746" cy="118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79317" tIns="119988" rIns="379317" bIns="119988"/>
            <a:lstStyle>
              <a:lvl1pPr defTabSz="928688">
                <a:defRPr kumimoji="1">
                  <a:solidFill>
                    <a:schemeClr val="tx1"/>
                  </a:solidFill>
                  <a:latin typeface="Arial" panose="020B0604020202020204" pitchFamily="34" charset="0"/>
                  <a:ea typeface="ＭＳ Ｐゴシック" panose="020B0600070205080204" pitchFamily="50" charset="-128"/>
                </a:defRPr>
              </a:lvl1pPr>
              <a:lvl2pPr marL="492125" defTabSz="928688">
                <a:defRPr kumimoji="1">
                  <a:solidFill>
                    <a:schemeClr val="tx1"/>
                  </a:solidFill>
                  <a:latin typeface="Arial" panose="020B0604020202020204" pitchFamily="34" charset="0"/>
                  <a:ea typeface="ＭＳ Ｐゴシック" panose="020B0600070205080204" pitchFamily="50" charset="-128"/>
                </a:defRPr>
              </a:lvl2pPr>
              <a:lvl3pPr marL="982663" defTabSz="928688">
                <a:defRPr kumimoji="1">
                  <a:solidFill>
                    <a:schemeClr val="tx1"/>
                  </a:solidFill>
                  <a:latin typeface="Arial" panose="020B0604020202020204" pitchFamily="34" charset="0"/>
                  <a:ea typeface="ＭＳ Ｐゴシック" panose="020B0600070205080204" pitchFamily="50" charset="-128"/>
                </a:defRPr>
              </a:lvl3pPr>
              <a:lvl4pPr marL="1474788" defTabSz="928688">
                <a:defRPr kumimoji="1">
                  <a:solidFill>
                    <a:schemeClr val="tx1"/>
                  </a:solidFill>
                  <a:latin typeface="Arial" panose="020B0604020202020204" pitchFamily="34" charset="0"/>
                  <a:ea typeface="ＭＳ Ｐゴシック" panose="020B0600070205080204" pitchFamily="50" charset="-128"/>
                </a:defRPr>
              </a:lvl4pPr>
              <a:lvl5pPr marL="1966913" defTabSz="928688">
                <a:defRPr kumimoji="1">
                  <a:solidFill>
                    <a:schemeClr val="tx1"/>
                  </a:solidFill>
                  <a:latin typeface="Arial" panose="020B0604020202020204" pitchFamily="34" charset="0"/>
                  <a:ea typeface="ＭＳ Ｐゴシック" panose="020B0600070205080204" pitchFamily="50" charset="-128"/>
                </a:defRPr>
              </a:lvl5pPr>
              <a:lvl6pPr marL="24241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nSpc>
                  <a:spcPct val="50000"/>
                </a:lnSpc>
              </a:pPr>
              <a:r>
                <a:rPr lang="en-US" altLang="ja-JP" b="0" dirty="0" err="1">
                  <a:ea typeface="MS UI Gothic" panose="020B0600070205080204" pitchFamily="50" charset="-128"/>
                </a:rPr>
                <a:t>Gọi</a:t>
              </a:r>
              <a:r>
                <a:rPr lang="en-US" altLang="ja-JP" b="0" dirty="0">
                  <a:ea typeface="MS UI Gothic" panose="020B0600070205080204" pitchFamily="50" charset="-128"/>
                </a:rPr>
                <a:t> </a:t>
              </a:r>
              <a:r>
                <a:rPr lang="en-US" altLang="ja-JP" b="0" dirty="0" err="1">
                  <a:ea typeface="MS UI Gothic" panose="020B0600070205080204" pitchFamily="50" charset="-128"/>
                </a:rPr>
                <a:t>xử</a:t>
              </a:r>
              <a:r>
                <a:rPr lang="en-US" altLang="ja-JP" b="0" dirty="0">
                  <a:ea typeface="MS UI Gothic" panose="020B0600070205080204" pitchFamily="50" charset="-128"/>
                </a:rPr>
                <a:t> </a:t>
              </a:r>
              <a:r>
                <a:rPr lang="en-US" altLang="ja-JP" b="0" dirty="0" err="1">
                  <a:ea typeface="MS UI Gothic" panose="020B0600070205080204" pitchFamily="50" charset="-128"/>
                </a:rPr>
                <a:t>lí</a:t>
              </a:r>
              <a:r>
                <a:rPr lang="en-US" altLang="ja-JP" b="0" dirty="0">
                  <a:ea typeface="MS UI Gothic" panose="020B0600070205080204" pitchFamily="50" charset="-128"/>
                </a:rPr>
                <a:t> </a:t>
              </a:r>
              <a:r>
                <a:rPr lang="en-US" altLang="ja-JP" b="0" dirty="0" err="1">
                  <a:ea typeface="MS UI Gothic" panose="020B0600070205080204" pitchFamily="50" charset="-128"/>
                </a:rPr>
                <a:t>lặp</a:t>
              </a:r>
              <a:r>
                <a:rPr lang="en-US" altLang="ja-JP" b="0" dirty="0">
                  <a:ea typeface="MS UI Gothic" panose="020B0600070205080204" pitchFamily="50" charset="-128"/>
                </a:rPr>
                <a:t> </a:t>
              </a:r>
              <a:r>
                <a:rPr lang="en-US" altLang="ja-JP" b="0" dirty="0" err="1">
                  <a:ea typeface="MS UI Gothic" panose="020B0600070205080204" pitchFamily="50" charset="-128"/>
                </a:rPr>
                <a:t>không</a:t>
              </a:r>
              <a:r>
                <a:rPr lang="en-US" altLang="ja-JP" b="0" dirty="0">
                  <a:ea typeface="MS UI Gothic" panose="020B0600070205080204" pitchFamily="50" charset="-128"/>
                </a:rPr>
                <a:t> bao </a:t>
              </a:r>
              <a:r>
                <a:rPr lang="en-US" altLang="ja-JP" b="0" dirty="0" err="1">
                  <a:ea typeface="MS UI Gothic" panose="020B0600070205080204" pitchFamily="50" charset="-128"/>
                </a:rPr>
                <a:t>giờ</a:t>
              </a:r>
              <a:r>
                <a:rPr lang="en-US" altLang="ja-JP" b="0" dirty="0">
                  <a:ea typeface="MS UI Gothic" panose="020B0600070205080204" pitchFamily="50" charset="-128"/>
                </a:rPr>
                <a:t> </a:t>
              </a:r>
              <a:r>
                <a:rPr lang="en-US" altLang="ja-JP" b="0" dirty="0" err="1">
                  <a:ea typeface="MS UI Gothic" panose="020B0600070205080204" pitchFamily="50" charset="-128"/>
                </a:rPr>
                <a:t>kết</a:t>
              </a:r>
              <a:r>
                <a:rPr lang="en-US" altLang="ja-JP" b="0" dirty="0">
                  <a:ea typeface="MS UI Gothic" panose="020B0600070205080204" pitchFamily="50" charset="-128"/>
                </a:rPr>
                <a:t> </a:t>
              </a:r>
              <a:r>
                <a:rPr lang="en-US" altLang="ja-JP" b="0" dirty="0" err="1">
                  <a:ea typeface="MS UI Gothic" panose="020B0600070205080204" pitchFamily="50" charset="-128"/>
                </a:rPr>
                <a:t>thúc</a:t>
              </a:r>
              <a:r>
                <a:rPr lang="en-US" altLang="ja-JP" b="0" dirty="0">
                  <a:ea typeface="MS UI Gothic" panose="020B0600070205080204" pitchFamily="50" charset="-128"/>
                </a:rPr>
                <a:t> </a:t>
              </a:r>
              <a:r>
                <a:rPr lang="en-US" altLang="ja-JP" b="0" dirty="0" err="1">
                  <a:ea typeface="MS UI Gothic" panose="020B0600070205080204" pitchFamily="50" charset="-128"/>
                </a:rPr>
                <a:t>là</a:t>
              </a:r>
              <a:r>
                <a:rPr lang="en-US" altLang="ja-JP" b="0" dirty="0">
                  <a:ea typeface="MS UI Gothic" panose="020B0600070205080204" pitchFamily="50" charset="-128"/>
                </a:rPr>
                <a:t> </a:t>
              </a:r>
              <a:r>
                <a:rPr lang="en-US" altLang="ja-JP" b="0" dirty="0" err="1">
                  <a:ea typeface="MS UI Gothic" panose="020B0600070205080204" pitchFamily="50" charset="-128"/>
                </a:rPr>
                <a:t>lặp</a:t>
              </a:r>
              <a:r>
                <a:rPr lang="en-US" altLang="ja-JP" b="0" dirty="0">
                  <a:ea typeface="MS UI Gothic" panose="020B0600070205080204" pitchFamily="50" charset="-128"/>
                </a:rPr>
                <a:t> </a:t>
              </a:r>
              <a:r>
                <a:rPr lang="en-US" altLang="ja-JP" b="0" dirty="0" err="1">
                  <a:ea typeface="MS UI Gothic" panose="020B0600070205080204" pitchFamily="50" charset="-128"/>
                </a:rPr>
                <a:t>vô</a:t>
              </a:r>
              <a:r>
                <a:rPr lang="en-US" altLang="ja-JP" b="0" dirty="0">
                  <a:ea typeface="MS UI Gothic" panose="020B0600070205080204" pitchFamily="50" charset="-128"/>
                </a:rPr>
                <a:t> </a:t>
              </a:r>
              <a:r>
                <a:rPr lang="en-US" altLang="ja-JP" b="0" dirty="0" err="1">
                  <a:ea typeface="MS UI Gothic" panose="020B0600070205080204" pitchFamily="50" charset="-128"/>
                </a:rPr>
                <a:t>hạn</a:t>
              </a:r>
              <a:endParaRPr lang="en-US" altLang="ja-JP" b="0" dirty="0">
                <a:ea typeface="MS UI Gothic" panose="020B0600070205080204" pitchFamily="50" charset="-128"/>
              </a:endParaRPr>
            </a:p>
            <a:p>
              <a:r>
                <a:rPr lang="en-US" altLang="ja-JP" b="0" dirty="0" err="1">
                  <a:ea typeface="MS UI Gothic" panose="020B0600070205080204" pitchFamily="50" charset="-128"/>
                </a:rPr>
                <a:t>Để</a:t>
              </a:r>
              <a:r>
                <a:rPr lang="en-US" altLang="ja-JP" b="0" dirty="0">
                  <a:ea typeface="MS UI Gothic" panose="020B0600070205080204" pitchFamily="50" charset="-128"/>
                </a:rPr>
                <a:t> </a:t>
              </a:r>
              <a:r>
                <a:rPr lang="en-US" altLang="ja-JP" b="0" dirty="0" err="1">
                  <a:ea typeface="MS UI Gothic" panose="020B0600070205080204" pitchFamily="50" charset="-128"/>
                </a:rPr>
                <a:t>không</a:t>
              </a:r>
              <a:r>
                <a:rPr lang="en-US" altLang="ja-JP" b="0" dirty="0">
                  <a:ea typeface="MS UI Gothic" panose="020B0600070205080204" pitchFamily="50" charset="-128"/>
                </a:rPr>
                <a:t> </a:t>
              </a:r>
              <a:r>
                <a:rPr lang="en-US" altLang="ja-JP" b="0" dirty="0" err="1">
                  <a:ea typeface="MS UI Gothic" panose="020B0600070205080204" pitchFamily="50" charset="-128"/>
                </a:rPr>
                <a:t>tạo</a:t>
              </a:r>
              <a:r>
                <a:rPr lang="en-US" altLang="ja-JP" b="0" dirty="0">
                  <a:ea typeface="MS UI Gothic" panose="020B0600070205080204" pitchFamily="50" charset="-128"/>
                </a:rPr>
                <a:t> </a:t>
              </a:r>
              <a:r>
                <a:rPr lang="en-US" altLang="ja-JP" b="0" dirty="0" err="1">
                  <a:ea typeface="MS UI Gothic" panose="020B0600070205080204" pitchFamily="50" charset="-128"/>
                </a:rPr>
                <a:t>ra</a:t>
              </a:r>
              <a:r>
                <a:rPr lang="en-US" altLang="ja-JP" b="0" dirty="0">
                  <a:ea typeface="MS UI Gothic" panose="020B0600070205080204" pitchFamily="50" charset="-128"/>
                </a:rPr>
                <a:t> </a:t>
              </a:r>
              <a:r>
                <a:rPr lang="en-US" altLang="ja-JP" b="0" dirty="0" err="1">
                  <a:ea typeface="MS UI Gothic" panose="020B0600070205080204" pitchFamily="50" charset="-128"/>
                </a:rPr>
                <a:t>lặp</a:t>
              </a:r>
              <a:r>
                <a:rPr lang="en-US" altLang="ja-JP" b="0" dirty="0">
                  <a:ea typeface="MS UI Gothic" panose="020B0600070205080204" pitchFamily="50" charset="-128"/>
                </a:rPr>
                <a:t> </a:t>
              </a:r>
              <a:r>
                <a:rPr lang="en-US" altLang="ja-JP" b="0" dirty="0" err="1">
                  <a:ea typeface="MS UI Gothic" panose="020B0600070205080204" pitchFamily="50" charset="-128"/>
                </a:rPr>
                <a:t>vô</a:t>
              </a:r>
              <a:r>
                <a:rPr lang="en-US" altLang="ja-JP" b="0" dirty="0">
                  <a:ea typeface="MS UI Gothic" panose="020B0600070205080204" pitchFamily="50" charset="-128"/>
                </a:rPr>
                <a:t> </a:t>
              </a:r>
              <a:r>
                <a:rPr lang="en-US" altLang="ja-JP" b="0" dirty="0" err="1">
                  <a:ea typeface="MS UI Gothic" panose="020B0600070205080204" pitchFamily="50" charset="-128"/>
                </a:rPr>
                <a:t>hạn</a:t>
              </a:r>
              <a:r>
                <a:rPr lang="en-US" altLang="ja-JP" b="0" dirty="0">
                  <a:ea typeface="MS UI Gothic" panose="020B0600070205080204" pitchFamily="50" charset="-128"/>
                </a:rPr>
                <a:t> </a:t>
              </a:r>
              <a:r>
                <a:rPr lang="en-US" altLang="ja-JP" b="0" dirty="0" err="1">
                  <a:ea typeface="MS UI Gothic" panose="020B0600070205080204" pitchFamily="50" charset="-128"/>
                </a:rPr>
                <a:t>thì</a:t>
              </a:r>
              <a:r>
                <a:rPr lang="en-US" altLang="ja-JP" b="0" dirty="0">
                  <a:ea typeface="MS UI Gothic" panose="020B0600070205080204" pitchFamily="50" charset="-128"/>
                </a:rPr>
                <a:t> </a:t>
              </a:r>
              <a:r>
                <a:rPr lang="en-US" altLang="ja-JP" b="0" dirty="0" err="1">
                  <a:ea typeface="MS UI Gothic" panose="020B0600070205080204" pitchFamily="50" charset="-128"/>
                </a:rPr>
                <a:t>trong</a:t>
              </a:r>
              <a:r>
                <a:rPr lang="en-US" altLang="ja-JP" b="0" dirty="0">
                  <a:ea typeface="MS UI Gothic" panose="020B0600070205080204" pitchFamily="50" charset="-128"/>
                </a:rPr>
                <a:t> </a:t>
              </a:r>
              <a:r>
                <a:rPr lang="en-US" altLang="ja-JP" b="0" dirty="0" err="1">
                  <a:ea typeface="MS UI Gothic" panose="020B0600070205080204" pitchFamily="50" charset="-128"/>
                </a:rPr>
                <a:t>xử</a:t>
              </a:r>
              <a:r>
                <a:rPr lang="en-US" altLang="ja-JP" b="0" dirty="0">
                  <a:ea typeface="MS UI Gothic" panose="020B0600070205080204" pitchFamily="50" charset="-128"/>
                </a:rPr>
                <a:t> </a:t>
              </a:r>
              <a:r>
                <a:rPr lang="en-US" altLang="ja-JP" b="0" dirty="0" err="1">
                  <a:ea typeface="MS UI Gothic" panose="020B0600070205080204" pitchFamily="50" charset="-128"/>
                </a:rPr>
                <a:t>lí</a:t>
              </a:r>
              <a:r>
                <a:rPr lang="en-US" altLang="ja-JP" b="0" dirty="0">
                  <a:ea typeface="MS UI Gothic" panose="020B0600070205080204" pitchFamily="50" charset="-128"/>
                </a:rPr>
                <a:t> </a:t>
              </a:r>
              <a:r>
                <a:rPr lang="en-US" altLang="ja-JP" b="0" dirty="0" err="1">
                  <a:ea typeface="MS UI Gothic" panose="020B0600070205080204" pitchFamily="50" charset="-128"/>
                </a:rPr>
                <a:t>lặp</a:t>
              </a:r>
              <a:r>
                <a:rPr lang="en-US" altLang="ja-JP" b="0" dirty="0">
                  <a:ea typeface="MS UI Gothic" panose="020B0600070205080204" pitchFamily="50" charset="-128"/>
                </a:rPr>
                <a:t> </a:t>
              </a:r>
              <a:r>
                <a:rPr lang="en-US" altLang="ja-JP" b="0" dirty="0" err="1">
                  <a:ea typeface="MS UI Gothic" panose="020B0600070205080204" pitchFamily="50" charset="-128"/>
                </a:rPr>
                <a:t>của</a:t>
              </a:r>
              <a:r>
                <a:rPr lang="en-US" altLang="ja-JP" b="0" dirty="0">
                  <a:ea typeface="MS UI Gothic" panose="020B0600070205080204" pitchFamily="50" charset="-128"/>
                </a:rPr>
                <a:t> </a:t>
              </a:r>
              <a:r>
                <a:rPr lang="en-US" altLang="ja-JP" b="0" dirty="0" err="1">
                  <a:ea typeface="MS UI Gothic" panose="020B0600070205080204" pitchFamily="50" charset="-128"/>
                </a:rPr>
                <a:t>câu</a:t>
              </a:r>
              <a:r>
                <a:rPr lang="en-US" altLang="ja-JP" b="0" dirty="0">
                  <a:ea typeface="MS UI Gothic" panose="020B0600070205080204" pitchFamily="50" charset="-128"/>
                </a:rPr>
                <a:t> </a:t>
              </a:r>
              <a:r>
                <a:rPr lang="en-US" altLang="ja-JP" b="0" dirty="0" err="1">
                  <a:ea typeface="MS UI Gothic" panose="020B0600070205080204" pitchFamily="50" charset="-128"/>
                </a:rPr>
                <a:t>lệnh</a:t>
              </a:r>
              <a:r>
                <a:rPr lang="en-US" altLang="ja-JP" b="0" dirty="0">
                  <a:ea typeface="MS UI Gothic" panose="020B0600070205080204" pitchFamily="50" charset="-128"/>
                </a:rPr>
                <a:t> while </a:t>
              </a:r>
              <a:r>
                <a:rPr lang="en-US" altLang="ja-JP" b="0" dirty="0" err="1">
                  <a:ea typeface="MS UI Gothic" panose="020B0600070205080204" pitchFamily="50" charset="-128"/>
                </a:rPr>
                <a:t>phải</a:t>
              </a:r>
              <a:r>
                <a:rPr lang="en-US" altLang="ja-JP" b="0" dirty="0">
                  <a:ea typeface="MS UI Gothic" panose="020B0600070205080204" pitchFamily="50" charset="-128"/>
                </a:rPr>
                <a:t> </a:t>
              </a:r>
              <a:r>
                <a:rPr lang="en-US" altLang="ja-JP" b="0" dirty="0" err="1">
                  <a:ea typeface="MS UI Gothic" panose="020B0600070205080204" pitchFamily="50" charset="-128"/>
                </a:rPr>
                <a:t>có</a:t>
              </a:r>
              <a:r>
                <a:rPr lang="en-US" altLang="ja-JP" b="0" dirty="0">
                  <a:ea typeface="MS UI Gothic" panose="020B0600070205080204" pitchFamily="50" charset="-128"/>
                </a:rPr>
                <a:t> </a:t>
              </a:r>
              <a:r>
                <a:rPr lang="en-US" altLang="ja-JP" b="0" dirty="0" err="1">
                  <a:ea typeface="MS UI Gothic" panose="020B0600070205080204" pitchFamily="50" charset="-128"/>
                </a:rPr>
                <a:t>xử</a:t>
              </a:r>
              <a:r>
                <a:rPr lang="en-US" altLang="ja-JP" b="0" dirty="0">
                  <a:ea typeface="MS UI Gothic" panose="020B0600070205080204" pitchFamily="50" charset="-128"/>
                </a:rPr>
                <a:t> </a:t>
              </a:r>
              <a:r>
                <a:rPr lang="en-US" altLang="ja-JP" b="0" dirty="0" err="1">
                  <a:ea typeface="MS UI Gothic" panose="020B0600070205080204" pitchFamily="50" charset="-128"/>
                </a:rPr>
                <a:t>lí</a:t>
              </a:r>
              <a:r>
                <a:rPr lang="en-US" altLang="ja-JP" b="0" dirty="0">
                  <a:ea typeface="MS UI Gothic" panose="020B0600070205080204" pitchFamily="50" charset="-128"/>
                </a:rPr>
                <a:t> </a:t>
              </a:r>
              <a:r>
                <a:rPr lang="en-US" altLang="ja-JP" b="0" dirty="0" err="1">
                  <a:ea typeface="MS UI Gothic" panose="020B0600070205080204" pitchFamily="50" charset="-128"/>
                </a:rPr>
                <a:t>thay</a:t>
              </a:r>
              <a:r>
                <a:rPr lang="en-US" altLang="ja-JP" b="0" dirty="0">
                  <a:ea typeface="MS UI Gothic" panose="020B0600070205080204" pitchFamily="50" charset="-128"/>
                </a:rPr>
                <a:t> </a:t>
              </a:r>
              <a:r>
                <a:rPr lang="en-US" altLang="ja-JP" b="0" dirty="0" err="1">
                  <a:ea typeface="MS UI Gothic" panose="020B0600070205080204" pitchFamily="50" charset="-128"/>
                </a:rPr>
                <a:t>đổi</a:t>
              </a:r>
              <a:r>
                <a:rPr lang="en-US" altLang="ja-JP" b="0" dirty="0">
                  <a:ea typeface="MS UI Gothic" panose="020B0600070205080204" pitchFamily="50" charset="-128"/>
                </a:rPr>
                <a:t> </a:t>
              </a:r>
              <a:r>
                <a:rPr lang="en-US" altLang="ja-JP" b="0" dirty="0" err="1">
                  <a:ea typeface="MS UI Gothic" panose="020B0600070205080204" pitchFamily="50" charset="-128"/>
                </a:rPr>
                <a:t>điều</a:t>
              </a:r>
              <a:r>
                <a:rPr lang="en-US" altLang="ja-JP" b="0" dirty="0">
                  <a:ea typeface="MS UI Gothic" panose="020B0600070205080204" pitchFamily="50" charset="-128"/>
                </a:rPr>
                <a:t> </a:t>
              </a:r>
              <a:r>
                <a:rPr lang="en-US" altLang="ja-JP" b="0" dirty="0" err="1">
                  <a:ea typeface="MS UI Gothic" panose="020B0600070205080204" pitchFamily="50" charset="-128"/>
                </a:rPr>
                <a:t>kiện</a:t>
              </a:r>
              <a:r>
                <a:rPr lang="en-US" altLang="ja-JP" b="0" dirty="0">
                  <a:ea typeface="MS UI Gothic" panose="020B0600070205080204" pitchFamily="50" charset="-128"/>
                </a:rPr>
                <a:t> </a:t>
              </a:r>
              <a:r>
                <a:rPr lang="en-US" altLang="ja-JP" b="0" dirty="0" err="1">
                  <a:ea typeface="MS UI Gothic" panose="020B0600070205080204" pitchFamily="50" charset="-128"/>
                </a:rPr>
                <a:t>lặp</a:t>
              </a:r>
              <a:r>
                <a:rPr lang="en-US" altLang="ja-JP" b="0" dirty="0">
                  <a:ea typeface="MS UI Gothic" panose="020B0600070205080204" pitchFamily="50" charset="-128"/>
                </a:rPr>
                <a:t> </a:t>
              </a:r>
              <a:r>
                <a:rPr lang="en-US" altLang="ja-JP" b="0" dirty="0" err="1">
                  <a:ea typeface="MS UI Gothic" panose="020B0600070205080204" pitchFamily="50" charset="-128"/>
                </a:rPr>
                <a:t>chuyển</a:t>
              </a:r>
              <a:r>
                <a:rPr lang="en-US" altLang="ja-JP" b="0" dirty="0">
                  <a:ea typeface="MS UI Gothic" panose="020B0600070205080204" pitchFamily="50" charset="-128"/>
                </a:rPr>
                <a:t> </a:t>
              </a:r>
              <a:r>
                <a:rPr lang="en-US" altLang="ja-JP" b="0" dirty="0" err="1">
                  <a:ea typeface="MS UI Gothic" panose="020B0600070205080204" pitchFamily="50" charset="-128"/>
                </a:rPr>
                <a:t>từ</a:t>
              </a:r>
              <a:r>
                <a:rPr lang="en-US" altLang="ja-JP" b="0" dirty="0">
                  <a:ea typeface="MS UI Gothic" panose="020B0600070205080204" pitchFamily="50" charset="-128"/>
                </a:rPr>
                <a:t> true sang false .</a:t>
              </a:r>
            </a:p>
            <a:p>
              <a:r>
                <a:rPr lang="ja-JP" altLang="en-US" b="0" dirty="0">
                  <a:ea typeface="MS UI Gothic" panose="020B0600070205080204" pitchFamily="50" charset="-128"/>
                </a:rPr>
                <a:t>（</a:t>
              </a:r>
              <a:r>
                <a:rPr lang="en-US" altLang="ja-JP" b="0" dirty="0">
                  <a:ea typeface="MS UI Gothic" panose="020B0600070205080204" pitchFamily="50" charset="-128"/>
                </a:rPr>
                <a:t>Ở </a:t>
              </a:r>
              <a:r>
                <a:rPr lang="en-US" altLang="ja-JP" b="0" dirty="0" err="1">
                  <a:ea typeface="MS UI Gothic" panose="020B0600070205080204" pitchFamily="50" charset="-128"/>
                </a:rPr>
                <a:t>ví</a:t>
              </a:r>
              <a:r>
                <a:rPr lang="en-US" altLang="ja-JP" b="0" dirty="0">
                  <a:ea typeface="MS UI Gothic" panose="020B0600070205080204" pitchFamily="50" charset="-128"/>
                </a:rPr>
                <a:t> </a:t>
              </a:r>
              <a:r>
                <a:rPr lang="en-US" altLang="ja-JP" b="0" dirty="0" err="1">
                  <a:ea typeface="MS UI Gothic" panose="020B0600070205080204" pitchFamily="50" charset="-128"/>
                </a:rPr>
                <a:t>dụ</a:t>
              </a:r>
              <a:r>
                <a:rPr lang="en-US" altLang="ja-JP" b="0" dirty="0">
                  <a:ea typeface="MS UI Gothic" panose="020B0600070205080204" pitchFamily="50" charset="-128"/>
                </a:rPr>
                <a:t> </a:t>
              </a:r>
              <a:r>
                <a:rPr lang="en-US" altLang="ja-JP" b="0" dirty="0" err="1">
                  <a:ea typeface="MS UI Gothic" panose="020B0600070205080204" pitchFamily="50" charset="-128"/>
                </a:rPr>
                <a:t>trên</a:t>
              </a:r>
              <a:r>
                <a:rPr lang="en-US" altLang="ja-JP" b="0" dirty="0">
                  <a:ea typeface="MS UI Gothic" panose="020B0600070205080204" pitchFamily="50" charset="-128"/>
                </a:rPr>
                <a:t> </a:t>
              </a:r>
              <a:r>
                <a:rPr lang="en-US" altLang="ja-JP" b="0" dirty="0" err="1">
                  <a:ea typeface="MS UI Gothic" panose="020B0600070205080204" pitchFamily="50" charset="-128"/>
                </a:rPr>
                <a:t>là</a:t>
              </a:r>
              <a:r>
                <a:rPr lang="en-US" altLang="ja-JP" b="0" dirty="0">
                  <a:ea typeface="MS UI Gothic" panose="020B0600070205080204" pitchFamily="50" charset="-128"/>
                </a:rPr>
                <a:t> </a:t>
              </a:r>
              <a:r>
                <a:rPr lang="en-US" altLang="ja-JP" b="0" dirty="0" err="1">
                  <a:ea typeface="ＭＳ ゴシック" panose="020B0609070205080204" pitchFamily="49" charset="-128"/>
                </a:rPr>
                <a:t>cnt</a:t>
              </a:r>
              <a:r>
                <a:rPr lang="en-US" altLang="ja-JP" b="0" dirty="0">
                  <a:ea typeface="ＭＳ ゴシック" panose="020B0609070205080204" pitchFamily="49" charset="-128"/>
                </a:rPr>
                <a:t>++;</a:t>
              </a:r>
              <a:r>
                <a:rPr lang="ja-JP" altLang="en-US" b="0" dirty="0">
                  <a:ea typeface="MS UI Gothic" panose="020B0600070205080204" pitchFamily="50" charset="-128"/>
                </a:rPr>
                <a:t>）</a:t>
              </a:r>
            </a:p>
            <a:p>
              <a:r>
                <a:rPr lang="en-US" altLang="ja-JP" b="0" dirty="0" err="1">
                  <a:ea typeface="MS UI Gothic" panose="020B0600070205080204" pitchFamily="50" charset="-128"/>
                </a:rPr>
                <a:t>Hãy</a:t>
              </a:r>
              <a:r>
                <a:rPr lang="en-US" altLang="ja-JP" b="0" dirty="0">
                  <a:ea typeface="MS UI Gothic" panose="020B0600070205080204" pitchFamily="50" charset="-128"/>
                </a:rPr>
                <a:t> </a:t>
              </a:r>
              <a:r>
                <a:rPr lang="en-US" altLang="ja-JP" b="0" dirty="0" err="1">
                  <a:ea typeface="MS UI Gothic" panose="020B0600070205080204" pitchFamily="50" charset="-128"/>
                </a:rPr>
                <a:t>mô</a:t>
              </a:r>
              <a:r>
                <a:rPr lang="en-US" altLang="ja-JP" b="0" dirty="0">
                  <a:ea typeface="MS UI Gothic" panose="020B0600070205080204" pitchFamily="50" charset="-128"/>
                </a:rPr>
                <a:t> </a:t>
              </a:r>
              <a:r>
                <a:rPr lang="en-US" altLang="ja-JP" b="0" dirty="0" err="1">
                  <a:ea typeface="MS UI Gothic" panose="020B0600070205080204" pitchFamily="50" charset="-128"/>
                </a:rPr>
                <a:t>tả</a:t>
              </a:r>
              <a:r>
                <a:rPr lang="en-US" altLang="ja-JP" b="0" dirty="0">
                  <a:ea typeface="MS UI Gothic" panose="020B0600070205080204" pitchFamily="50" charset="-128"/>
                </a:rPr>
                <a:t> </a:t>
              </a:r>
              <a:r>
                <a:rPr lang="en-US" altLang="ja-JP" b="0" dirty="0" err="1">
                  <a:ea typeface="MS UI Gothic" panose="020B0600070205080204" pitchFamily="50" charset="-128"/>
                </a:rPr>
                <a:t>cẩn</a:t>
              </a:r>
              <a:r>
                <a:rPr lang="en-US" altLang="ja-JP" b="0" dirty="0">
                  <a:ea typeface="MS UI Gothic" panose="020B0600070205080204" pitchFamily="50" charset="-128"/>
                </a:rPr>
                <a:t> </a:t>
              </a:r>
              <a:r>
                <a:rPr lang="en-US" altLang="ja-JP" b="0" dirty="0" err="1">
                  <a:ea typeface="MS UI Gothic" panose="020B0600070205080204" pitchFamily="50" charset="-128"/>
                </a:rPr>
                <a:t>thận</a:t>
              </a:r>
              <a:r>
                <a:rPr lang="en-US" altLang="ja-JP" b="0" dirty="0">
                  <a:ea typeface="MS UI Gothic" panose="020B0600070205080204" pitchFamily="50" charset="-128"/>
                </a:rPr>
                <a:t> </a:t>
              </a:r>
              <a:r>
                <a:rPr lang="en-US" altLang="ja-JP" b="0" dirty="0" err="1">
                  <a:ea typeface="MS UI Gothic" panose="020B0600070205080204" pitchFamily="50" charset="-128"/>
                </a:rPr>
                <a:t>sao</a:t>
              </a:r>
              <a:r>
                <a:rPr lang="en-US" altLang="ja-JP" b="0" dirty="0">
                  <a:ea typeface="MS UI Gothic" panose="020B0600070205080204" pitchFamily="50" charset="-128"/>
                </a:rPr>
                <a:t> </a:t>
              </a:r>
              <a:r>
                <a:rPr lang="en-US" altLang="ja-JP" b="0" dirty="0" err="1">
                  <a:ea typeface="MS UI Gothic" panose="020B0600070205080204" pitchFamily="50" charset="-128"/>
                </a:rPr>
                <a:t>cho</a:t>
              </a:r>
              <a:r>
                <a:rPr lang="en-US" altLang="ja-JP" b="0" dirty="0">
                  <a:ea typeface="MS UI Gothic" panose="020B0600070205080204" pitchFamily="50" charset="-128"/>
                </a:rPr>
                <a:t> </a:t>
              </a:r>
              <a:r>
                <a:rPr lang="en-US" altLang="ja-JP" b="0" dirty="0" err="1">
                  <a:ea typeface="MS UI Gothic" panose="020B0600070205080204" pitchFamily="50" charset="-128"/>
                </a:rPr>
                <a:t>không</a:t>
              </a:r>
              <a:r>
                <a:rPr lang="en-US" altLang="ja-JP" b="0" dirty="0">
                  <a:ea typeface="MS UI Gothic" panose="020B0600070205080204" pitchFamily="50" charset="-128"/>
                </a:rPr>
                <a:t> </a:t>
              </a:r>
              <a:r>
                <a:rPr lang="en-US" altLang="ja-JP" b="0" dirty="0" err="1">
                  <a:ea typeface="MS UI Gothic" panose="020B0600070205080204" pitchFamily="50" charset="-128"/>
                </a:rPr>
                <a:t>thành</a:t>
              </a:r>
              <a:r>
                <a:rPr lang="en-US" altLang="ja-JP" b="0" dirty="0">
                  <a:ea typeface="MS UI Gothic" panose="020B0600070205080204" pitchFamily="50" charset="-128"/>
                </a:rPr>
                <a:t> loop </a:t>
              </a:r>
              <a:r>
                <a:rPr lang="en-US" altLang="ja-JP" b="0" dirty="0" err="1">
                  <a:ea typeface="MS UI Gothic" panose="020B0600070205080204" pitchFamily="50" charset="-128"/>
                </a:rPr>
                <a:t>vô</a:t>
              </a:r>
              <a:r>
                <a:rPr lang="en-US" altLang="ja-JP" b="0" dirty="0">
                  <a:ea typeface="MS UI Gothic" panose="020B0600070205080204" pitchFamily="50" charset="-128"/>
                </a:rPr>
                <a:t> </a:t>
              </a:r>
              <a:r>
                <a:rPr lang="en-US" altLang="ja-JP" b="0" dirty="0" err="1">
                  <a:ea typeface="MS UI Gothic" panose="020B0600070205080204" pitchFamily="50" charset="-128"/>
                </a:rPr>
                <a:t>hạn</a:t>
              </a:r>
              <a:r>
                <a:rPr lang="en-US" altLang="ja-JP" b="0" dirty="0">
                  <a:ea typeface="MS UI Gothic" panose="020B0600070205080204" pitchFamily="50" charset="-128"/>
                </a:rPr>
                <a:t> </a:t>
              </a:r>
            </a:p>
          </p:txBody>
        </p:sp>
        <p:grpSp>
          <p:nvGrpSpPr>
            <p:cNvPr id="5" name="Group 44">
              <a:extLst>
                <a:ext uri="{FF2B5EF4-FFF2-40B4-BE49-F238E27FC236}">
                  <a16:creationId xmlns:a16="http://schemas.microsoft.com/office/drawing/2014/main" id="{376ED10F-EECE-9716-7CDE-675E8E68229F}"/>
                </a:ext>
              </a:extLst>
            </p:cNvPr>
            <p:cNvGrpSpPr>
              <a:grpSpLocks/>
            </p:cNvGrpSpPr>
            <p:nvPr/>
          </p:nvGrpSpPr>
          <p:grpSpPr bwMode="auto">
            <a:xfrm>
              <a:off x="453" y="5167"/>
              <a:ext cx="3593" cy="218"/>
              <a:chOff x="351" y="1572"/>
              <a:chExt cx="4968" cy="174"/>
            </a:xfrm>
          </p:grpSpPr>
          <p:pic>
            <p:nvPicPr>
              <p:cNvPr id="6" name="Picture 45">
                <a:extLst>
                  <a:ext uri="{FF2B5EF4-FFF2-40B4-BE49-F238E27FC236}">
                    <a16:creationId xmlns:a16="http://schemas.microsoft.com/office/drawing/2014/main" id="{25102641-05A4-D4D6-6231-05BE8BBAF3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 y="1572"/>
                <a:ext cx="4968" cy="174"/>
              </a:xfrm>
              <a:prstGeom prst="rect">
                <a:avLst/>
              </a:prstGeom>
              <a:noFill/>
              <a:extLst>
                <a:ext uri="{909E8E84-426E-40DD-AFC4-6F175D3DCCD1}">
                  <a14:hiddenFill xmlns:a14="http://schemas.microsoft.com/office/drawing/2010/main">
                    <a:solidFill>
                      <a:srgbClr val="FFFFFF"/>
                    </a:solidFill>
                  </a14:hiddenFill>
                </a:ext>
              </a:extLst>
            </p:spPr>
          </p:pic>
          <p:sp>
            <p:nvSpPr>
              <p:cNvPr id="7" name="Text Box 46">
                <a:extLst>
                  <a:ext uri="{FF2B5EF4-FFF2-40B4-BE49-F238E27FC236}">
                    <a16:creationId xmlns:a16="http://schemas.microsoft.com/office/drawing/2014/main" id="{59A88670-7404-B439-DC30-962A58BAE4B1}"/>
                  </a:ext>
                </a:extLst>
              </p:cNvPr>
              <p:cNvSpPr txBox="1">
                <a:spLocks noChangeArrowheads="1"/>
              </p:cNvSpPr>
              <p:nvPr/>
            </p:nvSpPr>
            <p:spPr bwMode="auto">
              <a:xfrm>
                <a:off x="518" y="1596"/>
                <a:ext cx="491" cy="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8314" tIns="49156" rIns="98314" bIns="49156">
                <a:spAutoFit/>
              </a:bodyPr>
              <a:lstStyle>
                <a:lvl1pPr defTabSz="928688">
                  <a:defRPr kumimoji="1">
                    <a:solidFill>
                      <a:schemeClr val="tx1"/>
                    </a:solidFill>
                    <a:latin typeface="Arial" panose="020B0604020202020204" pitchFamily="34" charset="0"/>
                    <a:ea typeface="ＭＳ Ｐゴシック" panose="020B0600070205080204" pitchFamily="50" charset="-128"/>
                  </a:defRPr>
                </a:lvl1pPr>
                <a:lvl2pPr marL="492125" defTabSz="928688">
                  <a:defRPr kumimoji="1">
                    <a:solidFill>
                      <a:schemeClr val="tx1"/>
                    </a:solidFill>
                    <a:latin typeface="Arial" panose="020B0604020202020204" pitchFamily="34" charset="0"/>
                    <a:ea typeface="ＭＳ Ｐゴシック" panose="020B0600070205080204" pitchFamily="50" charset="-128"/>
                  </a:defRPr>
                </a:lvl2pPr>
                <a:lvl3pPr marL="982663" defTabSz="928688">
                  <a:defRPr kumimoji="1">
                    <a:solidFill>
                      <a:schemeClr val="tx1"/>
                    </a:solidFill>
                    <a:latin typeface="Arial" panose="020B0604020202020204" pitchFamily="34" charset="0"/>
                    <a:ea typeface="ＭＳ Ｐゴシック" panose="020B0600070205080204" pitchFamily="50" charset="-128"/>
                  </a:defRPr>
                </a:lvl3pPr>
                <a:lvl4pPr marL="1474788" defTabSz="928688">
                  <a:defRPr kumimoji="1">
                    <a:solidFill>
                      <a:schemeClr val="tx1"/>
                    </a:solidFill>
                    <a:latin typeface="Arial" panose="020B0604020202020204" pitchFamily="34" charset="0"/>
                    <a:ea typeface="ＭＳ Ｐゴシック" panose="020B0600070205080204" pitchFamily="50" charset="-128"/>
                  </a:defRPr>
                </a:lvl4pPr>
                <a:lvl5pPr marL="1966913" defTabSz="928688">
                  <a:defRPr kumimoji="1">
                    <a:solidFill>
                      <a:schemeClr val="tx1"/>
                    </a:solidFill>
                    <a:latin typeface="Arial" panose="020B0604020202020204" pitchFamily="34" charset="0"/>
                    <a:ea typeface="ＭＳ Ｐゴシック" panose="020B0600070205080204" pitchFamily="50" charset="-128"/>
                  </a:defRPr>
                </a:lvl5pPr>
                <a:lvl6pPr marL="24241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sz="1100">
                    <a:solidFill>
                      <a:schemeClr val="bg1"/>
                    </a:solidFill>
                  </a:rPr>
                  <a:t>Chú ý</a:t>
                </a:r>
              </a:p>
            </p:txBody>
          </p:sp>
        </p:gr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01B6AE25-D659-C55C-FE8A-741936A01C16}"/>
              </a:ext>
            </a:extLst>
          </p:cNvPr>
          <p:cNvSpPr>
            <a:spLocks noGrp="1"/>
          </p:cNvSpPr>
          <p:nvPr>
            <p:ph type="sldNum" sz="quarter" idx="10"/>
          </p:nvPr>
        </p:nvSpPr>
        <p:spPr/>
        <p:txBody>
          <a:bodyPr/>
          <a:lstStyle/>
          <a:p>
            <a:fld id="{9C7ABC3D-C72B-4FCE-B429-C4D6D8C0D5A5}" type="slidenum">
              <a:rPr lang="en-US" altLang="ja-JP"/>
              <a:pPr/>
              <a:t>49</a:t>
            </a:fld>
            <a:endParaRPr lang="en-US" altLang="ja-JP"/>
          </a:p>
        </p:txBody>
      </p:sp>
      <p:sp>
        <p:nvSpPr>
          <p:cNvPr id="751618" name="Rectangle 2">
            <a:extLst>
              <a:ext uri="{FF2B5EF4-FFF2-40B4-BE49-F238E27FC236}">
                <a16:creationId xmlns:a16="http://schemas.microsoft.com/office/drawing/2014/main" id="{F382247E-2A3A-0FA1-97D7-B166983539E8}"/>
              </a:ext>
            </a:extLst>
          </p:cNvPr>
          <p:cNvSpPr>
            <a:spLocks noGrp="1" noChangeArrowheads="1"/>
          </p:cNvSpPr>
          <p:nvPr>
            <p:ph type="title"/>
          </p:nvPr>
        </p:nvSpPr>
        <p:spPr>
          <a:xfrm>
            <a:off x="344488" y="302418"/>
            <a:ext cx="9217025" cy="490537"/>
          </a:xfrm>
        </p:spPr>
        <p:txBody>
          <a:bodyPr>
            <a:normAutofit fontScale="90000"/>
          </a:bodyPr>
          <a:lstStyle/>
          <a:p>
            <a:r>
              <a:rPr lang="en-US" altLang="ja-JP" dirty="0" err="1">
                <a:latin typeface="MS UI Gothic" panose="020B0600070205080204" pitchFamily="50" charset="-128"/>
                <a:ea typeface="MS UI Gothic" panose="020B0600070205080204" pitchFamily="50" charset="-128"/>
              </a:rPr>
              <a:t>Câu</a:t>
            </a:r>
            <a:r>
              <a:rPr lang="en-US" altLang="ja-JP" dirty="0">
                <a:latin typeface="MS UI Gothic" panose="020B0600070205080204" pitchFamily="50" charset="-128"/>
                <a:ea typeface="MS UI Gothic" panose="020B0600070205080204" pitchFamily="50" charset="-128"/>
              </a:rPr>
              <a:t> </a:t>
            </a:r>
            <a:r>
              <a:rPr lang="en-US" altLang="ja-JP" dirty="0" err="1">
                <a:latin typeface="MS UI Gothic" panose="020B0600070205080204" pitchFamily="50" charset="-128"/>
                <a:ea typeface="MS UI Gothic" panose="020B0600070205080204" pitchFamily="50" charset="-128"/>
              </a:rPr>
              <a:t>lệnh</a:t>
            </a:r>
            <a:r>
              <a:rPr lang="en-US" altLang="ja-JP" dirty="0">
                <a:latin typeface="MS UI Gothic" panose="020B0600070205080204" pitchFamily="50" charset="-128"/>
                <a:ea typeface="MS UI Gothic" panose="020B0600070205080204" pitchFamily="50" charset="-128"/>
              </a:rPr>
              <a:t> </a:t>
            </a:r>
            <a:r>
              <a:rPr lang="en-US" altLang="ja-JP" dirty="0">
                <a:latin typeface="ＭＳ ゴシック" panose="020B0609070205080204" pitchFamily="49" charset="-128"/>
                <a:ea typeface="ＭＳ ゴシック" panose="020B0609070205080204" pitchFamily="49" charset="-128"/>
              </a:rPr>
              <a:t>do-while</a:t>
            </a:r>
            <a:endParaRPr lang="en-US" altLang="ja-JP" dirty="0">
              <a:latin typeface="MS UI Gothic" panose="020B0600070205080204" pitchFamily="50" charset="-128"/>
              <a:ea typeface="MS UI Gothic" panose="020B0600070205080204" pitchFamily="50" charset="-128"/>
            </a:endParaRPr>
          </a:p>
        </p:txBody>
      </p:sp>
      <p:sp>
        <p:nvSpPr>
          <p:cNvPr id="751619" name="Rectangle 3">
            <a:extLst>
              <a:ext uri="{FF2B5EF4-FFF2-40B4-BE49-F238E27FC236}">
                <a16:creationId xmlns:a16="http://schemas.microsoft.com/office/drawing/2014/main" id="{138E2762-28A2-9548-434B-F9B5993A12CB}"/>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751620" name="Rectangle 4">
            <a:extLst>
              <a:ext uri="{FF2B5EF4-FFF2-40B4-BE49-F238E27FC236}">
                <a16:creationId xmlns:a16="http://schemas.microsoft.com/office/drawing/2014/main" id="{68E36C33-EEC3-4DBE-6076-14B9E385758F}"/>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ＭＳ ゴシック" panose="020B0609070205080204" pitchFamily="49" charset="-128"/>
                <a:ea typeface="ＭＳ ゴシック" panose="020B0609070205080204" pitchFamily="49" charset="-128"/>
              </a:rPr>
              <a:t>Câu lệnh do-while</a:t>
            </a:r>
            <a:endParaRPr lang="en-US" altLang="ja-JP" sz="2400" b="0"/>
          </a:p>
          <a:p>
            <a:pPr>
              <a:spcBef>
                <a:spcPct val="50000"/>
              </a:spcBef>
              <a:buFont typeface="Wingdings" panose="05000000000000000000" pitchFamily="2" charset="2"/>
              <a:buNone/>
            </a:pPr>
            <a:r>
              <a:rPr lang="en-US" altLang="ja-JP" sz="2000" b="0"/>
              <a:t>●Cú pháp  cơ bản</a:t>
            </a:r>
            <a:endParaRPr lang="en-US" altLang="ja-JP" sz="2400" b="0"/>
          </a:p>
          <a:p>
            <a:pPr lvl="1"/>
            <a:endParaRPr lang="en-US" altLang="ja-JP" sz="2400" b="0"/>
          </a:p>
        </p:txBody>
      </p:sp>
      <p:sp>
        <p:nvSpPr>
          <p:cNvPr id="751622" name="Rectangle 6">
            <a:extLst>
              <a:ext uri="{FF2B5EF4-FFF2-40B4-BE49-F238E27FC236}">
                <a16:creationId xmlns:a16="http://schemas.microsoft.com/office/drawing/2014/main" id="{BA89674A-F218-1DCA-DB0A-2E5F12259567}"/>
              </a:ext>
            </a:extLst>
          </p:cNvPr>
          <p:cNvSpPr>
            <a:spLocks noChangeArrowheads="1"/>
          </p:cNvSpPr>
          <p:nvPr/>
        </p:nvSpPr>
        <p:spPr bwMode="auto">
          <a:xfrm>
            <a:off x="344488" y="3209925"/>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t>●Ví dụ</a:t>
            </a:r>
            <a:endParaRPr lang="en-US" altLang="ja-JP" sz="2400" b="0"/>
          </a:p>
        </p:txBody>
      </p:sp>
      <p:grpSp>
        <p:nvGrpSpPr>
          <p:cNvPr id="751647" name="Group 31">
            <a:extLst>
              <a:ext uri="{FF2B5EF4-FFF2-40B4-BE49-F238E27FC236}">
                <a16:creationId xmlns:a16="http://schemas.microsoft.com/office/drawing/2014/main" id="{C2E31E98-3187-42C2-E61D-C64C3E66777B}"/>
              </a:ext>
            </a:extLst>
          </p:cNvPr>
          <p:cNvGrpSpPr>
            <a:grpSpLocks/>
          </p:cNvGrpSpPr>
          <p:nvPr/>
        </p:nvGrpSpPr>
        <p:grpSpPr bwMode="auto">
          <a:xfrm>
            <a:off x="6094413" y="3305175"/>
            <a:ext cx="3370262" cy="3082925"/>
            <a:chOff x="3839" y="2082"/>
            <a:chExt cx="2123" cy="1942"/>
          </a:xfrm>
        </p:grpSpPr>
        <p:sp>
          <p:nvSpPr>
            <p:cNvPr id="751625" name="Rectangle 9">
              <a:extLst>
                <a:ext uri="{FF2B5EF4-FFF2-40B4-BE49-F238E27FC236}">
                  <a16:creationId xmlns:a16="http://schemas.microsoft.com/office/drawing/2014/main" id="{4E740B5F-AC5E-DCB5-9A4F-06D19C3F29F1}"/>
                </a:ext>
              </a:extLst>
            </p:cNvPr>
            <p:cNvSpPr>
              <a:spLocks noChangeArrowheads="1"/>
            </p:cNvSpPr>
            <p:nvPr/>
          </p:nvSpPr>
          <p:spPr bwMode="auto">
            <a:xfrm>
              <a:off x="3839" y="2082"/>
              <a:ext cx="2123" cy="1942"/>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51626" name="Line 10">
              <a:extLst>
                <a:ext uri="{FF2B5EF4-FFF2-40B4-BE49-F238E27FC236}">
                  <a16:creationId xmlns:a16="http://schemas.microsoft.com/office/drawing/2014/main" id="{090A666D-0F04-3465-7110-831245D23587}"/>
                </a:ext>
              </a:extLst>
            </p:cNvPr>
            <p:cNvSpPr>
              <a:spLocks noChangeShapeType="1"/>
            </p:cNvSpPr>
            <p:nvPr/>
          </p:nvSpPr>
          <p:spPr bwMode="auto">
            <a:xfrm>
              <a:off x="4873" y="2755"/>
              <a:ext cx="0" cy="771"/>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1627" name="AutoShape 11">
              <a:extLst>
                <a:ext uri="{FF2B5EF4-FFF2-40B4-BE49-F238E27FC236}">
                  <a16:creationId xmlns:a16="http://schemas.microsoft.com/office/drawing/2014/main" id="{2B46822D-7952-0518-E08D-7F6440FA10A3}"/>
                </a:ext>
              </a:extLst>
            </p:cNvPr>
            <p:cNvSpPr>
              <a:spLocks noChangeArrowheads="1"/>
            </p:cNvSpPr>
            <p:nvPr/>
          </p:nvSpPr>
          <p:spPr bwMode="auto">
            <a:xfrm>
              <a:off x="4159" y="2875"/>
              <a:ext cx="1424" cy="472"/>
            </a:xfrm>
            <a:prstGeom prst="flowChartDecision">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nchor="ctr"/>
            <a:lstStyle/>
            <a:p>
              <a:pPr>
                <a:lnSpc>
                  <a:spcPct val="96000"/>
                </a:lnSpc>
              </a:pPr>
              <a:r>
                <a:rPr lang="en-US" altLang="ja-JP" sz="1800" b="0">
                  <a:latin typeface="MS UI Gothic" panose="020B0600070205080204" pitchFamily="50" charset="-128"/>
                </a:rPr>
                <a:t>Cnt&lt;=10 ?</a:t>
              </a:r>
              <a:endParaRPr lang="en-US" altLang="ja-JP" sz="1800">
                <a:latin typeface="MS UI Gothic" panose="020B0600070205080204" pitchFamily="50" charset="-128"/>
              </a:endParaRPr>
            </a:p>
          </p:txBody>
        </p:sp>
        <p:sp>
          <p:nvSpPr>
            <p:cNvPr id="751628" name="AutoShape 12">
              <a:extLst>
                <a:ext uri="{FF2B5EF4-FFF2-40B4-BE49-F238E27FC236}">
                  <a16:creationId xmlns:a16="http://schemas.microsoft.com/office/drawing/2014/main" id="{8EDF5707-5E0F-6516-8C25-C0C9F6791C2E}"/>
                </a:ext>
              </a:extLst>
            </p:cNvPr>
            <p:cNvSpPr>
              <a:spLocks noChangeArrowheads="1"/>
            </p:cNvSpPr>
            <p:nvPr/>
          </p:nvSpPr>
          <p:spPr bwMode="auto">
            <a:xfrm>
              <a:off x="4323" y="2515"/>
              <a:ext cx="1057" cy="258"/>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b="0"/>
                <a:t>Xử l</a:t>
              </a:r>
              <a:r>
                <a:rPr lang="en-US" altLang="ja-JP" sz="1800" b="0">
                  <a:latin typeface="MS UI Gothic" panose="020B0600070205080204" pitchFamily="50" charset="-128"/>
                </a:rPr>
                <a:t>í</a:t>
              </a:r>
              <a:r>
                <a:rPr lang="en-US" altLang="ja-JP" sz="1800" b="0"/>
                <a:t> lặp</a:t>
              </a:r>
            </a:p>
          </p:txBody>
        </p:sp>
        <p:sp>
          <p:nvSpPr>
            <p:cNvPr id="751629" name="Line 13">
              <a:extLst>
                <a:ext uri="{FF2B5EF4-FFF2-40B4-BE49-F238E27FC236}">
                  <a16:creationId xmlns:a16="http://schemas.microsoft.com/office/drawing/2014/main" id="{30E25D95-5FD6-3FE3-0B8F-067BAFA88537}"/>
                </a:ext>
              </a:extLst>
            </p:cNvPr>
            <p:cNvSpPr>
              <a:spLocks noChangeShapeType="1"/>
            </p:cNvSpPr>
            <p:nvPr/>
          </p:nvSpPr>
          <p:spPr bwMode="auto">
            <a:xfrm flipV="1">
              <a:off x="5571" y="3110"/>
              <a:ext cx="211"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1630" name="Line 14">
              <a:extLst>
                <a:ext uri="{FF2B5EF4-FFF2-40B4-BE49-F238E27FC236}">
                  <a16:creationId xmlns:a16="http://schemas.microsoft.com/office/drawing/2014/main" id="{A13F2812-F236-0431-1F30-E00305D7DAB7}"/>
                </a:ext>
              </a:extLst>
            </p:cNvPr>
            <p:cNvSpPr>
              <a:spLocks noChangeShapeType="1"/>
            </p:cNvSpPr>
            <p:nvPr/>
          </p:nvSpPr>
          <p:spPr bwMode="auto">
            <a:xfrm>
              <a:off x="4098" y="2330"/>
              <a:ext cx="0" cy="119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1631" name="Text Box 15">
              <a:extLst>
                <a:ext uri="{FF2B5EF4-FFF2-40B4-BE49-F238E27FC236}">
                  <a16:creationId xmlns:a16="http://schemas.microsoft.com/office/drawing/2014/main" id="{97DE21A0-C599-4F8B-1775-B095C92F1478}"/>
                </a:ext>
              </a:extLst>
            </p:cNvPr>
            <p:cNvSpPr txBox="1">
              <a:spLocks noChangeArrowheads="1"/>
            </p:cNvSpPr>
            <p:nvPr/>
          </p:nvSpPr>
          <p:spPr bwMode="auto">
            <a:xfrm>
              <a:off x="4597" y="3310"/>
              <a:ext cx="424" cy="1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just">
                <a:lnSpc>
                  <a:spcPct val="96000"/>
                </a:lnSpc>
              </a:pPr>
              <a:r>
                <a:rPr lang="en-US" altLang="ja-JP" sz="1800" b="0">
                  <a:latin typeface="MS UI Gothic" panose="020B0600070205080204" pitchFamily="50" charset="-128"/>
                </a:rPr>
                <a:t>true</a:t>
              </a:r>
              <a:endParaRPr lang="en-US" altLang="ja-JP" sz="1800">
                <a:latin typeface="MS UI Gothic" panose="020B0600070205080204" pitchFamily="50" charset="-128"/>
              </a:endParaRPr>
            </a:p>
          </p:txBody>
        </p:sp>
        <p:sp>
          <p:nvSpPr>
            <p:cNvPr id="751632" name="Text Box 16">
              <a:extLst>
                <a:ext uri="{FF2B5EF4-FFF2-40B4-BE49-F238E27FC236}">
                  <a16:creationId xmlns:a16="http://schemas.microsoft.com/office/drawing/2014/main" id="{7A2BB520-001C-5A93-1B7C-C7FCC686F373}"/>
                </a:ext>
              </a:extLst>
            </p:cNvPr>
            <p:cNvSpPr txBox="1">
              <a:spLocks noChangeArrowheads="1"/>
            </p:cNvSpPr>
            <p:nvPr/>
          </p:nvSpPr>
          <p:spPr bwMode="auto">
            <a:xfrm>
              <a:off x="5464" y="2860"/>
              <a:ext cx="422" cy="1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just">
                <a:lnSpc>
                  <a:spcPct val="96000"/>
                </a:lnSpc>
              </a:pPr>
              <a:r>
                <a:rPr lang="en-US" altLang="ja-JP" sz="1800" b="0">
                  <a:latin typeface="MS UI Gothic" panose="020B0600070205080204" pitchFamily="50" charset="-128"/>
                </a:rPr>
                <a:t>false</a:t>
              </a:r>
              <a:endParaRPr lang="en-US" altLang="ja-JP" sz="1800">
                <a:latin typeface="MS UI Gothic" panose="020B0600070205080204" pitchFamily="50" charset="-128"/>
              </a:endParaRPr>
            </a:p>
          </p:txBody>
        </p:sp>
        <p:sp>
          <p:nvSpPr>
            <p:cNvPr id="751633" name="Line 17">
              <a:extLst>
                <a:ext uri="{FF2B5EF4-FFF2-40B4-BE49-F238E27FC236}">
                  <a16:creationId xmlns:a16="http://schemas.microsoft.com/office/drawing/2014/main" id="{8EB9133C-042B-1AA6-3A96-02B0E95FDEB5}"/>
                </a:ext>
              </a:extLst>
            </p:cNvPr>
            <p:cNvSpPr>
              <a:spLocks noChangeShapeType="1"/>
            </p:cNvSpPr>
            <p:nvPr/>
          </p:nvSpPr>
          <p:spPr bwMode="auto">
            <a:xfrm>
              <a:off x="5781" y="3104"/>
              <a:ext cx="0" cy="551"/>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1634" name="Line 18">
              <a:extLst>
                <a:ext uri="{FF2B5EF4-FFF2-40B4-BE49-F238E27FC236}">
                  <a16:creationId xmlns:a16="http://schemas.microsoft.com/office/drawing/2014/main" id="{A22C53C6-2529-516F-F87A-2CD1FB0B21BA}"/>
                </a:ext>
              </a:extLst>
            </p:cNvPr>
            <p:cNvSpPr>
              <a:spLocks noChangeShapeType="1"/>
            </p:cNvSpPr>
            <p:nvPr/>
          </p:nvSpPr>
          <p:spPr bwMode="auto">
            <a:xfrm>
              <a:off x="4884" y="3649"/>
              <a:ext cx="902"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1635" name="Line 19">
              <a:extLst>
                <a:ext uri="{FF2B5EF4-FFF2-40B4-BE49-F238E27FC236}">
                  <a16:creationId xmlns:a16="http://schemas.microsoft.com/office/drawing/2014/main" id="{DF56D958-C12F-6F14-75A2-DDF87A52BFC0}"/>
                </a:ext>
              </a:extLst>
            </p:cNvPr>
            <p:cNvSpPr>
              <a:spLocks noChangeShapeType="1"/>
            </p:cNvSpPr>
            <p:nvPr/>
          </p:nvSpPr>
          <p:spPr bwMode="auto">
            <a:xfrm>
              <a:off x="4884" y="3644"/>
              <a:ext cx="0" cy="270"/>
            </a:xfrm>
            <a:prstGeom prst="line">
              <a:avLst/>
            </a:prstGeom>
            <a:noFill/>
            <a:ln w="19050">
              <a:solidFill>
                <a:srgbClr val="000000"/>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1636" name="Line 20">
              <a:extLst>
                <a:ext uri="{FF2B5EF4-FFF2-40B4-BE49-F238E27FC236}">
                  <a16:creationId xmlns:a16="http://schemas.microsoft.com/office/drawing/2014/main" id="{8DE8E690-0587-2782-9D65-2898C51BAB44}"/>
                </a:ext>
              </a:extLst>
            </p:cNvPr>
            <p:cNvSpPr>
              <a:spLocks noChangeShapeType="1"/>
            </p:cNvSpPr>
            <p:nvPr/>
          </p:nvSpPr>
          <p:spPr bwMode="auto">
            <a:xfrm>
              <a:off x="4871" y="2194"/>
              <a:ext cx="0" cy="314"/>
            </a:xfrm>
            <a:prstGeom prst="line">
              <a:avLst/>
            </a:prstGeom>
            <a:noFill/>
            <a:ln w="19050">
              <a:solidFill>
                <a:srgbClr val="000000"/>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1637" name="Line 21">
              <a:extLst>
                <a:ext uri="{FF2B5EF4-FFF2-40B4-BE49-F238E27FC236}">
                  <a16:creationId xmlns:a16="http://schemas.microsoft.com/office/drawing/2014/main" id="{817B09F9-4E5D-1653-80E9-28BFCA2C65E9}"/>
                </a:ext>
              </a:extLst>
            </p:cNvPr>
            <p:cNvSpPr>
              <a:spLocks noChangeShapeType="1"/>
            </p:cNvSpPr>
            <p:nvPr/>
          </p:nvSpPr>
          <p:spPr bwMode="auto">
            <a:xfrm flipV="1">
              <a:off x="4093" y="3520"/>
              <a:ext cx="778"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1638" name="Line 22">
              <a:extLst>
                <a:ext uri="{FF2B5EF4-FFF2-40B4-BE49-F238E27FC236}">
                  <a16:creationId xmlns:a16="http://schemas.microsoft.com/office/drawing/2014/main" id="{8403B4C3-30F8-2006-829E-19E8B620B20A}"/>
                </a:ext>
              </a:extLst>
            </p:cNvPr>
            <p:cNvSpPr>
              <a:spLocks noChangeShapeType="1"/>
            </p:cNvSpPr>
            <p:nvPr/>
          </p:nvSpPr>
          <p:spPr bwMode="auto">
            <a:xfrm flipV="1">
              <a:off x="4095" y="2336"/>
              <a:ext cx="778" cy="0"/>
            </a:xfrm>
            <a:prstGeom prst="line">
              <a:avLst/>
            </a:prstGeom>
            <a:noFill/>
            <a:ln w="19050">
              <a:solidFill>
                <a:srgbClr val="000000"/>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grpSp>
      <p:grpSp>
        <p:nvGrpSpPr>
          <p:cNvPr id="751648" name="Group 32">
            <a:extLst>
              <a:ext uri="{FF2B5EF4-FFF2-40B4-BE49-F238E27FC236}">
                <a16:creationId xmlns:a16="http://schemas.microsoft.com/office/drawing/2014/main" id="{EDE9DC9B-0890-262D-17DC-701AC6AEA4FE}"/>
              </a:ext>
            </a:extLst>
          </p:cNvPr>
          <p:cNvGrpSpPr>
            <a:grpSpLocks/>
          </p:cNvGrpSpPr>
          <p:nvPr/>
        </p:nvGrpSpPr>
        <p:grpSpPr bwMode="auto">
          <a:xfrm>
            <a:off x="344488" y="3709988"/>
            <a:ext cx="5538787" cy="2678112"/>
            <a:chOff x="217" y="2337"/>
            <a:chExt cx="3489" cy="1687"/>
          </a:xfrm>
        </p:grpSpPr>
        <p:sp>
          <p:nvSpPr>
            <p:cNvPr id="751640" name="Rectangle 24">
              <a:extLst>
                <a:ext uri="{FF2B5EF4-FFF2-40B4-BE49-F238E27FC236}">
                  <a16:creationId xmlns:a16="http://schemas.microsoft.com/office/drawing/2014/main" id="{7D042741-2509-A070-9FBF-7665B113D974}"/>
                </a:ext>
              </a:extLst>
            </p:cNvPr>
            <p:cNvSpPr>
              <a:spLocks noChangeArrowheads="1"/>
            </p:cNvSpPr>
            <p:nvPr/>
          </p:nvSpPr>
          <p:spPr bwMode="auto">
            <a:xfrm>
              <a:off x="217" y="2337"/>
              <a:ext cx="3489" cy="16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en-US" altLang="ja-JP" sz="1800" b="0">
                  <a:latin typeface="ＭＳ ゴシック" panose="020B0609070205080204" pitchFamily="49" charset="-128"/>
                  <a:ea typeface="ＭＳ ゴシック" panose="020B0609070205080204" pitchFamily="49" charset="-128"/>
                </a:rPr>
                <a:t>int cnt = 1;</a:t>
              </a:r>
            </a:p>
            <a:p>
              <a:pPr lvl="1"/>
              <a:r>
                <a:rPr lang="en-US" altLang="ja-JP" sz="1800" b="0">
                  <a:latin typeface="ＭＳ ゴシック" panose="020B0609070205080204" pitchFamily="49" charset="-128"/>
                  <a:ea typeface="ＭＳ ゴシック" panose="020B0609070205080204" pitchFamily="49" charset="-128"/>
                </a:rPr>
                <a:t>int ans = 0;</a:t>
              </a:r>
            </a:p>
            <a:p>
              <a:pPr lvl="1"/>
              <a:r>
                <a:rPr lang="en-US" altLang="ja-JP" sz="1800" b="0">
                  <a:latin typeface="ＭＳ ゴシック" panose="020B0609070205080204" pitchFamily="49" charset="-128"/>
                  <a:ea typeface="ＭＳ ゴシック" panose="020B0609070205080204" pitchFamily="49" charset="-128"/>
                </a:rPr>
                <a:t>do {</a:t>
              </a:r>
            </a:p>
            <a:p>
              <a:pPr lvl="1"/>
              <a:r>
                <a:rPr lang="en-US" altLang="ja-JP" sz="1800" b="0">
                  <a:latin typeface="ＭＳ ゴシック" panose="020B0609070205080204" pitchFamily="49" charset="-128"/>
                  <a:ea typeface="ＭＳ ゴシック" panose="020B0609070205080204" pitchFamily="49" charset="-128"/>
                </a:rPr>
                <a:t>    ans += cnt;</a:t>
              </a:r>
            </a:p>
            <a:p>
              <a:pPr lvl="1"/>
              <a:r>
                <a:rPr lang="en-US" altLang="ja-JP" sz="1800" b="0">
                  <a:latin typeface="ＭＳ ゴシック" panose="020B0609070205080204" pitchFamily="49" charset="-128"/>
                  <a:ea typeface="ＭＳ ゴシック" panose="020B0609070205080204" pitchFamily="49" charset="-128"/>
                </a:rPr>
                <a:t>    cnt++;</a:t>
              </a:r>
            </a:p>
            <a:p>
              <a:pPr lvl="1"/>
              <a:r>
                <a:rPr lang="en-US" altLang="ja-JP" sz="1800" b="0">
                  <a:latin typeface="ＭＳ ゴシック" panose="020B0609070205080204" pitchFamily="49" charset="-128"/>
                  <a:ea typeface="ＭＳ ゴシック" panose="020B0609070205080204" pitchFamily="49" charset="-128"/>
                </a:rPr>
                <a:t>} while (cnt &lt;= 10);</a:t>
              </a:r>
            </a:p>
            <a:p>
              <a:pPr lvl="1"/>
              <a:endParaRPr lang="en-US" altLang="ja-JP" sz="1800" b="0">
                <a:latin typeface="ＭＳ ゴシック" panose="020B0609070205080204" pitchFamily="49" charset="-128"/>
                <a:ea typeface="ＭＳ ゴシック" panose="020B0609070205080204" pitchFamily="49" charset="-128"/>
              </a:endParaRPr>
            </a:p>
            <a:p>
              <a:pPr lvl="1"/>
              <a:r>
                <a:rPr lang="en-US" altLang="ja-JP" sz="1800" b="0">
                  <a:latin typeface="ＭＳ ゴシック" panose="020B0609070205080204" pitchFamily="49" charset="-128"/>
                  <a:ea typeface="ＭＳ ゴシック" panose="020B0609070205080204" pitchFamily="49" charset="-128"/>
                </a:rPr>
                <a:t>System.out.println(cnt + "," + ans);	</a:t>
              </a:r>
            </a:p>
          </p:txBody>
        </p:sp>
        <p:sp>
          <p:nvSpPr>
            <p:cNvPr id="751641" name="Rectangle 25">
              <a:extLst>
                <a:ext uri="{FF2B5EF4-FFF2-40B4-BE49-F238E27FC236}">
                  <a16:creationId xmlns:a16="http://schemas.microsoft.com/office/drawing/2014/main" id="{2273BDD4-DA3E-8A76-6449-49DB09CBA69F}"/>
                </a:ext>
              </a:extLst>
            </p:cNvPr>
            <p:cNvSpPr>
              <a:spLocks noChangeArrowheads="1"/>
            </p:cNvSpPr>
            <p:nvPr/>
          </p:nvSpPr>
          <p:spPr bwMode="auto">
            <a:xfrm>
              <a:off x="623" y="3112"/>
              <a:ext cx="610" cy="218"/>
            </a:xfrm>
            <a:prstGeom prst="rect">
              <a:avLst/>
            </a:prstGeom>
            <a:noFill/>
            <a:ln w="381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ja-JP" altLang="ja-JP">
                <a:ea typeface="ＭＳ ゴシック" panose="020B0609070205080204" pitchFamily="49" charset="-128"/>
              </a:endParaRPr>
            </a:p>
          </p:txBody>
        </p:sp>
        <p:sp>
          <p:nvSpPr>
            <p:cNvPr id="751642" name="AutoShape 26">
              <a:extLst>
                <a:ext uri="{FF2B5EF4-FFF2-40B4-BE49-F238E27FC236}">
                  <a16:creationId xmlns:a16="http://schemas.microsoft.com/office/drawing/2014/main" id="{7BBA1FF6-7444-8A4B-4854-FFFD33A4D311}"/>
                </a:ext>
              </a:extLst>
            </p:cNvPr>
            <p:cNvSpPr>
              <a:spLocks noChangeArrowheads="1"/>
            </p:cNvSpPr>
            <p:nvPr/>
          </p:nvSpPr>
          <p:spPr bwMode="auto">
            <a:xfrm>
              <a:off x="1650" y="2792"/>
              <a:ext cx="1930" cy="465"/>
            </a:xfrm>
            <a:prstGeom prst="wedgeRoundRectCallout">
              <a:avLst>
                <a:gd name="adj1" fmla="val -71708"/>
                <a:gd name="adj2" fmla="val 51292"/>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nchor="ctr"/>
            <a:lstStyle/>
            <a:p>
              <a:pPr algn="ctr"/>
              <a:r>
                <a:rPr lang="en-US" altLang="ja-JP" sz="1600" dirty="0" err="1">
                  <a:latin typeface="+mj-lt"/>
                </a:rPr>
                <a:t>Xử</a:t>
              </a:r>
              <a:r>
                <a:rPr lang="en-US" altLang="ja-JP" sz="1600" dirty="0">
                  <a:latin typeface="+mj-lt"/>
                </a:rPr>
                <a:t> </a:t>
              </a:r>
              <a:r>
                <a:rPr lang="en-US" altLang="ja-JP" sz="1600" dirty="0" err="1">
                  <a:latin typeface="+mj-lt"/>
                </a:rPr>
                <a:t>lí</a:t>
              </a:r>
              <a:r>
                <a:rPr lang="en-US" altLang="ja-JP" sz="1600" dirty="0">
                  <a:latin typeface="+mj-lt"/>
                </a:rPr>
                <a:t> </a:t>
              </a:r>
              <a:r>
                <a:rPr lang="en-US" altLang="ja-JP" sz="1600" dirty="0" err="1">
                  <a:latin typeface="+mj-lt"/>
                </a:rPr>
                <a:t>để</a:t>
              </a:r>
              <a:r>
                <a:rPr lang="en-US" altLang="ja-JP" sz="1600" dirty="0">
                  <a:latin typeface="+mj-lt"/>
                </a:rPr>
                <a:t> </a:t>
              </a:r>
              <a:r>
                <a:rPr lang="en-US" altLang="ja-JP" sz="1600" dirty="0" err="1">
                  <a:latin typeface="+mj-lt"/>
                </a:rPr>
                <a:t>thay</a:t>
              </a:r>
              <a:r>
                <a:rPr lang="en-US" altLang="ja-JP" sz="1600" dirty="0">
                  <a:latin typeface="+mj-lt"/>
                </a:rPr>
                <a:t> </a:t>
              </a:r>
              <a:r>
                <a:rPr lang="en-US" altLang="ja-JP" sz="1600" dirty="0" err="1">
                  <a:latin typeface="+mj-lt"/>
                </a:rPr>
                <a:t>đổi</a:t>
              </a:r>
              <a:r>
                <a:rPr lang="en-US" altLang="ja-JP" sz="1600" dirty="0">
                  <a:latin typeface="+mj-lt"/>
                </a:rPr>
                <a:t> </a:t>
              </a:r>
              <a:r>
                <a:rPr lang="en-US" altLang="ja-JP" sz="1600" dirty="0" err="1">
                  <a:latin typeface="+mj-lt"/>
                </a:rPr>
                <a:t>điều</a:t>
              </a:r>
              <a:r>
                <a:rPr lang="en-US" altLang="ja-JP" sz="1600" dirty="0">
                  <a:latin typeface="+mj-lt"/>
                </a:rPr>
                <a:t> </a:t>
              </a:r>
              <a:r>
                <a:rPr lang="en-US" altLang="ja-JP" sz="1600" dirty="0" err="1">
                  <a:latin typeface="+mj-lt"/>
                </a:rPr>
                <a:t>kiện</a:t>
              </a:r>
              <a:r>
                <a:rPr lang="en-US" altLang="ja-JP" sz="1600" dirty="0">
                  <a:latin typeface="+mj-lt"/>
                </a:rPr>
                <a:t> </a:t>
              </a:r>
              <a:r>
                <a:rPr lang="en-US" altLang="ja-JP" sz="1600" dirty="0" err="1">
                  <a:latin typeface="+mj-lt"/>
                </a:rPr>
                <a:t>lặp</a:t>
              </a:r>
              <a:r>
                <a:rPr lang="en-US" altLang="ja-JP" sz="1600" dirty="0">
                  <a:latin typeface="+mj-lt"/>
                </a:rPr>
                <a:t> </a:t>
              </a:r>
              <a:r>
                <a:rPr lang="en-US" altLang="ja-JP" sz="1600" dirty="0" err="1">
                  <a:latin typeface="+mj-lt"/>
                </a:rPr>
                <a:t>từ</a:t>
              </a:r>
              <a:r>
                <a:rPr lang="en-US" altLang="ja-JP" sz="1600" dirty="0">
                  <a:latin typeface="+mj-lt"/>
                </a:rPr>
                <a:t> true sang false</a:t>
              </a:r>
            </a:p>
          </p:txBody>
        </p:sp>
      </p:grpSp>
      <p:sp>
        <p:nvSpPr>
          <p:cNvPr id="751621" name="Text Box 5">
            <a:extLst>
              <a:ext uri="{FF2B5EF4-FFF2-40B4-BE49-F238E27FC236}">
                <a16:creationId xmlns:a16="http://schemas.microsoft.com/office/drawing/2014/main" id="{A6FED723-B852-EFB5-047D-568C147F6668}"/>
              </a:ext>
            </a:extLst>
          </p:cNvPr>
          <p:cNvSpPr txBox="1">
            <a:spLocks noChangeArrowheads="1"/>
          </p:cNvSpPr>
          <p:nvPr/>
        </p:nvSpPr>
        <p:spPr bwMode="auto">
          <a:xfrm>
            <a:off x="344488" y="1751013"/>
            <a:ext cx="9120187" cy="1276350"/>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en-US" altLang="ja-JP" sz="2000" dirty="0">
                <a:latin typeface="+mj-lt"/>
                <a:ea typeface="ＭＳ ゴシック" panose="020B0609070205080204" pitchFamily="49" charset="-128"/>
              </a:rPr>
              <a:t>do {</a:t>
            </a:r>
          </a:p>
          <a:p>
            <a:pPr lvl="1" algn="just">
              <a:lnSpc>
                <a:spcPct val="112000"/>
              </a:lnSpc>
            </a:pP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Xử</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lí</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muốn</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lặp</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khi</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điều</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kiện</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là</a:t>
            </a:r>
            <a:r>
              <a:rPr lang="en-US" altLang="ja-JP" sz="2000" dirty="0">
                <a:latin typeface="+mj-lt"/>
                <a:ea typeface="MS UI Gothic" panose="020B0600070205080204" pitchFamily="50" charset="-128"/>
              </a:rPr>
              <a:t> true</a:t>
            </a:r>
          </a:p>
          <a:p>
            <a:pPr lvl="1" algn="just">
              <a:lnSpc>
                <a:spcPct val="112000"/>
              </a:lnSpc>
            </a:pPr>
            <a:r>
              <a:rPr lang="en-US" altLang="ja-JP" sz="2000" dirty="0">
                <a:latin typeface="+mj-lt"/>
                <a:ea typeface="ＭＳ ゴシック" panose="020B0609070205080204" pitchFamily="49" charset="-128"/>
              </a:rPr>
              <a:t>} while (</a:t>
            </a:r>
            <a:r>
              <a:rPr lang="en-US" altLang="ja-JP" sz="2000" dirty="0" err="1">
                <a:latin typeface="+mj-lt"/>
                <a:ea typeface="MS UI Gothic" panose="020B0600070205080204" pitchFamily="50" charset="-128"/>
              </a:rPr>
              <a:t>Điều</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kiện</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lặp</a:t>
            </a:r>
            <a:r>
              <a:rPr lang="en-US" altLang="ja-JP" sz="2000" dirty="0">
                <a:latin typeface="+mj-lt"/>
                <a:ea typeface="ＭＳ ゴシック" panose="020B0609070205080204" pitchFamily="49" charset="-128"/>
              </a:rPr>
              <a:t>);</a:t>
            </a:r>
          </a:p>
        </p:txBody>
      </p:sp>
      <p:sp>
        <p:nvSpPr>
          <p:cNvPr id="751623" name="AutoShape 7">
            <a:extLst>
              <a:ext uri="{FF2B5EF4-FFF2-40B4-BE49-F238E27FC236}">
                <a16:creationId xmlns:a16="http://schemas.microsoft.com/office/drawing/2014/main" id="{EF826837-5799-7C21-DF63-746E139218C9}"/>
              </a:ext>
            </a:extLst>
          </p:cNvPr>
          <p:cNvSpPr>
            <a:spLocks noChangeArrowheads="1"/>
          </p:cNvSpPr>
          <p:nvPr/>
        </p:nvSpPr>
        <p:spPr bwMode="auto">
          <a:xfrm>
            <a:off x="4038600" y="2540000"/>
            <a:ext cx="5522911" cy="401638"/>
          </a:xfrm>
          <a:prstGeom prst="wedgeRoundRectCallout">
            <a:avLst>
              <a:gd name="adj1" fmla="val -63777"/>
              <a:gd name="adj2" fmla="val -13241"/>
              <a:gd name="adj3" fmla="val 16667"/>
            </a:avLst>
          </a:prstGeom>
          <a:solidFill>
            <a:srgbClr val="CCFFCC"/>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nchor="ctr"/>
          <a:lstStyle/>
          <a:p>
            <a:pPr algn="ctr"/>
            <a:r>
              <a:rPr lang="en-US" altLang="ja-JP" sz="1800" dirty="0" err="1">
                <a:latin typeface="+mj-lt"/>
                <a:ea typeface="ＭＳ ゴシック" panose="020B0609070205080204" pitchFamily="49" charset="-128"/>
              </a:rPr>
              <a:t>Cần</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có</a:t>
            </a:r>
            <a:r>
              <a:rPr lang="en-US" altLang="ja-JP" sz="1800" dirty="0">
                <a:latin typeface="+mj-lt"/>
                <a:ea typeface="ＭＳ ゴシック" panose="020B0609070205080204" pitchFamily="49" charset="-128"/>
              </a:rPr>
              <a:t> ; ở </a:t>
            </a:r>
            <a:r>
              <a:rPr lang="en-US" altLang="ja-JP" sz="1800" dirty="0" err="1">
                <a:latin typeface="+mj-lt"/>
                <a:ea typeface="ＭＳ ゴシック" panose="020B0609070205080204" pitchFamily="49" charset="-128"/>
              </a:rPr>
              <a:t>cuối</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cùng</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của</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câu</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lệnh</a:t>
            </a:r>
            <a:r>
              <a:rPr lang="en-US" altLang="ja-JP" sz="1800" dirty="0">
                <a:latin typeface="+mj-lt"/>
                <a:ea typeface="ＭＳ ゴシック" panose="020B0609070205080204" pitchFamily="49" charset="-128"/>
              </a:rPr>
              <a:t> do-while</a:t>
            </a:r>
            <a:endParaRPr lang="en-US" altLang="ja-JP" sz="1800" dirty="0">
              <a:latin typeface="+mj-lt"/>
            </a:endParaRPr>
          </a:p>
        </p:txBody>
      </p:sp>
      <p:sp>
        <p:nvSpPr>
          <p:cNvPr id="751643" name="AutoShape 27">
            <a:extLst>
              <a:ext uri="{FF2B5EF4-FFF2-40B4-BE49-F238E27FC236}">
                <a16:creationId xmlns:a16="http://schemas.microsoft.com/office/drawing/2014/main" id="{932F2C07-0073-C0B6-A82D-68BEDC4DD555}"/>
              </a:ext>
            </a:extLst>
          </p:cNvPr>
          <p:cNvSpPr>
            <a:spLocks noChangeArrowheads="1"/>
          </p:cNvSpPr>
          <p:nvPr/>
        </p:nvSpPr>
        <p:spPr bwMode="auto">
          <a:xfrm>
            <a:off x="1266825" y="3065463"/>
            <a:ext cx="2989263" cy="401637"/>
          </a:xfrm>
          <a:prstGeom prst="wedgeRoundRectCallout">
            <a:avLst>
              <a:gd name="adj1" fmla="val -20843"/>
              <a:gd name="adj2" fmla="val -107310"/>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nchor="ctr"/>
          <a:lstStyle/>
          <a:p>
            <a:pPr algn="ctr"/>
            <a:r>
              <a:rPr lang="en-US" altLang="ja-JP" sz="1800" dirty="0" err="1">
                <a:latin typeface="+mj-lt"/>
                <a:ea typeface="ＭＳ ゴシック" panose="020B0609070205080204" pitchFamily="49" charset="-128"/>
              </a:rPr>
              <a:t>Phán</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đoán</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sau</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điều</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kiện</a:t>
            </a:r>
            <a:endParaRPr lang="en-US" altLang="ja-JP" sz="1800" dirty="0">
              <a:latin typeface="+mj-lt"/>
            </a:endParaRPr>
          </a:p>
        </p:txBody>
      </p:sp>
      <p:sp>
        <p:nvSpPr>
          <p:cNvPr id="751646" name="Rectangle 30">
            <a:extLst>
              <a:ext uri="{FF2B5EF4-FFF2-40B4-BE49-F238E27FC236}">
                <a16:creationId xmlns:a16="http://schemas.microsoft.com/office/drawing/2014/main" id="{A2D7E84F-92D3-8F4A-6FCE-3CA1BD6DDC18}"/>
              </a:ext>
            </a:extLst>
          </p:cNvPr>
          <p:cNvSpPr>
            <a:spLocks noChangeArrowheads="1"/>
          </p:cNvSpPr>
          <p:nvPr/>
        </p:nvSpPr>
        <p:spPr bwMode="auto">
          <a:xfrm>
            <a:off x="3114494" y="2492375"/>
            <a:ext cx="166687" cy="341312"/>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751649" name="AutoShape 33">
            <a:extLst>
              <a:ext uri="{FF2B5EF4-FFF2-40B4-BE49-F238E27FC236}">
                <a16:creationId xmlns:a16="http://schemas.microsoft.com/office/drawing/2014/main" id="{DB3D98CF-35AF-14B6-FF62-E46089CF1178}"/>
              </a:ext>
            </a:extLst>
          </p:cNvPr>
          <p:cNvSpPr>
            <a:spLocks noChangeArrowheads="1"/>
          </p:cNvSpPr>
          <p:nvPr/>
        </p:nvSpPr>
        <p:spPr bwMode="auto">
          <a:xfrm>
            <a:off x="8180388" y="3276600"/>
            <a:ext cx="1482725" cy="719138"/>
          </a:xfrm>
          <a:prstGeom prst="wedgeRoundRectCallout">
            <a:avLst>
              <a:gd name="adj1" fmla="val -39185"/>
              <a:gd name="adj2" fmla="val 72736"/>
              <a:gd name="adj3" fmla="val 16667"/>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nchor="ctr"/>
          <a:lstStyle/>
          <a:p>
            <a:r>
              <a:rPr lang="en-US" altLang="ja-JP" sz="1600" b="0">
                <a:latin typeface="ＭＳ ゴシック" panose="020B0609070205080204" pitchFamily="49" charset="-128"/>
                <a:ea typeface="ＭＳ ゴシック" panose="020B0609070205080204" pitchFamily="49" charset="-128"/>
              </a:rPr>
              <a:t> ans += cnt;</a:t>
            </a:r>
          </a:p>
          <a:p>
            <a:r>
              <a:rPr lang="en-US" altLang="ja-JP" sz="1600" b="0">
                <a:latin typeface="ＭＳ ゴシック" panose="020B0609070205080204" pitchFamily="49" charset="-128"/>
                <a:ea typeface="ＭＳ ゴシック" panose="020B0609070205080204" pitchFamily="49" charset="-128"/>
              </a:rPr>
              <a:t> cnt++;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D336A774-A2DB-160C-19A7-1A068F9F9F4B}"/>
              </a:ext>
            </a:extLst>
          </p:cNvPr>
          <p:cNvSpPr>
            <a:spLocks noGrp="1"/>
          </p:cNvSpPr>
          <p:nvPr>
            <p:ph type="sldNum" sz="quarter" idx="10"/>
          </p:nvPr>
        </p:nvSpPr>
        <p:spPr/>
        <p:txBody>
          <a:bodyPr/>
          <a:lstStyle/>
          <a:p>
            <a:fld id="{581DCB4C-A410-4FC5-8A42-238D00388B63}" type="slidenum">
              <a:rPr lang="en-US" altLang="ja-JP"/>
              <a:pPr/>
              <a:t>50</a:t>
            </a:fld>
            <a:endParaRPr lang="en-US" altLang="ja-JP"/>
          </a:p>
        </p:txBody>
      </p:sp>
      <p:sp>
        <p:nvSpPr>
          <p:cNvPr id="755714" name="Rectangle 2">
            <a:extLst>
              <a:ext uri="{FF2B5EF4-FFF2-40B4-BE49-F238E27FC236}">
                <a16:creationId xmlns:a16="http://schemas.microsoft.com/office/drawing/2014/main" id="{7A4960EE-A0BB-A01B-97D0-70D3F82EC8FA}"/>
              </a:ext>
            </a:extLst>
          </p:cNvPr>
          <p:cNvSpPr>
            <a:spLocks noGrp="1" noChangeArrowheads="1"/>
          </p:cNvSpPr>
          <p:nvPr>
            <p:ph type="body" sz="half" idx="1"/>
          </p:nvPr>
        </p:nvSpPr>
        <p:spPr>
          <a:xfrm>
            <a:off x="344488" y="1143000"/>
            <a:ext cx="8875712" cy="5557838"/>
          </a:xfrm>
        </p:spPr>
        <p:txBody>
          <a:bodyPr/>
          <a:lstStyle/>
          <a:p>
            <a:pPr marL="0" indent="0"/>
            <a:r>
              <a:rPr lang="en-US" altLang="ja-JP" sz="1800" dirty="0" err="1">
                <a:latin typeface="Arial" panose="020B0604020202020204" pitchFamily="34" charset="0"/>
              </a:rPr>
              <a:t>Tóm</a:t>
            </a:r>
            <a:r>
              <a:rPr lang="en-US" altLang="ja-JP" sz="1800" dirty="0">
                <a:latin typeface="Arial" panose="020B0604020202020204" pitchFamily="34" charset="0"/>
              </a:rPr>
              <a:t> </a:t>
            </a:r>
            <a:r>
              <a:rPr lang="en-US" altLang="ja-JP" sz="1800" dirty="0" err="1">
                <a:latin typeface="Arial" panose="020B0604020202020204" pitchFamily="34" charset="0"/>
              </a:rPr>
              <a:t>tắt</a:t>
            </a:r>
            <a:r>
              <a:rPr lang="en-US" altLang="ja-JP" sz="1800" dirty="0">
                <a:latin typeface="Arial" panose="020B0604020202020204" pitchFamily="34" charset="0"/>
              </a:rPr>
              <a:t> </a:t>
            </a:r>
            <a:r>
              <a:rPr lang="en-US" altLang="ja-JP" sz="1800" dirty="0" err="1">
                <a:latin typeface="Arial" panose="020B0604020202020204" pitchFamily="34" charset="0"/>
              </a:rPr>
              <a:t>quan</a:t>
            </a:r>
            <a:r>
              <a:rPr lang="en-US" altLang="ja-JP" sz="1800" dirty="0">
                <a:latin typeface="Arial" panose="020B0604020202020204" pitchFamily="34" charset="0"/>
              </a:rPr>
              <a:t> </a:t>
            </a:r>
            <a:r>
              <a:rPr lang="en-US" altLang="ja-JP" sz="1800" dirty="0" err="1">
                <a:latin typeface="Arial" panose="020B0604020202020204" pitchFamily="34" charset="0"/>
              </a:rPr>
              <a:t>hệ</a:t>
            </a:r>
            <a:r>
              <a:rPr lang="en-US" altLang="ja-JP" sz="1800" dirty="0">
                <a:latin typeface="Arial" panose="020B0604020202020204" pitchFamily="34" charset="0"/>
              </a:rPr>
              <a:t> </a:t>
            </a:r>
            <a:r>
              <a:rPr lang="en-US" altLang="ja-JP" sz="1800" dirty="0" err="1">
                <a:latin typeface="Arial" panose="020B0604020202020204" pitchFamily="34" charset="0"/>
              </a:rPr>
              <a:t>của</a:t>
            </a:r>
            <a:r>
              <a:rPr lang="en-US" altLang="ja-JP" sz="1800" dirty="0">
                <a:latin typeface="Arial" panose="020B0604020202020204" pitchFamily="34" charset="0"/>
              </a:rPr>
              <a:t> </a:t>
            </a:r>
            <a:r>
              <a:rPr lang="en-US" altLang="ja-JP" sz="1800" dirty="0" err="1">
                <a:latin typeface="Arial" panose="020B0604020202020204" pitchFamily="34" charset="0"/>
              </a:rPr>
              <a:t>điều</a:t>
            </a:r>
            <a:r>
              <a:rPr lang="en-US" altLang="ja-JP" sz="1800" dirty="0">
                <a:latin typeface="Arial" panose="020B0604020202020204" pitchFamily="34" charset="0"/>
              </a:rPr>
              <a:t> </a:t>
            </a:r>
            <a:r>
              <a:rPr lang="en-US" altLang="ja-JP" sz="1800" dirty="0" err="1">
                <a:latin typeface="Arial" panose="020B0604020202020204" pitchFamily="34" charset="0"/>
              </a:rPr>
              <a:t>kiện</a:t>
            </a:r>
            <a:r>
              <a:rPr lang="en-US" altLang="ja-JP" sz="1800" dirty="0">
                <a:latin typeface="Arial" panose="020B0604020202020204" pitchFamily="34" charset="0"/>
              </a:rPr>
              <a:t> </a:t>
            </a:r>
            <a:r>
              <a:rPr lang="en-US" altLang="ja-JP" sz="1800" dirty="0" err="1">
                <a:latin typeface="Arial" panose="020B0604020202020204" pitchFamily="34" charset="0"/>
              </a:rPr>
              <a:t>lặp</a:t>
            </a:r>
            <a:r>
              <a:rPr lang="en-US" altLang="ja-JP" sz="1800" dirty="0">
                <a:latin typeface="Arial" panose="020B0604020202020204" pitchFamily="34" charset="0"/>
              </a:rPr>
              <a:t> </a:t>
            </a:r>
            <a:r>
              <a:rPr lang="en-US" altLang="ja-JP" sz="1800" dirty="0" err="1">
                <a:latin typeface="Arial" panose="020B0604020202020204" pitchFamily="34" charset="0"/>
              </a:rPr>
              <a:t>và</a:t>
            </a:r>
            <a:r>
              <a:rPr lang="en-US" altLang="ja-JP" sz="1800" dirty="0">
                <a:latin typeface="Arial" panose="020B0604020202020204" pitchFamily="34" charset="0"/>
              </a:rPr>
              <a:t> </a:t>
            </a:r>
            <a:r>
              <a:rPr lang="en-US" altLang="ja-JP" sz="1800" dirty="0" err="1">
                <a:latin typeface="Arial" panose="020B0604020202020204" pitchFamily="34" charset="0"/>
              </a:rPr>
              <a:t>giá</a:t>
            </a:r>
            <a:r>
              <a:rPr lang="en-US" altLang="ja-JP" sz="1800" dirty="0">
                <a:latin typeface="Arial" panose="020B0604020202020204" pitchFamily="34" charset="0"/>
              </a:rPr>
              <a:t> </a:t>
            </a:r>
            <a:r>
              <a:rPr lang="en-US" altLang="ja-JP" sz="1800" dirty="0" err="1">
                <a:latin typeface="Arial" panose="020B0604020202020204" pitchFamily="34" charset="0"/>
              </a:rPr>
              <a:t>trị</a:t>
            </a:r>
            <a:r>
              <a:rPr lang="en-US" altLang="ja-JP" sz="1800" dirty="0">
                <a:latin typeface="Arial" panose="020B0604020202020204" pitchFamily="34" charset="0"/>
              </a:rPr>
              <a:t> </a:t>
            </a:r>
            <a:r>
              <a:rPr lang="en-US" altLang="ja-JP" sz="1800" dirty="0" err="1">
                <a:latin typeface="Arial" panose="020B0604020202020204" pitchFamily="34" charset="0"/>
              </a:rPr>
              <a:t>các</a:t>
            </a:r>
            <a:r>
              <a:rPr lang="en-US" altLang="ja-JP" sz="1800" dirty="0">
                <a:latin typeface="Arial" panose="020B0604020202020204" pitchFamily="34" charset="0"/>
              </a:rPr>
              <a:t> </a:t>
            </a:r>
            <a:r>
              <a:rPr lang="en-US" altLang="ja-JP" sz="1800" dirty="0" err="1">
                <a:latin typeface="Arial" panose="020B0604020202020204" pitchFamily="34" charset="0"/>
              </a:rPr>
              <a:t>biến</a:t>
            </a:r>
            <a:r>
              <a:rPr lang="en-US" altLang="ja-JP" sz="1800" dirty="0">
                <a:latin typeface="Arial" panose="020B0604020202020204" pitchFamily="34" charset="0"/>
              </a:rPr>
              <a:t> </a:t>
            </a:r>
            <a:r>
              <a:rPr lang="en-US" altLang="ja-JP" sz="1800" dirty="0" err="1">
                <a:latin typeface="Arial" panose="020B0604020202020204" pitchFamily="34" charset="0"/>
              </a:rPr>
              <a:t>số</a:t>
            </a:r>
            <a:r>
              <a:rPr lang="en-US" altLang="ja-JP" sz="1800" dirty="0">
                <a:latin typeface="Arial" panose="020B0604020202020204" pitchFamily="34" charset="0"/>
              </a:rPr>
              <a:t> </a:t>
            </a:r>
            <a:r>
              <a:rPr lang="en-US" altLang="ja-JP" sz="1800" dirty="0" err="1">
                <a:latin typeface="Arial" panose="020B0604020202020204" pitchFamily="34" charset="0"/>
              </a:rPr>
              <a:t>tại</a:t>
            </a:r>
            <a:r>
              <a:rPr lang="en-US" altLang="ja-JP" sz="1800" dirty="0">
                <a:latin typeface="Arial" panose="020B0604020202020204" pitchFamily="34" charset="0"/>
              </a:rPr>
              <a:t> </a:t>
            </a:r>
            <a:r>
              <a:rPr lang="en-US" altLang="ja-JP" sz="1800" dirty="0" err="1">
                <a:latin typeface="Arial" panose="020B0604020202020204" pitchFamily="34" charset="0"/>
              </a:rPr>
              <a:t>ví</a:t>
            </a:r>
            <a:r>
              <a:rPr lang="en-US" altLang="ja-JP" sz="1800" dirty="0">
                <a:latin typeface="Arial" panose="020B0604020202020204" pitchFamily="34" charset="0"/>
              </a:rPr>
              <a:t> </a:t>
            </a:r>
            <a:r>
              <a:rPr lang="en-US" altLang="ja-JP" sz="1800" dirty="0" err="1">
                <a:latin typeface="Arial" panose="020B0604020202020204" pitchFamily="34" charset="0"/>
              </a:rPr>
              <a:t>dụ</a:t>
            </a:r>
            <a:r>
              <a:rPr lang="en-US" altLang="ja-JP" sz="1800" dirty="0">
                <a:latin typeface="Arial" panose="020B0604020202020204" pitchFamily="34" charset="0"/>
              </a:rPr>
              <a:t> </a:t>
            </a:r>
            <a:r>
              <a:rPr lang="en-US" altLang="ja-JP" sz="1800" dirty="0" err="1">
                <a:latin typeface="Arial" panose="020B0604020202020204" pitchFamily="34" charset="0"/>
              </a:rPr>
              <a:t>trước</a:t>
            </a:r>
            <a:r>
              <a:rPr lang="en-US" altLang="ja-JP" sz="1800" dirty="0">
                <a:latin typeface="Arial" panose="020B0604020202020204" pitchFamily="34" charset="0"/>
              </a:rPr>
              <a:t> </a:t>
            </a:r>
            <a:r>
              <a:rPr lang="en-US" altLang="ja-JP" sz="1800" dirty="0" err="1">
                <a:latin typeface="Arial" panose="020B0604020202020204" pitchFamily="34" charset="0"/>
              </a:rPr>
              <a:t>thành</a:t>
            </a:r>
            <a:r>
              <a:rPr lang="en-US" altLang="ja-JP" sz="1800" dirty="0">
                <a:latin typeface="Arial" panose="020B0604020202020204" pitchFamily="34" charset="0"/>
              </a:rPr>
              <a:t> </a:t>
            </a:r>
            <a:r>
              <a:rPr lang="en-US" altLang="ja-JP" sz="1800" dirty="0" err="1">
                <a:latin typeface="Arial" panose="020B0604020202020204" pitchFamily="34" charset="0"/>
              </a:rPr>
              <a:t>bảng</a:t>
            </a:r>
            <a:r>
              <a:rPr lang="en-US" altLang="ja-JP" sz="1800" dirty="0">
                <a:latin typeface="Arial" panose="020B0604020202020204" pitchFamily="34" charset="0"/>
              </a:rPr>
              <a:t> </a:t>
            </a:r>
            <a:r>
              <a:rPr lang="en-US" altLang="ja-JP" sz="1800" dirty="0" err="1">
                <a:latin typeface="Arial" panose="020B0604020202020204" pitchFamily="34" charset="0"/>
              </a:rPr>
              <a:t>thì</a:t>
            </a:r>
            <a:r>
              <a:rPr lang="en-US" altLang="ja-JP" sz="1800" dirty="0">
                <a:latin typeface="Arial" panose="020B0604020202020204" pitchFamily="34" charset="0"/>
              </a:rPr>
              <a:t> ta </a:t>
            </a:r>
            <a:r>
              <a:rPr lang="en-US" altLang="ja-JP" sz="1800" dirty="0" err="1">
                <a:latin typeface="Arial" panose="020B0604020202020204" pitchFamily="34" charset="0"/>
              </a:rPr>
              <a:t>có</a:t>
            </a:r>
            <a:r>
              <a:rPr lang="en-US" altLang="ja-JP" sz="1800" dirty="0">
                <a:latin typeface="Arial" panose="020B0604020202020204" pitchFamily="34" charset="0"/>
              </a:rPr>
              <a:t> </a:t>
            </a:r>
            <a:r>
              <a:rPr lang="en-US" altLang="ja-JP" sz="1800" dirty="0" err="1">
                <a:latin typeface="Arial" panose="020B0604020202020204" pitchFamily="34" charset="0"/>
              </a:rPr>
              <a:t>bảng</a:t>
            </a:r>
            <a:r>
              <a:rPr lang="en-US" altLang="ja-JP" sz="1800" dirty="0">
                <a:latin typeface="Arial" panose="020B0604020202020204" pitchFamily="34" charset="0"/>
              </a:rPr>
              <a:t> </a:t>
            </a:r>
            <a:r>
              <a:rPr lang="en-US" altLang="ja-JP" sz="1800" dirty="0" err="1">
                <a:latin typeface="Arial" panose="020B0604020202020204" pitchFamily="34" charset="0"/>
              </a:rPr>
              <a:t>như</a:t>
            </a:r>
            <a:r>
              <a:rPr lang="en-US" altLang="ja-JP" sz="1800" dirty="0">
                <a:latin typeface="Arial" panose="020B0604020202020204" pitchFamily="34" charset="0"/>
              </a:rPr>
              <a:t> </a:t>
            </a:r>
            <a:r>
              <a:rPr lang="en-US" altLang="ja-JP" sz="1800" dirty="0" err="1">
                <a:latin typeface="Arial" panose="020B0604020202020204" pitchFamily="34" charset="0"/>
              </a:rPr>
              <a:t>sau</a:t>
            </a:r>
            <a:r>
              <a:rPr lang="en-US" altLang="ja-JP" sz="1800" dirty="0">
                <a:latin typeface="Arial" panose="020B0604020202020204" pitchFamily="34" charset="0"/>
              </a:rPr>
              <a:t> </a:t>
            </a:r>
          </a:p>
          <a:p>
            <a:pPr marL="0" indent="0"/>
            <a:r>
              <a:rPr lang="ja-JP" altLang="en-US" sz="1800" dirty="0">
                <a:latin typeface="Arial" panose="020B0604020202020204" pitchFamily="34" charset="0"/>
              </a:rPr>
              <a:t>　</a:t>
            </a:r>
            <a:r>
              <a:rPr lang="en-US" altLang="ja-JP" sz="1800" dirty="0">
                <a:latin typeface="Arial" panose="020B0604020202020204" pitchFamily="34" charset="0"/>
              </a:rPr>
              <a:t>Các </a:t>
            </a:r>
            <a:r>
              <a:rPr lang="en-US" altLang="ja-JP" sz="1800" dirty="0" err="1">
                <a:latin typeface="Arial" panose="020B0604020202020204" pitchFamily="34" charset="0"/>
              </a:rPr>
              <a:t>giá</a:t>
            </a:r>
            <a:r>
              <a:rPr lang="en-US" altLang="ja-JP" sz="1800" dirty="0">
                <a:latin typeface="Arial" panose="020B0604020202020204" pitchFamily="34" charset="0"/>
              </a:rPr>
              <a:t> </a:t>
            </a:r>
            <a:r>
              <a:rPr lang="en-US" altLang="ja-JP" sz="1800" dirty="0" err="1">
                <a:latin typeface="Arial" panose="020B0604020202020204" pitchFamily="34" charset="0"/>
              </a:rPr>
              <a:t>trị</a:t>
            </a:r>
            <a:r>
              <a:rPr lang="en-US" altLang="ja-JP" sz="1800" dirty="0">
                <a:latin typeface="Arial" panose="020B0604020202020204" pitchFamily="34" charset="0"/>
              </a:rPr>
              <a:t> </a:t>
            </a:r>
            <a:r>
              <a:rPr lang="en-US" altLang="ja-JP" sz="1800" dirty="0" err="1">
                <a:latin typeface="Arial" panose="020B0604020202020204" pitchFamily="34" charset="0"/>
              </a:rPr>
              <a:t>là</a:t>
            </a:r>
            <a:r>
              <a:rPr lang="en-US" altLang="ja-JP" sz="1800" dirty="0">
                <a:latin typeface="Arial" panose="020B0604020202020204" pitchFamily="34" charset="0"/>
              </a:rPr>
              <a:t> </a:t>
            </a:r>
            <a:r>
              <a:rPr lang="en-US" altLang="ja-JP" sz="1800" dirty="0" err="1">
                <a:latin typeface="Arial" panose="020B0604020202020204" pitchFamily="34" charset="0"/>
              </a:rPr>
              <a:t>giá</a:t>
            </a:r>
            <a:r>
              <a:rPr lang="en-US" altLang="ja-JP" sz="1800" dirty="0">
                <a:latin typeface="Arial" panose="020B0604020202020204" pitchFamily="34" charset="0"/>
              </a:rPr>
              <a:t> </a:t>
            </a:r>
            <a:r>
              <a:rPr lang="en-US" altLang="ja-JP" sz="1800" dirty="0" err="1">
                <a:latin typeface="Arial" panose="020B0604020202020204" pitchFamily="34" charset="0"/>
              </a:rPr>
              <a:t>trị</a:t>
            </a:r>
            <a:r>
              <a:rPr lang="en-US" altLang="ja-JP" sz="1800" dirty="0">
                <a:latin typeface="Arial" panose="020B0604020202020204" pitchFamily="34" charset="0"/>
              </a:rPr>
              <a:t> </a:t>
            </a:r>
            <a:r>
              <a:rPr lang="en-US" altLang="ja-JP" sz="1800" dirty="0" err="1">
                <a:latin typeface="Arial" panose="020B0604020202020204" pitchFamily="34" charset="0"/>
              </a:rPr>
              <a:t>khi</a:t>
            </a:r>
            <a:r>
              <a:rPr lang="en-US" altLang="ja-JP" sz="1800" dirty="0">
                <a:latin typeface="Arial" panose="020B0604020202020204" pitchFamily="34" charset="0"/>
              </a:rPr>
              <a:t> </a:t>
            </a:r>
            <a:r>
              <a:rPr lang="en-US" altLang="ja-JP" sz="1800" dirty="0" err="1">
                <a:latin typeface="Arial" panose="020B0604020202020204" pitchFamily="34" charset="0"/>
              </a:rPr>
              <a:t>phán</a:t>
            </a:r>
            <a:r>
              <a:rPr lang="en-US" altLang="ja-JP" sz="1800" dirty="0">
                <a:latin typeface="Arial" panose="020B0604020202020204" pitchFamily="34" charset="0"/>
              </a:rPr>
              <a:t> </a:t>
            </a:r>
            <a:r>
              <a:rPr lang="en-US" altLang="ja-JP" sz="1800" dirty="0" err="1">
                <a:latin typeface="Arial" panose="020B0604020202020204" pitchFamily="34" charset="0"/>
              </a:rPr>
              <a:t>đoán</a:t>
            </a:r>
            <a:r>
              <a:rPr lang="en-US" altLang="ja-JP" sz="1800" dirty="0">
                <a:latin typeface="Arial" panose="020B0604020202020204" pitchFamily="34" charset="0"/>
              </a:rPr>
              <a:t> </a:t>
            </a:r>
            <a:r>
              <a:rPr lang="en-US" altLang="ja-JP" sz="1800" dirty="0" err="1">
                <a:latin typeface="Arial" panose="020B0604020202020204" pitchFamily="34" charset="0"/>
              </a:rPr>
              <a:t>điều</a:t>
            </a:r>
            <a:r>
              <a:rPr lang="en-US" altLang="ja-JP" sz="1800" dirty="0">
                <a:latin typeface="Arial" panose="020B0604020202020204" pitchFamily="34" charset="0"/>
              </a:rPr>
              <a:t> </a:t>
            </a:r>
            <a:r>
              <a:rPr lang="en-US" altLang="ja-JP" sz="1800" dirty="0" err="1">
                <a:latin typeface="Arial" panose="020B0604020202020204" pitchFamily="34" charset="0"/>
              </a:rPr>
              <a:t>kiện</a:t>
            </a:r>
            <a:r>
              <a:rPr lang="en-US" altLang="ja-JP" sz="1800" dirty="0">
                <a:latin typeface="Arial" panose="020B0604020202020204" pitchFamily="34" charset="0"/>
              </a:rPr>
              <a:t> </a:t>
            </a:r>
            <a:r>
              <a:rPr lang="en-US" altLang="ja-JP" sz="1800" dirty="0" err="1">
                <a:latin typeface="Arial" panose="020B0604020202020204" pitchFamily="34" charset="0"/>
              </a:rPr>
              <a:t>lặp</a:t>
            </a:r>
            <a:endParaRPr lang="en-US" altLang="ja-JP" sz="1800" dirty="0">
              <a:latin typeface="Arial" panose="020B0604020202020204" pitchFamily="34" charset="0"/>
            </a:endParaRPr>
          </a:p>
          <a:p>
            <a:endParaRPr lang="ja-JP" altLang="ja-JP" sz="1800" dirty="0"/>
          </a:p>
        </p:txBody>
      </p:sp>
      <p:sp>
        <p:nvSpPr>
          <p:cNvPr id="755715" name="Rectangle 3">
            <a:extLst>
              <a:ext uri="{FF2B5EF4-FFF2-40B4-BE49-F238E27FC236}">
                <a16:creationId xmlns:a16="http://schemas.microsoft.com/office/drawing/2014/main" id="{809E09B2-B296-A807-0DC1-BEBFE366286C}"/>
              </a:ext>
            </a:extLst>
          </p:cNvPr>
          <p:cNvSpPr>
            <a:spLocks noGrp="1" noChangeArrowheads="1"/>
          </p:cNvSpPr>
          <p:nvPr>
            <p:ph type="title"/>
          </p:nvPr>
        </p:nvSpPr>
        <p:spPr>
          <a:xfrm>
            <a:off x="344488" y="394494"/>
            <a:ext cx="9217025" cy="490537"/>
          </a:xfrm>
        </p:spPr>
        <p:txBody>
          <a:bodyPr>
            <a:normAutofit fontScale="90000"/>
          </a:bodyPr>
          <a:lstStyle/>
          <a:p>
            <a:r>
              <a:rPr lang="en-US" altLang="ja-JP" dirty="0" err="1">
                <a:latin typeface="+mj-lt"/>
              </a:rPr>
              <a:t>Bảng</a:t>
            </a:r>
            <a:r>
              <a:rPr lang="en-US" altLang="ja-JP" dirty="0">
                <a:latin typeface="+mj-lt"/>
              </a:rPr>
              <a:t> </a:t>
            </a:r>
            <a:r>
              <a:rPr lang="en-US" altLang="ja-JP" dirty="0" err="1">
                <a:latin typeface="+mj-lt"/>
              </a:rPr>
              <a:t>kết</a:t>
            </a:r>
            <a:r>
              <a:rPr lang="en-US" altLang="ja-JP" dirty="0">
                <a:latin typeface="+mj-lt"/>
              </a:rPr>
              <a:t> </a:t>
            </a:r>
            <a:r>
              <a:rPr lang="en-US" altLang="ja-JP" dirty="0" err="1">
                <a:latin typeface="+mj-lt"/>
              </a:rPr>
              <a:t>quả</a:t>
            </a:r>
            <a:endParaRPr lang="ja-JP" altLang="ja-JP" dirty="0">
              <a:latin typeface="+mj-lt"/>
            </a:endParaRPr>
          </a:p>
        </p:txBody>
      </p:sp>
      <p:graphicFrame>
        <p:nvGraphicFramePr>
          <p:cNvPr id="4" name="Group 217">
            <a:extLst>
              <a:ext uri="{FF2B5EF4-FFF2-40B4-BE49-F238E27FC236}">
                <a16:creationId xmlns:a16="http://schemas.microsoft.com/office/drawing/2014/main" id="{206DA06E-8AC7-FE3C-C01A-9A98E3D0FA28}"/>
              </a:ext>
            </a:extLst>
          </p:cNvPr>
          <p:cNvGraphicFramePr>
            <a:graphicFrameLocks noGrp="1"/>
          </p:cNvGraphicFramePr>
          <p:nvPr>
            <p:extLst>
              <p:ext uri="{D42A27DB-BD31-4B8C-83A1-F6EECF244321}">
                <p14:modId xmlns:p14="http://schemas.microsoft.com/office/powerpoint/2010/main" val="1048154253"/>
              </p:ext>
            </p:extLst>
          </p:nvPr>
        </p:nvGraphicFramePr>
        <p:xfrm>
          <a:off x="838200" y="2362200"/>
          <a:ext cx="5219700" cy="3090734"/>
        </p:xfrm>
        <a:graphic>
          <a:graphicData uri="http://schemas.openxmlformats.org/drawingml/2006/table">
            <a:tbl>
              <a:tblPr/>
              <a:tblGrid>
                <a:gridCol w="1173163">
                  <a:extLst>
                    <a:ext uri="{9D8B030D-6E8A-4147-A177-3AD203B41FA5}">
                      <a16:colId xmlns:a16="http://schemas.microsoft.com/office/drawing/2014/main" val="491190438"/>
                    </a:ext>
                  </a:extLst>
                </a:gridCol>
                <a:gridCol w="974725">
                  <a:extLst>
                    <a:ext uri="{9D8B030D-6E8A-4147-A177-3AD203B41FA5}">
                      <a16:colId xmlns:a16="http://schemas.microsoft.com/office/drawing/2014/main" val="4048522770"/>
                    </a:ext>
                  </a:extLst>
                </a:gridCol>
                <a:gridCol w="1709737">
                  <a:extLst>
                    <a:ext uri="{9D8B030D-6E8A-4147-A177-3AD203B41FA5}">
                      <a16:colId xmlns:a16="http://schemas.microsoft.com/office/drawing/2014/main" val="3444017349"/>
                    </a:ext>
                  </a:extLst>
                </a:gridCol>
                <a:gridCol w="1362075">
                  <a:extLst>
                    <a:ext uri="{9D8B030D-6E8A-4147-A177-3AD203B41FA5}">
                      <a16:colId xmlns:a16="http://schemas.microsoft.com/office/drawing/2014/main" val="3671161551"/>
                    </a:ext>
                  </a:extLst>
                </a:gridCol>
              </a:tblGrid>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Phán đoán</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Biến số cnt</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Điều kiện lặp </a:t>
                      </a:r>
                      <a:r>
                        <a:rPr kumimoji="1" lang="en-US" altLang="ja-JP" sz="1000" b="1"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(cnt &lt;= 10)</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Biến số ans</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522998228"/>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thứ 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0</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8469792"/>
                  </a:ext>
                </a:extLst>
              </a:tr>
              <a:tr h="257175">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thứ 2</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2</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46506257"/>
                  </a:ext>
                </a:extLst>
              </a:tr>
              <a:tr h="230188">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thứ 3</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3</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3</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229685239"/>
                  </a:ext>
                </a:extLst>
              </a:tr>
              <a:tr h="257175">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thứ 4</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4</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6</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539245989"/>
                  </a:ext>
                </a:extLst>
              </a:tr>
              <a:tr h="260350">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thứ 5</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5</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10</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852392215"/>
                  </a:ext>
                </a:extLst>
              </a:tr>
              <a:tr h="257175">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thứ 6</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6</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15</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305218307"/>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thứ 7</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7</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21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926293091"/>
                  </a:ext>
                </a:extLst>
              </a:tr>
              <a:tr h="257175">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thứ 8</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8</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28</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840345381"/>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thứ 9</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9</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36</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145146301"/>
                  </a:ext>
                </a:extLst>
              </a:tr>
              <a:tr h="257175">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thứ 10</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10</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45</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429153466"/>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thứ 11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11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false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dirty="0">
                          <a:ln>
                            <a:noFill/>
                          </a:ln>
                          <a:solidFill>
                            <a:schemeClr val="tx1"/>
                          </a:solidFill>
                          <a:effectLst/>
                          <a:latin typeface="Arial" panose="020B0604020202020204" pitchFamily="34" charset="0"/>
                          <a:ea typeface="ＭＳ ゴシック" panose="020B0609070205080204" pitchFamily="49" charset="-128"/>
                        </a:rPr>
                        <a:t>55</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483169287"/>
                  </a:ext>
                </a:extLst>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D890311F-A7F5-D445-F764-999AFD765888}"/>
              </a:ext>
            </a:extLst>
          </p:cNvPr>
          <p:cNvSpPr>
            <a:spLocks noGrp="1"/>
          </p:cNvSpPr>
          <p:nvPr>
            <p:ph type="sldNum" sz="quarter" idx="10"/>
          </p:nvPr>
        </p:nvSpPr>
        <p:spPr/>
        <p:txBody>
          <a:bodyPr/>
          <a:lstStyle/>
          <a:p>
            <a:fld id="{9D0647BD-BFC9-454D-881D-3FFD5251AC3C}" type="slidenum">
              <a:rPr lang="en-US" altLang="ja-JP"/>
              <a:pPr/>
              <a:t>51</a:t>
            </a:fld>
            <a:endParaRPr lang="en-US" altLang="ja-JP"/>
          </a:p>
        </p:txBody>
      </p:sp>
      <p:sp>
        <p:nvSpPr>
          <p:cNvPr id="757762" name="Rectangle 2">
            <a:extLst>
              <a:ext uri="{FF2B5EF4-FFF2-40B4-BE49-F238E27FC236}">
                <a16:creationId xmlns:a16="http://schemas.microsoft.com/office/drawing/2014/main" id="{07BB8F20-4E22-EE21-18DF-189F37B36117}"/>
              </a:ext>
            </a:extLst>
          </p:cNvPr>
          <p:cNvSpPr>
            <a:spLocks noGrp="1" noChangeArrowheads="1"/>
          </p:cNvSpPr>
          <p:nvPr>
            <p:ph type="title"/>
          </p:nvPr>
        </p:nvSpPr>
        <p:spPr>
          <a:xfrm>
            <a:off x="325437" y="283369"/>
            <a:ext cx="9217025" cy="490537"/>
          </a:xfrm>
        </p:spPr>
        <p:txBody>
          <a:bodyPr>
            <a:normAutofit fontScale="90000"/>
          </a:bodyPr>
          <a:lstStyle/>
          <a:p>
            <a:r>
              <a:rPr lang="en-US" altLang="ja-JP" dirty="0" err="1">
                <a:latin typeface="MS UI Gothic" panose="020B0600070205080204" pitchFamily="50" charset="-128"/>
                <a:ea typeface="MS UI Gothic" panose="020B0600070205080204" pitchFamily="50" charset="-128"/>
              </a:rPr>
              <a:t>Câu</a:t>
            </a:r>
            <a:r>
              <a:rPr lang="en-US" altLang="ja-JP" dirty="0">
                <a:latin typeface="MS UI Gothic" panose="020B0600070205080204" pitchFamily="50" charset="-128"/>
                <a:ea typeface="MS UI Gothic" panose="020B0600070205080204" pitchFamily="50" charset="-128"/>
              </a:rPr>
              <a:t> </a:t>
            </a:r>
            <a:r>
              <a:rPr lang="en-US" altLang="ja-JP" dirty="0" err="1">
                <a:latin typeface="MS UI Gothic" panose="020B0600070205080204" pitchFamily="50" charset="-128"/>
                <a:ea typeface="MS UI Gothic" panose="020B0600070205080204" pitchFamily="50" charset="-128"/>
              </a:rPr>
              <a:t>lệnh</a:t>
            </a:r>
            <a:r>
              <a:rPr lang="en-US" altLang="ja-JP" dirty="0">
                <a:latin typeface="MS UI Gothic" panose="020B0600070205080204" pitchFamily="50" charset="-128"/>
                <a:ea typeface="MS UI Gothic" panose="020B0600070205080204" pitchFamily="50" charset="-128"/>
              </a:rPr>
              <a:t> </a:t>
            </a:r>
            <a:r>
              <a:rPr lang="en-US" altLang="ja-JP" dirty="0">
                <a:latin typeface="ＭＳ ゴシック" panose="020B0609070205080204" pitchFamily="49" charset="-128"/>
                <a:ea typeface="ＭＳ ゴシック" panose="020B0609070205080204" pitchFamily="49" charset="-128"/>
              </a:rPr>
              <a:t>for</a:t>
            </a:r>
            <a:r>
              <a:rPr lang="ja-JP" altLang="en-US" dirty="0">
                <a:latin typeface="MS UI Gothic" panose="020B0600070205080204" pitchFamily="50" charset="-128"/>
                <a:ea typeface="MS UI Gothic" panose="020B0600070205080204" pitchFamily="50" charset="-128"/>
              </a:rPr>
              <a:t>（</a:t>
            </a:r>
            <a:r>
              <a:rPr lang="en-US" altLang="ja-JP" dirty="0">
                <a:latin typeface="MS UI Gothic" panose="020B0600070205080204" pitchFamily="50" charset="-128"/>
                <a:ea typeface="MS UI Gothic" panose="020B0600070205080204" pitchFamily="50" charset="-128"/>
              </a:rPr>
              <a:t>1</a:t>
            </a:r>
            <a:r>
              <a:rPr lang="ja-JP" altLang="en-US" dirty="0">
                <a:latin typeface="MS UI Gothic" panose="020B0600070205080204" pitchFamily="50" charset="-128"/>
                <a:ea typeface="MS UI Gothic" panose="020B0600070205080204" pitchFamily="50" charset="-128"/>
              </a:rPr>
              <a:t>）</a:t>
            </a:r>
          </a:p>
        </p:txBody>
      </p:sp>
      <p:sp>
        <p:nvSpPr>
          <p:cNvPr id="757763" name="Rectangle 3">
            <a:extLst>
              <a:ext uri="{FF2B5EF4-FFF2-40B4-BE49-F238E27FC236}">
                <a16:creationId xmlns:a16="http://schemas.microsoft.com/office/drawing/2014/main" id="{3DE6FEC7-B5F1-74FB-7705-A04C875310D8}"/>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757764" name="Rectangle 4">
            <a:extLst>
              <a:ext uri="{FF2B5EF4-FFF2-40B4-BE49-F238E27FC236}">
                <a16:creationId xmlns:a16="http://schemas.microsoft.com/office/drawing/2014/main" id="{E5612BB6-46FF-35FB-EFD4-FFB94D109307}"/>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ＭＳ ゴシック" panose="020B0609070205080204" pitchFamily="49" charset="-128"/>
                <a:ea typeface="ＭＳ ゴシック" panose="020B0609070205080204" pitchFamily="49" charset="-128"/>
              </a:rPr>
              <a:t>Câu lệnh for</a:t>
            </a:r>
            <a:endParaRPr lang="en-US" altLang="ja-JP" sz="2400" b="0"/>
          </a:p>
          <a:p>
            <a:pPr>
              <a:spcBef>
                <a:spcPct val="50000"/>
              </a:spcBef>
              <a:buFont typeface="Wingdings" panose="05000000000000000000" pitchFamily="2" charset="2"/>
              <a:buNone/>
            </a:pPr>
            <a:r>
              <a:rPr lang="en-US" altLang="ja-JP" sz="2000" b="0"/>
              <a:t>●Cú pháp  cơ bản</a:t>
            </a:r>
            <a:endParaRPr lang="en-US" altLang="ja-JP" sz="2400" b="0"/>
          </a:p>
          <a:p>
            <a:pPr lvl="1"/>
            <a:endParaRPr lang="en-US" altLang="ja-JP" sz="2400" b="0"/>
          </a:p>
        </p:txBody>
      </p:sp>
      <p:sp>
        <p:nvSpPr>
          <p:cNvPr id="757765" name="Text Box 5">
            <a:extLst>
              <a:ext uri="{FF2B5EF4-FFF2-40B4-BE49-F238E27FC236}">
                <a16:creationId xmlns:a16="http://schemas.microsoft.com/office/drawing/2014/main" id="{308D6963-2B1E-FF65-75D0-A1E9E2430C82}"/>
              </a:ext>
            </a:extLst>
          </p:cNvPr>
          <p:cNvSpPr txBox="1">
            <a:spLocks noChangeArrowheads="1"/>
          </p:cNvSpPr>
          <p:nvPr/>
        </p:nvSpPr>
        <p:spPr bwMode="auto">
          <a:xfrm>
            <a:off x="344488" y="1751013"/>
            <a:ext cx="9120187" cy="1149350"/>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en-US" altLang="ja-JP" sz="2000" dirty="0">
                <a:latin typeface="+mj-lt"/>
                <a:ea typeface="ＭＳ ゴシック" panose="020B0609070205080204" pitchFamily="49" charset="-128"/>
              </a:rPr>
              <a:t>for (setting </a:t>
            </a:r>
            <a:r>
              <a:rPr lang="en-US" altLang="ja-JP" sz="2000" dirty="0" err="1">
                <a:latin typeface="+mj-lt"/>
                <a:ea typeface="ＭＳ ゴシック" panose="020B0609070205080204" pitchFamily="49" charset="-128"/>
              </a:rPr>
              <a:t>giá</a:t>
            </a:r>
            <a:r>
              <a:rPr lang="en-US" altLang="ja-JP" sz="2000" dirty="0">
                <a:latin typeface="+mj-lt"/>
                <a:ea typeface="ＭＳ ゴシック" panose="020B0609070205080204" pitchFamily="49" charset="-128"/>
              </a:rPr>
              <a:t> </a:t>
            </a:r>
            <a:r>
              <a:rPr lang="en-US" altLang="ja-JP" sz="2000" dirty="0" err="1">
                <a:latin typeface="+mj-lt"/>
                <a:ea typeface="ＭＳ ゴシック" panose="020B0609070205080204" pitchFamily="49" charset="-128"/>
              </a:rPr>
              <a:t>trị</a:t>
            </a:r>
            <a:r>
              <a:rPr lang="en-US" altLang="ja-JP" sz="2000" dirty="0">
                <a:latin typeface="+mj-lt"/>
                <a:ea typeface="ＭＳ ゴシック" panose="020B0609070205080204" pitchFamily="49" charset="-128"/>
              </a:rPr>
              <a:t> </a:t>
            </a:r>
            <a:r>
              <a:rPr lang="en-US" altLang="ja-JP" sz="2000" dirty="0" err="1">
                <a:latin typeface="+mj-lt"/>
                <a:ea typeface="ＭＳ ゴシック" panose="020B0609070205080204" pitchFamily="49" charset="-128"/>
              </a:rPr>
              <a:t>khởi</a:t>
            </a:r>
            <a:r>
              <a:rPr lang="en-US" altLang="ja-JP" sz="2000" dirty="0">
                <a:latin typeface="+mj-lt"/>
                <a:ea typeface="ＭＳ ゴシック" panose="020B0609070205080204" pitchFamily="49" charset="-128"/>
              </a:rPr>
              <a:t> </a:t>
            </a:r>
            <a:r>
              <a:rPr lang="en-US" altLang="ja-JP" sz="2000" dirty="0" err="1">
                <a:latin typeface="+mj-lt"/>
                <a:ea typeface="ＭＳ ゴシック" panose="020B0609070205080204" pitchFamily="49" charset="-128"/>
              </a:rPr>
              <a:t>tạo</a:t>
            </a:r>
            <a:r>
              <a:rPr lang="en-US" altLang="ja-JP" sz="2000" dirty="0">
                <a:latin typeface="+mj-lt"/>
                <a:ea typeface="ＭＳ ゴシック" panose="020B0609070205080204" pitchFamily="49" charset="-128"/>
              </a:rPr>
              <a:t> </a:t>
            </a:r>
            <a:r>
              <a:rPr lang="en-US" altLang="ja-JP" sz="2000" dirty="0" err="1">
                <a:latin typeface="+mj-lt"/>
                <a:ea typeface="ＭＳ ゴシック" panose="020B0609070205080204" pitchFamily="49" charset="-128"/>
              </a:rPr>
              <a:t>của</a:t>
            </a:r>
            <a:r>
              <a:rPr lang="en-US" altLang="ja-JP" sz="2000" dirty="0">
                <a:latin typeface="+mj-lt"/>
                <a:ea typeface="ＭＳ ゴシック" panose="020B0609070205080204" pitchFamily="49" charset="-128"/>
              </a:rPr>
              <a:t> </a:t>
            </a:r>
            <a:r>
              <a:rPr lang="en-US" altLang="ja-JP" sz="2000" dirty="0" err="1">
                <a:latin typeface="+mj-lt"/>
                <a:ea typeface="ＭＳ ゴシック" panose="020B0609070205080204" pitchFamily="49" charset="-128"/>
              </a:rPr>
              <a:t>biến</a:t>
            </a:r>
            <a:r>
              <a:rPr lang="en-US" altLang="ja-JP" sz="2000" dirty="0">
                <a:latin typeface="+mj-lt"/>
                <a:ea typeface="ＭＳ ゴシック" panose="020B0609070205080204" pitchFamily="49" charset="-128"/>
              </a:rPr>
              <a:t> </a:t>
            </a:r>
            <a:r>
              <a:rPr lang="en-US" altLang="ja-JP" sz="2000" dirty="0" err="1">
                <a:latin typeface="+mj-lt"/>
                <a:ea typeface="ＭＳ ゴシック" panose="020B0609070205080204" pitchFamily="49" charset="-128"/>
              </a:rPr>
              <a:t>số</a:t>
            </a:r>
            <a:r>
              <a:rPr lang="en-US" altLang="ja-JP" sz="2000" dirty="0">
                <a:latin typeface="+mj-lt"/>
                <a:ea typeface="ＭＳ ゴシック" panose="020B0609070205080204" pitchFamily="49" charset="-128"/>
              </a:rPr>
              <a:t> counter; </a:t>
            </a:r>
            <a:r>
              <a:rPr lang="en-US" altLang="ja-JP" sz="2000" dirty="0" err="1">
                <a:latin typeface="+mj-lt"/>
                <a:ea typeface="MS UI Gothic" panose="020B0600070205080204" pitchFamily="50" charset="-128"/>
              </a:rPr>
              <a:t>Biểu</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thức</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điều</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kiện</a:t>
            </a:r>
            <a:r>
              <a:rPr lang="en-US" altLang="ja-JP" sz="2000" dirty="0">
                <a:latin typeface="+mj-lt"/>
                <a:ea typeface="ＭＳ ゴシック" panose="020B0609070205080204" pitchFamily="49" charset="-128"/>
              </a:rPr>
              <a:t>; </a:t>
            </a:r>
            <a:r>
              <a:rPr lang="en-US" altLang="ja-JP" sz="2000" dirty="0" err="1">
                <a:latin typeface="+mj-lt"/>
                <a:ea typeface="ＭＳ ゴシック" panose="020B0609070205080204" pitchFamily="49" charset="-128"/>
              </a:rPr>
              <a:t>tăng</a:t>
            </a:r>
            <a:r>
              <a:rPr lang="en-US" altLang="ja-JP" sz="2000" dirty="0">
                <a:latin typeface="+mj-lt"/>
                <a:ea typeface="ＭＳ ゴシック" panose="020B0609070205080204" pitchFamily="49" charset="-128"/>
              </a:rPr>
              <a:t> </a:t>
            </a:r>
            <a:r>
              <a:rPr lang="en-US" altLang="ja-JP" sz="2000" dirty="0" err="1">
                <a:latin typeface="+mj-lt"/>
                <a:ea typeface="ＭＳ ゴシック" panose="020B0609070205080204" pitchFamily="49" charset="-128"/>
              </a:rPr>
              <a:t>giảm</a:t>
            </a:r>
            <a:r>
              <a:rPr lang="en-US" altLang="ja-JP" sz="2000" dirty="0">
                <a:latin typeface="+mj-lt"/>
                <a:ea typeface="ＭＳ ゴシック" panose="020B0609070205080204" pitchFamily="49" charset="-128"/>
              </a:rPr>
              <a:t> </a:t>
            </a:r>
            <a:r>
              <a:rPr lang="en-US" altLang="ja-JP" sz="2000" dirty="0" err="1">
                <a:latin typeface="+mj-lt"/>
                <a:ea typeface="ＭＳ ゴシック" panose="020B0609070205080204" pitchFamily="49" charset="-128"/>
              </a:rPr>
              <a:t>biến</a:t>
            </a:r>
            <a:r>
              <a:rPr lang="en-US" altLang="ja-JP" sz="2000" dirty="0">
                <a:latin typeface="+mj-lt"/>
                <a:ea typeface="ＭＳ ゴシック" panose="020B0609070205080204" pitchFamily="49" charset="-128"/>
              </a:rPr>
              <a:t> </a:t>
            </a:r>
            <a:r>
              <a:rPr lang="en-US" altLang="ja-JP" sz="2000" dirty="0" err="1">
                <a:latin typeface="+mj-lt"/>
                <a:ea typeface="ＭＳ ゴシック" panose="020B0609070205080204" pitchFamily="49" charset="-128"/>
              </a:rPr>
              <a:t>số</a:t>
            </a:r>
            <a:r>
              <a:rPr lang="en-US" altLang="ja-JP" sz="2000" dirty="0">
                <a:latin typeface="+mj-lt"/>
                <a:ea typeface="ＭＳ ゴシック" panose="020B0609070205080204" pitchFamily="49" charset="-128"/>
              </a:rPr>
              <a:t> counter) {</a:t>
            </a:r>
          </a:p>
          <a:p>
            <a:pPr lvl="1" algn="just">
              <a:lnSpc>
                <a:spcPct val="112000"/>
              </a:lnSpc>
            </a:pPr>
            <a:r>
              <a:rPr lang="en-US" altLang="ja-JP" sz="2000" dirty="0">
                <a:latin typeface="+mj-lt"/>
                <a:ea typeface="ＭＳ ゴシック" panose="020B0609070205080204" pitchFamily="49" charset="-128"/>
              </a:rPr>
              <a:t> </a:t>
            </a:r>
            <a:r>
              <a:rPr lang="en-US" altLang="ja-JP" sz="2000" dirty="0" err="1">
                <a:latin typeface="+mj-lt"/>
                <a:ea typeface="MS UI Gothic" panose="020B0600070205080204" pitchFamily="50" charset="-128"/>
              </a:rPr>
              <a:t>Xử</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lí</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muốn</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lặp</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khi</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điều</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kiện</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là</a:t>
            </a:r>
            <a:r>
              <a:rPr lang="en-US" altLang="ja-JP" sz="2000" dirty="0">
                <a:latin typeface="+mj-lt"/>
                <a:ea typeface="MS UI Gothic" panose="020B0600070205080204" pitchFamily="50" charset="-128"/>
              </a:rPr>
              <a:t> true</a:t>
            </a:r>
          </a:p>
          <a:p>
            <a:pPr lvl="1" algn="just">
              <a:lnSpc>
                <a:spcPct val="112000"/>
              </a:lnSpc>
            </a:pPr>
            <a:r>
              <a:rPr lang="en-US" altLang="ja-JP" sz="2000" dirty="0">
                <a:latin typeface="+mj-lt"/>
                <a:ea typeface="ＭＳ ゴシック" panose="020B0609070205080204" pitchFamily="49" charset="-128"/>
              </a:rPr>
              <a:t>}</a:t>
            </a:r>
          </a:p>
        </p:txBody>
      </p:sp>
      <p:sp>
        <p:nvSpPr>
          <p:cNvPr id="757766" name="Rectangle 6">
            <a:extLst>
              <a:ext uri="{FF2B5EF4-FFF2-40B4-BE49-F238E27FC236}">
                <a16:creationId xmlns:a16="http://schemas.microsoft.com/office/drawing/2014/main" id="{42E3507C-D19A-11CA-0CBD-F544F7E01CB5}"/>
              </a:ext>
            </a:extLst>
          </p:cNvPr>
          <p:cNvSpPr>
            <a:spLocks noChangeArrowheads="1"/>
          </p:cNvSpPr>
          <p:nvPr/>
        </p:nvSpPr>
        <p:spPr bwMode="auto">
          <a:xfrm>
            <a:off x="344488" y="3095625"/>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t>●Ví dụ</a:t>
            </a:r>
            <a:endParaRPr lang="en-US" altLang="ja-JP" sz="2400" b="0"/>
          </a:p>
        </p:txBody>
      </p:sp>
      <p:sp>
        <p:nvSpPr>
          <p:cNvPr id="757785" name="Rectangle 25">
            <a:extLst>
              <a:ext uri="{FF2B5EF4-FFF2-40B4-BE49-F238E27FC236}">
                <a16:creationId xmlns:a16="http://schemas.microsoft.com/office/drawing/2014/main" id="{89253319-94EA-6DE5-854F-B73DFCACD6EC}"/>
              </a:ext>
            </a:extLst>
          </p:cNvPr>
          <p:cNvSpPr>
            <a:spLocks noChangeArrowheads="1"/>
          </p:cNvSpPr>
          <p:nvPr/>
        </p:nvSpPr>
        <p:spPr bwMode="auto">
          <a:xfrm>
            <a:off x="498475" y="2105025"/>
            <a:ext cx="3254375" cy="346075"/>
          </a:xfrm>
          <a:prstGeom prst="rect">
            <a:avLst/>
          </a:prstGeom>
          <a:noFill/>
          <a:ln w="381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ja-JP" altLang="ja-JP">
              <a:ea typeface="ＭＳ ゴシック" panose="020B0609070205080204" pitchFamily="49" charset="-128"/>
            </a:endParaRPr>
          </a:p>
        </p:txBody>
      </p:sp>
      <p:sp>
        <p:nvSpPr>
          <p:cNvPr id="757787" name="AutoShape 27">
            <a:extLst>
              <a:ext uri="{FF2B5EF4-FFF2-40B4-BE49-F238E27FC236}">
                <a16:creationId xmlns:a16="http://schemas.microsoft.com/office/drawing/2014/main" id="{03CA816B-2ADD-2952-E16D-867AF578F75E}"/>
              </a:ext>
            </a:extLst>
          </p:cNvPr>
          <p:cNvSpPr>
            <a:spLocks noChangeArrowheads="1"/>
          </p:cNvSpPr>
          <p:nvPr/>
        </p:nvSpPr>
        <p:spPr bwMode="auto">
          <a:xfrm>
            <a:off x="2768600" y="688975"/>
            <a:ext cx="6240463" cy="735013"/>
          </a:xfrm>
          <a:prstGeom prst="wedgeRoundRectCallout">
            <a:avLst>
              <a:gd name="adj1" fmla="val -33338"/>
              <a:gd name="adj2" fmla="val 127755"/>
              <a:gd name="adj3" fmla="val 16667"/>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10" tIns="45704" rIns="91410" bIns="45704"/>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sz="1800" dirty="0" err="1">
                <a:latin typeface="+mj-lt"/>
                <a:ea typeface="MS UI Gothic" panose="020B0600070205080204" pitchFamily="50" charset="-128"/>
              </a:rPr>
              <a:t>Nếu</a:t>
            </a:r>
            <a:r>
              <a:rPr lang="en-US" altLang="ja-JP" sz="1800" dirty="0">
                <a:latin typeface="+mj-lt"/>
                <a:ea typeface="MS UI Gothic" panose="020B0600070205080204" pitchFamily="50" charset="-128"/>
              </a:rPr>
              <a:t> </a:t>
            </a:r>
            <a:r>
              <a:rPr lang="en-US" altLang="ja-JP" sz="1800" dirty="0" err="1">
                <a:latin typeface="+mj-lt"/>
                <a:ea typeface="MS UI Gothic" panose="020B0600070205080204" pitchFamily="50" charset="-128"/>
              </a:rPr>
              <a:t>xử</a:t>
            </a:r>
            <a:r>
              <a:rPr lang="en-US" altLang="ja-JP" sz="1800" dirty="0">
                <a:latin typeface="+mj-lt"/>
                <a:ea typeface="MS UI Gothic" panose="020B0600070205080204" pitchFamily="50" charset="-128"/>
              </a:rPr>
              <a:t> </a:t>
            </a:r>
            <a:r>
              <a:rPr lang="en-US" altLang="ja-JP" sz="1800" dirty="0" err="1">
                <a:latin typeface="+mj-lt"/>
                <a:ea typeface="MS UI Gothic" panose="020B0600070205080204" pitchFamily="50" charset="-128"/>
              </a:rPr>
              <a:t>lí</a:t>
            </a:r>
            <a:r>
              <a:rPr lang="en-US" altLang="ja-JP" sz="1800" dirty="0">
                <a:latin typeface="+mj-lt"/>
                <a:ea typeface="MS UI Gothic" panose="020B0600070205080204" pitchFamily="50" charset="-128"/>
              </a:rPr>
              <a:t> </a:t>
            </a:r>
            <a:r>
              <a:rPr lang="en-US" altLang="ja-JP" sz="1800" dirty="0" err="1">
                <a:latin typeface="+mj-lt"/>
                <a:ea typeface="MS UI Gothic" panose="020B0600070205080204" pitchFamily="50" charset="-128"/>
              </a:rPr>
              <a:t>lặp</a:t>
            </a:r>
            <a:r>
              <a:rPr lang="en-US" altLang="ja-JP" sz="1800" dirty="0">
                <a:latin typeface="+mj-lt"/>
                <a:ea typeface="MS UI Gothic" panose="020B0600070205080204" pitchFamily="50" charset="-128"/>
              </a:rPr>
              <a:t> </a:t>
            </a:r>
            <a:r>
              <a:rPr lang="en-US" altLang="ja-JP" sz="1800" dirty="0" err="1">
                <a:latin typeface="+mj-lt"/>
                <a:ea typeface="MS UI Gothic" panose="020B0600070205080204" pitchFamily="50" charset="-128"/>
              </a:rPr>
              <a:t>được</a:t>
            </a:r>
            <a:r>
              <a:rPr lang="en-US" altLang="ja-JP" sz="1800" dirty="0">
                <a:latin typeface="+mj-lt"/>
                <a:ea typeface="MS UI Gothic" panose="020B0600070205080204" pitchFamily="50" charset="-128"/>
              </a:rPr>
              <a:t> </a:t>
            </a:r>
            <a:r>
              <a:rPr lang="en-US" altLang="ja-JP" sz="1800" dirty="0" err="1">
                <a:latin typeface="+mj-lt"/>
                <a:ea typeface="MS UI Gothic" panose="020B0600070205080204" pitchFamily="50" charset="-128"/>
              </a:rPr>
              <a:t>thực</a:t>
            </a:r>
            <a:r>
              <a:rPr lang="en-US" altLang="ja-JP" sz="1800" dirty="0">
                <a:latin typeface="+mj-lt"/>
                <a:ea typeface="MS UI Gothic" panose="020B0600070205080204" pitchFamily="50" charset="-128"/>
              </a:rPr>
              <a:t> </a:t>
            </a:r>
            <a:r>
              <a:rPr lang="en-US" altLang="ja-JP" sz="1800" dirty="0" err="1">
                <a:latin typeface="+mj-lt"/>
                <a:ea typeface="MS UI Gothic" panose="020B0600070205080204" pitchFamily="50" charset="-128"/>
              </a:rPr>
              <a:t>hiện</a:t>
            </a:r>
            <a:r>
              <a:rPr lang="en-US" altLang="ja-JP" sz="1800" dirty="0">
                <a:latin typeface="+mj-lt"/>
                <a:ea typeface="MS UI Gothic" panose="020B0600070205080204" pitchFamily="50" charset="-128"/>
              </a:rPr>
              <a:t> 1 </a:t>
            </a:r>
            <a:r>
              <a:rPr lang="en-US" altLang="ja-JP" sz="1800" dirty="0" err="1">
                <a:latin typeface="+mj-lt"/>
                <a:ea typeface="MS UI Gothic" panose="020B0600070205080204" pitchFamily="50" charset="-128"/>
              </a:rPr>
              <a:t>lần</a:t>
            </a:r>
            <a:r>
              <a:rPr lang="en-US" altLang="ja-JP" sz="1800" dirty="0">
                <a:latin typeface="+mj-lt"/>
                <a:ea typeface="MS UI Gothic" panose="020B0600070205080204" pitchFamily="50" charset="-128"/>
              </a:rPr>
              <a:t> </a:t>
            </a:r>
            <a:r>
              <a:rPr lang="en-US" altLang="ja-JP" sz="1800" dirty="0" err="1">
                <a:latin typeface="+mj-lt"/>
                <a:ea typeface="MS UI Gothic" panose="020B0600070205080204" pitchFamily="50" charset="-128"/>
              </a:rPr>
              <a:t>thì</a:t>
            </a:r>
            <a:r>
              <a:rPr lang="en-US" altLang="ja-JP" sz="1800" dirty="0">
                <a:latin typeface="+mj-lt"/>
                <a:ea typeface="MS UI Gothic" panose="020B0600070205080204" pitchFamily="50" charset="-128"/>
              </a:rPr>
              <a:t> </a:t>
            </a:r>
            <a:r>
              <a:rPr lang="en-US" altLang="ja-JP" sz="1800" dirty="0" err="1">
                <a:latin typeface="+mj-lt"/>
                <a:ea typeface="MS UI Gothic" panose="020B0600070205080204" pitchFamily="50" charset="-128"/>
              </a:rPr>
              <a:t>sẽ</a:t>
            </a:r>
            <a:r>
              <a:rPr lang="en-US" altLang="ja-JP" sz="1800" dirty="0">
                <a:latin typeface="+mj-lt"/>
                <a:ea typeface="MS UI Gothic" panose="020B0600070205080204" pitchFamily="50" charset="-128"/>
              </a:rPr>
              <a:t> </a:t>
            </a:r>
            <a:r>
              <a:rPr lang="en-US" altLang="ja-JP" sz="1800" dirty="0" err="1">
                <a:latin typeface="+mj-lt"/>
                <a:ea typeface="MS UI Gothic" panose="020B0600070205080204" pitchFamily="50" charset="-128"/>
              </a:rPr>
              <a:t>tự</a:t>
            </a:r>
            <a:r>
              <a:rPr lang="en-US" altLang="ja-JP" sz="1800" dirty="0">
                <a:latin typeface="+mj-lt"/>
                <a:ea typeface="MS UI Gothic" panose="020B0600070205080204" pitchFamily="50" charset="-128"/>
              </a:rPr>
              <a:t> </a:t>
            </a:r>
            <a:r>
              <a:rPr lang="en-US" altLang="ja-JP" sz="1800" dirty="0" err="1">
                <a:latin typeface="+mj-lt"/>
                <a:ea typeface="MS UI Gothic" panose="020B0600070205080204" pitchFamily="50" charset="-128"/>
              </a:rPr>
              <a:t>động</a:t>
            </a:r>
            <a:r>
              <a:rPr lang="en-US" altLang="ja-JP" sz="1800" dirty="0">
                <a:latin typeface="+mj-lt"/>
                <a:ea typeface="MS UI Gothic" panose="020B0600070205080204" pitchFamily="50" charset="-128"/>
              </a:rPr>
              <a:t> </a:t>
            </a:r>
            <a:r>
              <a:rPr lang="en-US" altLang="ja-JP" sz="1800" dirty="0" err="1">
                <a:latin typeface="+mj-lt"/>
                <a:ea typeface="MS UI Gothic" panose="020B0600070205080204" pitchFamily="50" charset="-128"/>
              </a:rPr>
              <a:t>tăng</a:t>
            </a:r>
            <a:r>
              <a:rPr lang="en-US" altLang="ja-JP" sz="1800" dirty="0">
                <a:latin typeface="+mj-lt"/>
                <a:ea typeface="MS UI Gothic" panose="020B0600070205080204" pitchFamily="50" charset="-128"/>
              </a:rPr>
              <a:t> </a:t>
            </a:r>
            <a:r>
              <a:rPr lang="en-US" altLang="ja-JP" sz="1800" dirty="0" err="1">
                <a:latin typeface="+mj-lt"/>
                <a:ea typeface="MS UI Gothic" panose="020B0600070205080204" pitchFamily="50" charset="-128"/>
              </a:rPr>
              <a:t>giảm</a:t>
            </a:r>
            <a:r>
              <a:rPr lang="en-US" altLang="ja-JP" sz="1800" dirty="0">
                <a:latin typeface="+mj-lt"/>
                <a:ea typeface="MS UI Gothic" panose="020B0600070205080204" pitchFamily="50" charset="-128"/>
              </a:rPr>
              <a:t> </a:t>
            </a:r>
            <a:r>
              <a:rPr lang="en-US" altLang="ja-JP" sz="1800" dirty="0" err="1">
                <a:latin typeface="+mj-lt"/>
                <a:ea typeface="MS UI Gothic" panose="020B0600070205080204" pitchFamily="50" charset="-128"/>
              </a:rPr>
              <a:t>biến</a:t>
            </a:r>
            <a:r>
              <a:rPr lang="en-US" altLang="ja-JP" sz="1800" dirty="0">
                <a:latin typeface="+mj-lt"/>
                <a:ea typeface="MS UI Gothic" panose="020B0600070205080204" pitchFamily="50" charset="-128"/>
              </a:rPr>
              <a:t> </a:t>
            </a:r>
            <a:r>
              <a:rPr lang="en-US" altLang="ja-JP" sz="1800" dirty="0" err="1">
                <a:latin typeface="+mj-lt"/>
                <a:ea typeface="MS UI Gothic" panose="020B0600070205080204" pitchFamily="50" charset="-128"/>
              </a:rPr>
              <a:t>số</a:t>
            </a:r>
            <a:r>
              <a:rPr lang="en-US" altLang="ja-JP" sz="1800" dirty="0">
                <a:latin typeface="+mj-lt"/>
                <a:ea typeface="MS UI Gothic" panose="020B0600070205080204" pitchFamily="50" charset="-128"/>
              </a:rPr>
              <a:t> counter </a:t>
            </a:r>
            <a:r>
              <a:rPr lang="en-US" altLang="ja-JP" sz="1800" dirty="0" err="1">
                <a:latin typeface="+mj-lt"/>
                <a:ea typeface="MS UI Gothic" panose="020B0600070205080204" pitchFamily="50" charset="-128"/>
              </a:rPr>
              <a:t>với</a:t>
            </a:r>
            <a:r>
              <a:rPr lang="en-US" altLang="ja-JP" sz="1800" dirty="0">
                <a:latin typeface="+mj-lt"/>
                <a:ea typeface="MS UI Gothic" panose="020B0600070205080204" pitchFamily="50" charset="-128"/>
              </a:rPr>
              <a:t> </a:t>
            </a:r>
            <a:r>
              <a:rPr lang="en-US" altLang="ja-JP" sz="1800" dirty="0" err="1">
                <a:latin typeface="+mj-lt"/>
                <a:ea typeface="MS UI Gothic" panose="020B0600070205080204" pitchFamily="50" charset="-128"/>
              </a:rPr>
              <a:t>số</a:t>
            </a:r>
            <a:r>
              <a:rPr lang="en-US" altLang="ja-JP" sz="1800" dirty="0">
                <a:latin typeface="+mj-lt"/>
                <a:ea typeface="MS UI Gothic" panose="020B0600070205080204" pitchFamily="50" charset="-128"/>
              </a:rPr>
              <a:t> </a:t>
            </a:r>
            <a:r>
              <a:rPr lang="en-US" altLang="ja-JP" sz="1800" dirty="0" err="1">
                <a:latin typeface="+mj-lt"/>
                <a:ea typeface="MS UI Gothic" panose="020B0600070205080204" pitchFamily="50" charset="-128"/>
              </a:rPr>
              <a:t>đã</a:t>
            </a:r>
            <a:r>
              <a:rPr lang="en-US" altLang="ja-JP" sz="1800" dirty="0">
                <a:latin typeface="+mj-lt"/>
                <a:ea typeface="MS UI Gothic" panose="020B0600070205080204" pitchFamily="50" charset="-128"/>
              </a:rPr>
              <a:t> </a:t>
            </a:r>
            <a:r>
              <a:rPr lang="en-US" altLang="ja-JP" sz="1800" dirty="0" err="1">
                <a:latin typeface="+mj-lt"/>
                <a:ea typeface="MS UI Gothic" panose="020B0600070205080204" pitchFamily="50" charset="-128"/>
              </a:rPr>
              <a:t>được</a:t>
            </a:r>
            <a:r>
              <a:rPr lang="en-US" altLang="ja-JP" sz="1800" dirty="0">
                <a:latin typeface="+mj-lt"/>
                <a:ea typeface="MS UI Gothic" panose="020B0600070205080204" pitchFamily="50" charset="-128"/>
              </a:rPr>
              <a:t> </a:t>
            </a:r>
            <a:r>
              <a:rPr lang="en-US" altLang="ja-JP" sz="1800" dirty="0" err="1">
                <a:latin typeface="+mj-lt"/>
                <a:ea typeface="MS UI Gothic" panose="020B0600070205080204" pitchFamily="50" charset="-128"/>
              </a:rPr>
              <a:t>chỉ</a:t>
            </a:r>
            <a:r>
              <a:rPr lang="en-US" altLang="ja-JP" sz="1800" dirty="0">
                <a:latin typeface="+mj-lt"/>
                <a:ea typeface="MS UI Gothic" panose="020B0600070205080204" pitchFamily="50" charset="-128"/>
              </a:rPr>
              <a:t> </a:t>
            </a:r>
            <a:r>
              <a:rPr lang="en-US" altLang="ja-JP" sz="1800" dirty="0" err="1">
                <a:latin typeface="+mj-lt"/>
                <a:ea typeface="MS UI Gothic" panose="020B0600070205080204" pitchFamily="50" charset="-128"/>
              </a:rPr>
              <a:t>định</a:t>
            </a:r>
            <a:endParaRPr lang="en-US" altLang="ja-JP" sz="1800" dirty="0">
              <a:latin typeface="+mj-lt"/>
              <a:ea typeface="MS UI Gothic" panose="020B0600070205080204" pitchFamily="50" charset="-128"/>
            </a:endParaRPr>
          </a:p>
        </p:txBody>
      </p:sp>
      <p:grpSp>
        <p:nvGrpSpPr>
          <p:cNvPr id="757808" name="Group 48">
            <a:extLst>
              <a:ext uri="{FF2B5EF4-FFF2-40B4-BE49-F238E27FC236}">
                <a16:creationId xmlns:a16="http://schemas.microsoft.com/office/drawing/2014/main" id="{03116B6D-FF1E-D7EF-AA0E-D31D003E4CEB}"/>
              </a:ext>
            </a:extLst>
          </p:cNvPr>
          <p:cNvGrpSpPr>
            <a:grpSpLocks/>
          </p:cNvGrpSpPr>
          <p:nvPr/>
        </p:nvGrpSpPr>
        <p:grpSpPr bwMode="auto">
          <a:xfrm>
            <a:off x="5395913" y="3032125"/>
            <a:ext cx="4068762" cy="3335338"/>
            <a:chOff x="3399" y="1910"/>
            <a:chExt cx="2563" cy="2101"/>
          </a:xfrm>
        </p:grpSpPr>
        <p:grpSp>
          <p:nvGrpSpPr>
            <p:cNvPr id="757809" name="Group 49">
              <a:extLst>
                <a:ext uri="{FF2B5EF4-FFF2-40B4-BE49-F238E27FC236}">
                  <a16:creationId xmlns:a16="http://schemas.microsoft.com/office/drawing/2014/main" id="{BD8D5414-748F-856A-1442-0C4B1152A4AB}"/>
                </a:ext>
              </a:extLst>
            </p:cNvPr>
            <p:cNvGrpSpPr>
              <a:grpSpLocks/>
            </p:cNvGrpSpPr>
            <p:nvPr/>
          </p:nvGrpSpPr>
          <p:grpSpPr bwMode="auto">
            <a:xfrm>
              <a:off x="3399" y="1910"/>
              <a:ext cx="2563" cy="2101"/>
              <a:chOff x="3399" y="1910"/>
              <a:chExt cx="2563" cy="2101"/>
            </a:xfrm>
          </p:grpSpPr>
          <p:sp>
            <p:nvSpPr>
              <p:cNvPr id="757810" name="Rectangle 50">
                <a:extLst>
                  <a:ext uri="{FF2B5EF4-FFF2-40B4-BE49-F238E27FC236}">
                    <a16:creationId xmlns:a16="http://schemas.microsoft.com/office/drawing/2014/main" id="{5E6249A8-B845-3679-1999-2B6AF8800B3F}"/>
                  </a:ext>
                </a:extLst>
              </p:cNvPr>
              <p:cNvSpPr>
                <a:spLocks noChangeArrowheads="1"/>
              </p:cNvSpPr>
              <p:nvPr/>
            </p:nvSpPr>
            <p:spPr bwMode="auto">
              <a:xfrm>
                <a:off x="3399" y="1910"/>
                <a:ext cx="2563" cy="2101"/>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grpSp>
            <p:nvGrpSpPr>
              <p:cNvPr id="757811" name="Group 51">
                <a:extLst>
                  <a:ext uri="{FF2B5EF4-FFF2-40B4-BE49-F238E27FC236}">
                    <a16:creationId xmlns:a16="http://schemas.microsoft.com/office/drawing/2014/main" id="{3E07B9B0-521C-CC78-BAB0-DC4E1D5D8147}"/>
                  </a:ext>
                </a:extLst>
              </p:cNvPr>
              <p:cNvGrpSpPr>
                <a:grpSpLocks/>
              </p:cNvGrpSpPr>
              <p:nvPr/>
            </p:nvGrpSpPr>
            <p:grpSpPr bwMode="auto">
              <a:xfrm>
                <a:off x="3569" y="1944"/>
                <a:ext cx="2180" cy="2023"/>
                <a:chOff x="3569" y="1944"/>
                <a:chExt cx="2180" cy="2023"/>
              </a:xfrm>
            </p:grpSpPr>
            <p:sp>
              <p:nvSpPr>
                <p:cNvPr id="757812" name="Line 52">
                  <a:extLst>
                    <a:ext uri="{FF2B5EF4-FFF2-40B4-BE49-F238E27FC236}">
                      <a16:creationId xmlns:a16="http://schemas.microsoft.com/office/drawing/2014/main" id="{487FAB3F-62DF-D879-B8A6-976141B597E6}"/>
                    </a:ext>
                  </a:extLst>
                </p:cNvPr>
                <p:cNvSpPr>
                  <a:spLocks noChangeShapeType="1"/>
                </p:cNvSpPr>
                <p:nvPr/>
              </p:nvSpPr>
              <p:spPr bwMode="auto">
                <a:xfrm>
                  <a:off x="4542" y="2653"/>
                  <a:ext cx="0" cy="104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7813" name="AutoShape 53">
                  <a:extLst>
                    <a:ext uri="{FF2B5EF4-FFF2-40B4-BE49-F238E27FC236}">
                      <a16:creationId xmlns:a16="http://schemas.microsoft.com/office/drawing/2014/main" id="{65B71DB4-2417-D75C-DF5D-8F2C8D1FE7B9}"/>
                    </a:ext>
                  </a:extLst>
                </p:cNvPr>
                <p:cNvSpPr>
                  <a:spLocks noChangeArrowheads="1"/>
                </p:cNvSpPr>
                <p:nvPr/>
              </p:nvSpPr>
              <p:spPr bwMode="auto">
                <a:xfrm>
                  <a:off x="3771" y="2530"/>
                  <a:ext cx="1531" cy="358"/>
                </a:xfrm>
                <a:prstGeom prst="flowChartDecision">
                  <a:avLst/>
                </a:prstGeom>
                <a:solidFill>
                  <a:srgbClr val="CCFFCC"/>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nchor="ctr" anchorCtr="1"/>
                <a:lstStyle/>
                <a:p>
                  <a:pPr algn="ctr"/>
                  <a:r>
                    <a:rPr lang="en-US" altLang="ja-JP" sz="1600" b="0">
                      <a:latin typeface="MS UI Gothic" panose="020B0600070205080204" pitchFamily="50" charset="-128"/>
                    </a:rPr>
                    <a:t>Cnt&lt;=10</a:t>
                  </a:r>
                  <a:r>
                    <a:rPr lang="ja-JP" altLang="en-US" sz="1600" b="0">
                      <a:latin typeface="MS UI Gothic" panose="020B0600070205080204" pitchFamily="50" charset="-128"/>
                    </a:rPr>
                    <a:t>？（②）</a:t>
                  </a:r>
                  <a:endParaRPr lang="ja-JP" altLang="en-US" sz="1600">
                    <a:latin typeface="MS UI Gothic" panose="020B0600070205080204" pitchFamily="50" charset="-128"/>
                  </a:endParaRPr>
                </a:p>
              </p:txBody>
            </p:sp>
            <p:sp>
              <p:nvSpPr>
                <p:cNvPr id="757814" name="AutoShape 54">
                  <a:extLst>
                    <a:ext uri="{FF2B5EF4-FFF2-40B4-BE49-F238E27FC236}">
                      <a16:creationId xmlns:a16="http://schemas.microsoft.com/office/drawing/2014/main" id="{F1001C18-EF21-F720-D27E-3A08262A8D5E}"/>
                    </a:ext>
                  </a:extLst>
                </p:cNvPr>
                <p:cNvSpPr>
                  <a:spLocks noChangeArrowheads="1"/>
                </p:cNvSpPr>
                <p:nvPr/>
              </p:nvSpPr>
              <p:spPr bwMode="auto">
                <a:xfrm>
                  <a:off x="3769" y="3068"/>
                  <a:ext cx="1558" cy="211"/>
                </a:xfrm>
                <a:prstGeom prst="flowChartProcess">
                  <a:avLst/>
                </a:prstGeom>
                <a:solidFill>
                  <a:srgbClr val="FFCC99"/>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600" b="0">
                      <a:latin typeface="MS UI Gothic" panose="020B0600070205080204" pitchFamily="50" charset="-128"/>
                    </a:rPr>
                    <a:t>Xử lí lặp</a:t>
                  </a:r>
                  <a:r>
                    <a:rPr lang="ja-JP" altLang="en-US" sz="1600" b="0">
                      <a:latin typeface="MS UI Gothic" panose="020B0600070205080204" pitchFamily="50" charset="-128"/>
                    </a:rPr>
                    <a:t>（④）</a:t>
                  </a:r>
                  <a:endParaRPr lang="ja-JP" altLang="en-US" sz="1600">
                    <a:latin typeface="MS UI Gothic" panose="020B0600070205080204" pitchFamily="50" charset="-128"/>
                  </a:endParaRPr>
                </a:p>
              </p:txBody>
            </p:sp>
            <p:sp>
              <p:nvSpPr>
                <p:cNvPr id="757815" name="Line 55">
                  <a:extLst>
                    <a:ext uri="{FF2B5EF4-FFF2-40B4-BE49-F238E27FC236}">
                      <a16:creationId xmlns:a16="http://schemas.microsoft.com/office/drawing/2014/main" id="{A7E78EEE-82BD-2967-6D5B-501E74149B5B}"/>
                    </a:ext>
                  </a:extLst>
                </p:cNvPr>
                <p:cNvSpPr>
                  <a:spLocks noChangeShapeType="1"/>
                </p:cNvSpPr>
                <p:nvPr/>
              </p:nvSpPr>
              <p:spPr bwMode="auto">
                <a:xfrm flipV="1">
                  <a:off x="5319" y="2706"/>
                  <a:ext cx="219"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7816" name="Line 56">
                  <a:extLst>
                    <a:ext uri="{FF2B5EF4-FFF2-40B4-BE49-F238E27FC236}">
                      <a16:creationId xmlns:a16="http://schemas.microsoft.com/office/drawing/2014/main" id="{B29C100E-54DE-E09B-825A-7AA2DC6D51A2}"/>
                    </a:ext>
                  </a:extLst>
                </p:cNvPr>
                <p:cNvSpPr>
                  <a:spLocks noChangeShapeType="1"/>
                </p:cNvSpPr>
                <p:nvPr/>
              </p:nvSpPr>
              <p:spPr bwMode="auto">
                <a:xfrm flipH="1">
                  <a:off x="3571" y="2389"/>
                  <a:ext cx="9" cy="131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7817" name="Text Box 57">
                  <a:extLst>
                    <a:ext uri="{FF2B5EF4-FFF2-40B4-BE49-F238E27FC236}">
                      <a16:creationId xmlns:a16="http://schemas.microsoft.com/office/drawing/2014/main" id="{092C8CC4-5ACE-1B83-83D9-322479613ACC}"/>
                    </a:ext>
                  </a:extLst>
                </p:cNvPr>
                <p:cNvSpPr txBox="1">
                  <a:spLocks noChangeArrowheads="1"/>
                </p:cNvSpPr>
                <p:nvPr/>
              </p:nvSpPr>
              <p:spPr bwMode="auto">
                <a:xfrm>
                  <a:off x="4608" y="2879"/>
                  <a:ext cx="468" cy="1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just">
                    <a:lnSpc>
                      <a:spcPct val="96000"/>
                    </a:lnSpc>
                  </a:pPr>
                  <a:r>
                    <a:rPr lang="en-US" altLang="ja-JP" sz="1600" b="0">
                      <a:latin typeface="MS UI Gothic" panose="020B0600070205080204" pitchFamily="50" charset="-128"/>
                    </a:rPr>
                    <a:t>true</a:t>
                  </a:r>
                  <a:endParaRPr lang="en-US" altLang="ja-JP" sz="1600">
                    <a:latin typeface="MS UI Gothic" panose="020B0600070205080204" pitchFamily="50" charset="-128"/>
                  </a:endParaRPr>
                </a:p>
              </p:txBody>
            </p:sp>
            <p:sp>
              <p:nvSpPr>
                <p:cNvPr id="757818" name="Text Box 58">
                  <a:extLst>
                    <a:ext uri="{FF2B5EF4-FFF2-40B4-BE49-F238E27FC236}">
                      <a16:creationId xmlns:a16="http://schemas.microsoft.com/office/drawing/2014/main" id="{DC55A98D-29C2-8604-340F-D3565C2DB45D}"/>
                    </a:ext>
                  </a:extLst>
                </p:cNvPr>
                <p:cNvSpPr txBox="1">
                  <a:spLocks noChangeArrowheads="1"/>
                </p:cNvSpPr>
                <p:nvPr/>
              </p:nvSpPr>
              <p:spPr bwMode="auto">
                <a:xfrm>
                  <a:off x="5282" y="2507"/>
                  <a:ext cx="467" cy="1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just">
                    <a:lnSpc>
                      <a:spcPct val="96000"/>
                    </a:lnSpc>
                  </a:pPr>
                  <a:r>
                    <a:rPr lang="en-US" altLang="ja-JP" sz="1600" b="0">
                      <a:latin typeface="MS UI Gothic" panose="020B0600070205080204" pitchFamily="50" charset="-128"/>
                    </a:rPr>
                    <a:t>false</a:t>
                  </a:r>
                  <a:endParaRPr lang="en-US" altLang="ja-JP" sz="1600">
                    <a:latin typeface="MS UI Gothic" panose="020B0600070205080204" pitchFamily="50" charset="-128"/>
                  </a:endParaRPr>
                </a:p>
              </p:txBody>
            </p:sp>
            <p:sp>
              <p:nvSpPr>
                <p:cNvPr id="757819" name="Line 59">
                  <a:extLst>
                    <a:ext uri="{FF2B5EF4-FFF2-40B4-BE49-F238E27FC236}">
                      <a16:creationId xmlns:a16="http://schemas.microsoft.com/office/drawing/2014/main" id="{9D716DB8-F2D0-1C33-5528-43C4931D499D}"/>
                    </a:ext>
                  </a:extLst>
                </p:cNvPr>
                <p:cNvSpPr>
                  <a:spLocks noChangeShapeType="1"/>
                </p:cNvSpPr>
                <p:nvPr/>
              </p:nvSpPr>
              <p:spPr bwMode="auto">
                <a:xfrm>
                  <a:off x="5542" y="2701"/>
                  <a:ext cx="0" cy="112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7820" name="Line 60">
                  <a:extLst>
                    <a:ext uri="{FF2B5EF4-FFF2-40B4-BE49-F238E27FC236}">
                      <a16:creationId xmlns:a16="http://schemas.microsoft.com/office/drawing/2014/main" id="{F17B2CB5-2933-0CAE-F6F2-2361DCD3E7F8}"/>
                    </a:ext>
                  </a:extLst>
                </p:cNvPr>
                <p:cNvSpPr>
                  <a:spLocks noChangeShapeType="1"/>
                </p:cNvSpPr>
                <p:nvPr/>
              </p:nvSpPr>
              <p:spPr bwMode="auto">
                <a:xfrm>
                  <a:off x="4552" y="3819"/>
                  <a:ext cx="99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7821" name="Line 61">
                  <a:extLst>
                    <a:ext uri="{FF2B5EF4-FFF2-40B4-BE49-F238E27FC236}">
                      <a16:creationId xmlns:a16="http://schemas.microsoft.com/office/drawing/2014/main" id="{6938DEAA-CA30-D5C4-4DF5-A8E0B877E5D8}"/>
                    </a:ext>
                  </a:extLst>
                </p:cNvPr>
                <p:cNvSpPr>
                  <a:spLocks noChangeShapeType="1"/>
                </p:cNvSpPr>
                <p:nvPr/>
              </p:nvSpPr>
              <p:spPr bwMode="auto">
                <a:xfrm>
                  <a:off x="4555" y="3813"/>
                  <a:ext cx="0" cy="154"/>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7822" name="Line 62">
                  <a:extLst>
                    <a:ext uri="{FF2B5EF4-FFF2-40B4-BE49-F238E27FC236}">
                      <a16:creationId xmlns:a16="http://schemas.microsoft.com/office/drawing/2014/main" id="{A24E8909-3599-4EC3-2E13-A8C44DC480E4}"/>
                    </a:ext>
                  </a:extLst>
                </p:cNvPr>
                <p:cNvSpPr>
                  <a:spLocks noChangeShapeType="1"/>
                </p:cNvSpPr>
                <p:nvPr/>
              </p:nvSpPr>
              <p:spPr bwMode="auto">
                <a:xfrm>
                  <a:off x="4539" y="1944"/>
                  <a:ext cx="0" cy="596"/>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7823" name="Line 63">
                  <a:extLst>
                    <a:ext uri="{FF2B5EF4-FFF2-40B4-BE49-F238E27FC236}">
                      <a16:creationId xmlns:a16="http://schemas.microsoft.com/office/drawing/2014/main" id="{42CF0BF3-AFA9-04FB-2768-1F162F9BD4FD}"/>
                    </a:ext>
                  </a:extLst>
                </p:cNvPr>
                <p:cNvSpPr>
                  <a:spLocks noChangeShapeType="1"/>
                </p:cNvSpPr>
                <p:nvPr/>
              </p:nvSpPr>
              <p:spPr bwMode="auto">
                <a:xfrm flipV="1">
                  <a:off x="3569" y="3699"/>
                  <a:ext cx="979"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7824" name="Line 64">
                  <a:extLst>
                    <a:ext uri="{FF2B5EF4-FFF2-40B4-BE49-F238E27FC236}">
                      <a16:creationId xmlns:a16="http://schemas.microsoft.com/office/drawing/2014/main" id="{663B540E-E5CF-9C81-4CF2-949424126270}"/>
                    </a:ext>
                  </a:extLst>
                </p:cNvPr>
                <p:cNvSpPr>
                  <a:spLocks noChangeShapeType="1"/>
                </p:cNvSpPr>
                <p:nvPr/>
              </p:nvSpPr>
              <p:spPr bwMode="auto">
                <a:xfrm flipV="1">
                  <a:off x="3580" y="2392"/>
                  <a:ext cx="962"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7825" name="AutoShape 65">
                  <a:extLst>
                    <a:ext uri="{FF2B5EF4-FFF2-40B4-BE49-F238E27FC236}">
                      <a16:creationId xmlns:a16="http://schemas.microsoft.com/office/drawing/2014/main" id="{EAB54045-8BE1-7494-403F-33734B9BD2F3}"/>
                    </a:ext>
                  </a:extLst>
                </p:cNvPr>
                <p:cNvSpPr>
                  <a:spLocks noChangeArrowheads="1"/>
                </p:cNvSpPr>
                <p:nvPr/>
              </p:nvSpPr>
              <p:spPr bwMode="auto">
                <a:xfrm>
                  <a:off x="3769" y="3384"/>
                  <a:ext cx="1538" cy="211"/>
                </a:xfrm>
                <a:prstGeom prst="flowChartProcess">
                  <a:avLst/>
                </a:prstGeom>
                <a:solidFill>
                  <a:srgbClr val="CCFFCC"/>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600" b="0" dirty="0" err="1">
                      <a:latin typeface="+mj-lt"/>
                    </a:rPr>
                    <a:t>Tăng</a:t>
                  </a:r>
                  <a:r>
                    <a:rPr lang="en-US" altLang="ja-JP" sz="1600" b="0" dirty="0">
                      <a:latin typeface="+mj-lt"/>
                    </a:rPr>
                    <a:t> </a:t>
                  </a:r>
                  <a:r>
                    <a:rPr lang="en-US" altLang="ja-JP" sz="1600" b="0" dirty="0" err="1">
                      <a:latin typeface="+mj-lt"/>
                    </a:rPr>
                    <a:t>giảm</a:t>
                  </a:r>
                  <a:r>
                    <a:rPr lang="en-US" altLang="ja-JP" sz="1600" b="0" dirty="0">
                      <a:latin typeface="+mj-lt"/>
                    </a:rPr>
                    <a:t> </a:t>
                  </a:r>
                  <a:r>
                    <a:rPr lang="en-US" altLang="ja-JP" sz="1600" b="0" dirty="0" err="1">
                      <a:latin typeface="+mj-lt"/>
                    </a:rPr>
                    <a:t>biến</a:t>
                  </a:r>
                  <a:r>
                    <a:rPr lang="en-US" altLang="ja-JP" sz="1600" b="0" dirty="0">
                      <a:latin typeface="+mj-lt"/>
                    </a:rPr>
                    <a:t> </a:t>
                  </a:r>
                  <a:r>
                    <a:rPr lang="en-US" altLang="ja-JP" sz="1600" b="0" dirty="0" err="1">
                      <a:latin typeface="+mj-lt"/>
                    </a:rPr>
                    <a:t>số</a:t>
                  </a:r>
                  <a:r>
                    <a:rPr lang="en-US" altLang="ja-JP" sz="1600" b="0" dirty="0">
                      <a:latin typeface="+mj-lt"/>
                    </a:rPr>
                    <a:t> counter</a:t>
                  </a:r>
                  <a:r>
                    <a:rPr lang="ja-JP" altLang="en-US" sz="1600" b="0" dirty="0">
                      <a:latin typeface="+mj-lt"/>
                    </a:rPr>
                    <a:t>（③）</a:t>
                  </a:r>
                  <a:endParaRPr lang="ja-JP" altLang="en-US" sz="1600" dirty="0">
                    <a:latin typeface="+mj-lt"/>
                  </a:endParaRPr>
                </a:p>
              </p:txBody>
            </p:sp>
            <p:sp>
              <p:nvSpPr>
                <p:cNvPr id="757826" name="AutoShape 66">
                  <a:extLst>
                    <a:ext uri="{FF2B5EF4-FFF2-40B4-BE49-F238E27FC236}">
                      <a16:creationId xmlns:a16="http://schemas.microsoft.com/office/drawing/2014/main" id="{A3C07046-3FD8-2198-EF0B-BE97A20511E8}"/>
                    </a:ext>
                  </a:extLst>
                </p:cNvPr>
                <p:cNvSpPr>
                  <a:spLocks noChangeArrowheads="1"/>
                </p:cNvSpPr>
                <p:nvPr/>
              </p:nvSpPr>
              <p:spPr bwMode="auto">
                <a:xfrm>
                  <a:off x="3622" y="2064"/>
                  <a:ext cx="1819" cy="211"/>
                </a:xfrm>
                <a:prstGeom prst="flowChartProcess">
                  <a:avLst/>
                </a:prstGeom>
                <a:solidFill>
                  <a:srgbClr val="CCFFCC"/>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200" b="0" dirty="0">
                      <a:latin typeface="+mj-lt"/>
                    </a:rPr>
                    <a:t>Setting </a:t>
                  </a:r>
                  <a:r>
                    <a:rPr lang="en-US" altLang="ja-JP" sz="1200" b="0" dirty="0" err="1">
                      <a:latin typeface="+mj-lt"/>
                    </a:rPr>
                    <a:t>giá</a:t>
                  </a:r>
                  <a:r>
                    <a:rPr lang="en-US" altLang="ja-JP" sz="1200" b="0" dirty="0">
                      <a:latin typeface="+mj-lt"/>
                    </a:rPr>
                    <a:t> </a:t>
                  </a:r>
                  <a:r>
                    <a:rPr lang="en-US" altLang="ja-JP" sz="1200" b="0" dirty="0" err="1">
                      <a:latin typeface="+mj-lt"/>
                    </a:rPr>
                    <a:t>trị</a:t>
                  </a:r>
                  <a:r>
                    <a:rPr lang="en-US" altLang="ja-JP" sz="1200" b="0" dirty="0">
                      <a:latin typeface="+mj-lt"/>
                    </a:rPr>
                    <a:t> </a:t>
                  </a:r>
                  <a:r>
                    <a:rPr lang="en-US" altLang="ja-JP" sz="1200" b="0" dirty="0" err="1">
                      <a:latin typeface="+mj-lt"/>
                    </a:rPr>
                    <a:t>khởi</a:t>
                  </a:r>
                  <a:r>
                    <a:rPr lang="en-US" altLang="ja-JP" sz="1200" b="0" dirty="0">
                      <a:latin typeface="+mj-lt"/>
                    </a:rPr>
                    <a:t> </a:t>
                  </a:r>
                  <a:r>
                    <a:rPr lang="en-US" altLang="ja-JP" sz="1200" b="0" dirty="0" err="1">
                      <a:latin typeface="+mj-lt"/>
                    </a:rPr>
                    <a:t>tạo</a:t>
                  </a:r>
                  <a:r>
                    <a:rPr lang="en-US" altLang="ja-JP" sz="1200" b="0" dirty="0">
                      <a:latin typeface="+mj-lt"/>
                    </a:rPr>
                    <a:t> </a:t>
                  </a:r>
                  <a:r>
                    <a:rPr lang="en-US" altLang="ja-JP" sz="1200" b="0" dirty="0" err="1">
                      <a:latin typeface="+mj-lt"/>
                    </a:rPr>
                    <a:t>của</a:t>
                  </a:r>
                  <a:r>
                    <a:rPr lang="en-US" altLang="ja-JP" sz="1200" b="0" dirty="0">
                      <a:latin typeface="+mj-lt"/>
                    </a:rPr>
                    <a:t> </a:t>
                  </a:r>
                  <a:r>
                    <a:rPr lang="en-US" altLang="ja-JP" sz="1200" b="0" dirty="0" err="1">
                      <a:latin typeface="+mj-lt"/>
                    </a:rPr>
                    <a:t>biến</a:t>
                  </a:r>
                  <a:r>
                    <a:rPr lang="en-US" altLang="ja-JP" sz="1200" b="0" dirty="0">
                      <a:latin typeface="+mj-lt"/>
                    </a:rPr>
                    <a:t> </a:t>
                  </a:r>
                  <a:r>
                    <a:rPr lang="en-US" altLang="ja-JP" sz="1200" b="0" dirty="0" err="1">
                      <a:latin typeface="+mj-lt"/>
                    </a:rPr>
                    <a:t>số</a:t>
                  </a:r>
                  <a:r>
                    <a:rPr lang="en-US" altLang="ja-JP" sz="1200" b="0" dirty="0">
                      <a:latin typeface="+mj-lt"/>
                    </a:rPr>
                    <a:t> counter</a:t>
                  </a:r>
                  <a:r>
                    <a:rPr lang="ja-JP" altLang="en-US" sz="1200" b="0" dirty="0">
                      <a:latin typeface="+mj-lt"/>
                    </a:rPr>
                    <a:t>（①）</a:t>
                  </a:r>
                  <a:endParaRPr lang="ja-JP" altLang="en-US" sz="1200" dirty="0">
                    <a:latin typeface="+mj-lt"/>
                  </a:endParaRPr>
                </a:p>
              </p:txBody>
            </p:sp>
          </p:grpSp>
        </p:grpSp>
        <p:sp>
          <p:nvSpPr>
            <p:cNvPr id="757827" name="AutoShape 67">
              <a:extLst>
                <a:ext uri="{FF2B5EF4-FFF2-40B4-BE49-F238E27FC236}">
                  <a16:creationId xmlns:a16="http://schemas.microsoft.com/office/drawing/2014/main" id="{8A91430C-7F1B-4B8E-77D0-A76DA0A277D1}"/>
                </a:ext>
              </a:extLst>
            </p:cNvPr>
            <p:cNvSpPr>
              <a:spLocks noChangeArrowheads="1"/>
            </p:cNvSpPr>
            <p:nvPr/>
          </p:nvSpPr>
          <p:spPr bwMode="auto">
            <a:xfrm>
              <a:off x="5221" y="3315"/>
              <a:ext cx="496" cy="202"/>
            </a:xfrm>
            <a:prstGeom prst="wedgeRoundRectCallout">
              <a:avLst>
                <a:gd name="adj1" fmla="val -65926"/>
                <a:gd name="adj2" fmla="val 59407"/>
                <a:gd name="adj3" fmla="val 16667"/>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nchor="ctr"/>
            <a:lstStyle/>
            <a:p>
              <a:r>
                <a:rPr lang="en-US" altLang="ja-JP" sz="1600" b="0">
                  <a:latin typeface="ＭＳ ゴシック" panose="020B0609070205080204" pitchFamily="49" charset="-128"/>
                  <a:ea typeface="ＭＳ ゴシック" panose="020B0609070205080204" pitchFamily="49" charset="-128"/>
                </a:rPr>
                <a:t>cnt++;</a:t>
              </a:r>
            </a:p>
          </p:txBody>
        </p:sp>
        <p:sp>
          <p:nvSpPr>
            <p:cNvPr id="757828" name="AutoShape 68">
              <a:extLst>
                <a:ext uri="{FF2B5EF4-FFF2-40B4-BE49-F238E27FC236}">
                  <a16:creationId xmlns:a16="http://schemas.microsoft.com/office/drawing/2014/main" id="{D5BA3AF1-7C50-E5AF-B259-1E6F048F5DE8}"/>
                </a:ext>
              </a:extLst>
            </p:cNvPr>
            <p:cNvSpPr>
              <a:spLocks noChangeArrowheads="1"/>
            </p:cNvSpPr>
            <p:nvPr/>
          </p:nvSpPr>
          <p:spPr bwMode="auto">
            <a:xfrm>
              <a:off x="4977" y="2834"/>
              <a:ext cx="875" cy="202"/>
            </a:xfrm>
            <a:prstGeom prst="wedgeRoundRectCallout">
              <a:avLst>
                <a:gd name="adj1" fmla="val -33657"/>
                <a:gd name="adj2" fmla="val 99505"/>
                <a:gd name="adj3" fmla="val 16667"/>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nchor="ctr"/>
            <a:lstStyle/>
            <a:p>
              <a:r>
                <a:rPr lang="en-US" altLang="ja-JP" sz="1600" b="0">
                  <a:latin typeface="ＭＳ ゴシック" panose="020B0609070205080204" pitchFamily="49" charset="-128"/>
                  <a:ea typeface="ＭＳ ゴシック" panose="020B0609070205080204" pitchFamily="49" charset="-128"/>
                </a:rPr>
                <a:t> ans += cnt;</a:t>
              </a:r>
            </a:p>
          </p:txBody>
        </p:sp>
      </p:grpSp>
      <p:sp>
        <p:nvSpPr>
          <p:cNvPr id="757829" name="Rectangle 69">
            <a:extLst>
              <a:ext uri="{FF2B5EF4-FFF2-40B4-BE49-F238E27FC236}">
                <a16:creationId xmlns:a16="http://schemas.microsoft.com/office/drawing/2014/main" id="{17C99361-C3F6-A1DD-8D28-CE2DDA0171F5}"/>
              </a:ext>
            </a:extLst>
          </p:cNvPr>
          <p:cNvSpPr>
            <a:spLocks noChangeArrowheads="1"/>
          </p:cNvSpPr>
          <p:nvPr/>
        </p:nvSpPr>
        <p:spPr bwMode="auto">
          <a:xfrm>
            <a:off x="344488" y="3709988"/>
            <a:ext cx="4862512" cy="26781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en-US" altLang="ja-JP" sz="1800" b="0">
                <a:latin typeface="ＭＳ ゴシック" panose="020B0609070205080204" pitchFamily="49" charset="-128"/>
                <a:ea typeface="ＭＳ ゴシック" panose="020B0609070205080204" pitchFamily="49" charset="-128"/>
              </a:rPr>
              <a:t>int ans = 0;</a:t>
            </a:r>
          </a:p>
          <a:p>
            <a:pPr lvl="1"/>
            <a:endParaRPr lang="en-US" altLang="ja-JP" sz="1800" b="0">
              <a:latin typeface="ＭＳ ゴシック" panose="020B0609070205080204" pitchFamily="49" charset="-128"/>
              <a:ea typeface="ＭＳ ゴシック" panose="020B0609070205080204" pitchFamily="49" charset="-128"/>
            </a:endParaRPr>
          </a:p>
          <a:p>
            <a:pPr lvl="1"/>
            <a:endParaRPr lang="en-US" altLang="ja-JP" sz="1800" b="0">
              <a:latin typeface="ＭＳ ゴシック" panose="020B0609070205080204" pitchFamily="49" charset="-128"/>
              <a:ea typeface="ＭＳ ゴシック" panose="020B0609070205080204" pitchFamily="49" charset="-128"/>
            </a:endParaRPr>
          </a:p>
          <a:p>
            <a:pPr lvl="1"/>
            <a:r>
              <a:rPr lang="en-US" altLang="ja-JP" sz="1800" b="0">
                <a:latin typeface="ＭＳ ゴシック" panose="020B0609070205080204" pitchFamily="49" charset="-128"/>
                <a:ea typeface="ＭＳ ゴシック" panose="020B0609070205080204" pitchFamily="49" charset="-128"/>
              </a:rPr>
              <a:t>for ( int cnt=1;   cnt&lt;=10;   cnt++ ) {</a:t>
            </a:r>
          </a:p>
          <a:p>
            <a:pPr lvl="1">
              <a:spcBef>
                <a:spcPct val="50000"/>
              </a:spcBef>
              <a:spcAft>
                <a:spcPct val="50000"/>
              </a:spcAft>
            </a:pPr>
            <a:r>
              <a:rPr lang="en-US" altLang="ja-JP" sz="1800" b="0">
                <a:latin typeface="ＭＳ ゴシック" panose="020B0609070205080204" pitchFamily="49" charset="-128"/>
                <a:ea typeface="ＭＳ ゴシック" panose="020B0609070205080204" pitchFamily="49" charset="-128"/>
              </a:rPr>
              <a:t>    ans += cnt;</a:t>
            </a:r>
          </a:p>
          <a:p>
            <a:pPr lvl="1"/>
            <a:r>
              <a:rPr lang="en-US" altLang="ja-JP" sz="1800" b="0">
                <a:latin typeface="ＭＳ ゴシック" panose="020B0609070205080204" pitchFamily="49" charset="-128"/>
                <a:ea typeface="ＭＳ ゴシック" panose="020B0609070205080204" pitchFamily="49" charset="-128"/>
              </a:rPr>
              <a:t>}</a:t>
            </a:r>
          </a:p>
          <a:p>
            <a:pPr lvl="1"/>
            <a:r>
              <a:rPr lang="en-US" altLang="ja-JP" sz="1800" b="0">
                <a:latin typeface="ＭＳ ゴシック" panose="020B0609070205080204" pitchFamily="49" charset="-128"/>
                <a:ea typeface="ＭＳ ゴシック" panose="020B0609070205080204" pitchFamily="49" charset="-128"/>
              </a:rPr>
              <a:t>System.out.println(ans);</a:t>
            </a:r>
          </a:p>
        </p:txBody>
      </p:sp>
      <p:sp>
        <p:nvSpPr>
          <p:cNvPr id="757830" name="Rectangle 70">
            <a:extLst>
              <a:ext uri="{FF2B5EF4-FFF2-40B4-BE49-F238E27FC236}">
                <a16:creationId xmlns:a16="http://schemas.microsoft.com/office/drawing/2014/main" id="{53C649FC-D600-EB83-32E9-1226B5CA9D8E}"/>
              </a:ext>
            </a:extLst>
          </p:cNvPr>
          <p:cNvSpPr>
            <a:spLocks noChangeArrowheads="1"/>
          </p:cNvSpPr>
          <p:nvPr/>
        </p:nvSpPr>
        <p:spPr bwMode="auto">
          <a:xfrm>
            <a:off x="1268413" y="4635500"/>
            <a:ext cx="1209675" cy="320675"/>
          </a:xfrm>
          <a:prstGeom prst="rect">
            <a:avLst/>
          </a:prstGeom>
          <a:noFill/>
          <a:ln w="381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ja-JP" altLang="ja-JP">
              <a:ea typeface="ＭＳ ゴシック" panose="020B0609070205080204" pitchFamily="49" charset="-128"/>
            </a:endParaRPr>
          </a:p>
        </p:txBody>
      </p:sp>
      <p:sp>
        <p:nvSpPr>
          <p:cNvPr id="757831" name="Rectangle 71">
            <a:extLst>
              <a:ext uri="{FF2B5EF4-FFF2-40B4-BE49-F238E27FC236}">
                <a16:creationId xmlns:a16="http://schemas.microsoft.com/office/drawing/2014/main" id="{A2F2CCCA-4E39-7446-C4EA-F5A8C391987F}"/>
              </a:ext>
            </a:extLst>
          </p:cNvPr>
          <p:cNvSpPr>
            <a:spLocks noChangeArrowheads="1"/>
          </p:cNvSpPr>
          <p:nvPr/>
        </p:nvSpPr>
        <p:spPr bwMode="auto">
          <a:xfrm>
            <a:off x="2640013" y="4635500"/>
            <a:ext cx="1209675" cy="320675"/>
          </a:xfrm>
          <a:prstGeom prst="rect">
            <a:avLst/>
          </a:prstGeom>
          <a:noFill/>
          <a:ln w="381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ja-JP" altLang="ja-JP">
              <a:ea typeface="ＭＳ ゴシック" panose="020B0609070205080204" pitchFamily="49" charset="-128"/>
            </a:endParaRPr>
          </a:p>
        </p:txBody>
      </p:sp>
      <p:sp>
        <p:nvSpPr>
          <p:cNvPr id="757832" name="Rectangle 72">
            <a:extLst>
              <a:ext uri="{FF2B5EF4-FFF2-40B4-BE49-F238E27FC236}">
                <a16:creationId xmlns:a16="http://schemas.microsoft.com/office/drawing/2014/main" id="{5511BAEA-4A2C-77F8-D404-06F5D28F8533}"/>
              </a:ext>
            </a:extLst>
          </p:cNvPr>
          <p:cNvSpPr>
            <a:spLocks noChangeArrowheads="1"/>
          </p:cNvSpPr>
          <p:nvPr/>
        </p:nvSpPr>
        <p:spPr bwMode="auto">
          <a:xfrm>
            <a:off x="3973513" y="4635500"/>
            <a:ext cx="696912" cy="320675"/>
          </a:xfrm>
          <a:prstGeom prst="rect">
            <a:avLst/>
          </a:prstGeom>
          <a:noFill/>
          <a:ln w="381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ja-JP" altLang="ja-JP">
              <a:ea typeface="ＭＳ ゴシック" panose="020B0609070205080204" pitchFamily="49" charset="-128"/>
            </a:endParaRPr>
          </a:p>
        </p:txBody>
      </p:sp>
      <p:sp>
        <p:nvSpPr>
          <p:cNvPr id="757833" name="Text Box 73">
            <a:extLst>
              <a:ext uri="{FF2B5EF4-FFF2-40B4-BE49-F238E27FC236}">
                <a16:creationId xmlns:a16="http://schemas.microsoft.com/office/drawing/2014/main" id="{AA3798BB-467C-D23B-076C-18F938CAC472}"/>
              </a:ext>
            </a:extLst>
          </p:cNvPr>
          <p:cNvSpPr txBox="1">
            <a:spLocks noChangeArrowheads="1"/>
          </p:cNvSpPr>
          <p:nvPr/>
        </p:nvSpPr>
        <p:spPr bwMode="auto">
          <a:xfrm>
            <a:off x="1657350" y="4090988"/>
            <a:ext cx="431800" cy="361950"/>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spcBef>
                <a:spcPct val="50000"/>
              </a:spcBef>
            </a:pPr>
            <a:r>
              <a:rPr lang="en-US" altLang="ja-JP" sz="1600" b="0">
                <a:latin typeface="MS UI Gothic" panose="020B0600070205080204" pitchFamily="50" charset="-128"/>
              </a:rPr>
              <a:t>①</a:t>
            </a:r>
          </a:p>
        </p:txBody>
      </p:sp>
      <p:cxnSp>
        <p:nvCxnSpPr>
          <p:cNvPr id="757834" name="AutoShape 74">
            <a:extLst>
              <a:ext uri="{FF2B5EF4-FFF2-40B4-BE49-F238E27FC236}">
                <a16:creationId xmlns:a16="http://schemas.microsoft.com/office/drawing/2014/main" id="{7DCFCED1-1474-5D67-6A05-3D96B6C716C6}"/>
              </a:ext>
            </a:extLst>
          </p:cNvPr>
          <p:cNvCxnSpPr>
            <a:cxnSpLocks noChangeShapeType="1"/>
            <a:stCxn id="757833" idx="2"/>
            <a:endCxn id="757830" idx="0"/>
          </p:cNvCxnSpPr>
          <p:nvPr/>
        </p:nvCxnSpPr>
        <p:spPr bwMode="auto">
          <a:xfrm>
            <a:off x="1873250" y="4465638"/>
            <a:ext cx="0" cy="150812"/>
          </a:xfrm>
          <a:prstGeom prst="straightConnector1">
            <a:avLst/>
          </a:prstGeom>
          <a:noFill/>
          <a:ln w="25400">
            <a:solidFill>
              <a:srgbClr val="3FB00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7835" name="Text Box 75">
            <a:extLst>
              <a:ext uri="{FF2B5EF4-FFF2-40B4-BE49-F238E27FC236}">
                <a16:creationId xmlns:a16="http://schemas.microsoft.com/office/drawing/2014/main" id="{C96E39B0-4DEE-026B-DC0A-98F8DDC96A90}"/>
              </a:ext>
            </a:extLst>
          </p:cNvPr>
          <p:cNvSpPr txBox="1">
            <a:spLocks noChangeArrowheads="1"/>
          </p:cNvSpPr>
          <p:nvPr/>
        </p:nvSpPr>
        <p:spPr bwMode="auto">
          <a:xfrm>
            <a:off x="3028950" y="4090988"/>
            <a:ext cx="431800" cy="361950"/>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spcBef>
                <a:spcPct val="50000"/>
              </a:spcBef>
            </a:pPr>
            <a:r>
              <a:rPr lang="en-US" altLang="ja-JP" sz="1600" b="0">
                <a:latin typeface="MS UI Gothic" panose="020B0600070205080204" pitchFamily="50" charset="-128"/>
              </a:rPr>
              <a:t>②</a:t>
            </a:r>
          </a:p>
        </p:txBody>
      </p:sp>
      <p:cxnSp>
        <p:nvCxnSpPr>
          <p:cNvPr id="757836" name="AutoShape 76">
            <a:extLst>
              <a:ext uri="{FF2B5EF4-FFF2-40B4-BE49-F238E27FC236}">
                <a16:creationId xmlns:a16="http://schemas.microsoft.com/office/drawing/2014/main" id="{6A042AB8-1D8A-CB3E-B563-9D31B496CD8F}"/>
              </a:ext>
            </a:extLst>
          </p:cNvPr>
          <p:cNvCxnSpPr>
            <a:cxnSpLocks noChangeShapeType="1"/>
            <a:stCxn id="757835" idx="2"/>
            <a:endCxn id="757831" idx="0"/>
          </p:cNvCxnSpPr>
          <p:nvPr/>
        </p:nvCxnSpPr>
        <p:spPr bwMode="auto">
          <a:xfrm>
            <a:off x="3244850" y="4465638"/>
            <a:ext cx="0" cy="150812"/>
          </a:xfrm>
          <a:prstGeom prst="straightConnector1">
            <a:avLst/>
          </a:prstGeom>
          <a:noFill/>
          <a:ln w="25400">
            <a:solidFill>
              <a:srgbClr val="3FB00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7837" name="Text Box 77">
            <a:extLst>
              <a:ext uri="{FF2B5EF4-FFF2-40B4-BE49-F238E27FC236}">
                <a16:creationId xmlns:a16="http://schemas.microsoft.com/office/drawing/2014/main" id="{D09C44AE-AD53-5AA0-82FF-F2E6C58B54AF}"/>
              </a:ext>
            </a:extLst>
          </p:cNvPr>
          <p:cNvSpPr txBox="1">
            <a:spLocks noChangeArrowheads="1"/>
          </p:cNvSpPr>
          <p:nvPr/>
        </p:nvSpPr>
        <p:spPr bwMode="auto">
          <a:xfrm>
            <a:off x="4105275" y="4090988"/>
            <a:ext cx="431800" cy="361950"/>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spcBef>
                <a:spcPct val="50000"/>
              </a:spcBef>
            </a:pPr>
            <a:r>
              <a:rPr lang="en-US" altLang="ja-JP" sz="1600" b="0">
                <a:latin typeface="MS UI Gothic" panose="020B0600070205080204" pitchFamily="50" charset="-128"/>
              </a:rPr>
              <a:t>③</a:t>
            </a:r>
          </a:p>
        </p:txBody>
      </p:sp>
      <p:cxnSp>
        <p:nvCxnSpPr>
          <p:cNvPr id="757838" name="AutoShape 78">
            <a:extLst>
              <a:ext uri="{FF2B5EF4-FFF2-40B4-BE49-F238E27FC236}">
                <a16:creationId xmlns:a16="http://schemas.microsoft.com/office/drawing/2014/main" id="{31A2F8D4-F727-CCEE-8EFC-A8B1113AC16D}"/>
              </a:ext>
            </a:extLst>
          </p:cNvPr>
          <p:cNvCxnSpPr>
            <a:cxnSpLocks noChangeShapeType="1"/>
            <a:stCxn id="757837" idx="2"/>
            <a:endCxn id="757832" idx="0"/>
          </p:cNvCxnSpPr>
          <p:nvPr/>
        </p:nvCxnSpPr>
        <p:spPr bwMode="auto">
          <a:xfrm>
            <a:off x="4321175" y="4465638"/>
            <a:ext cx="1588" cy="150812"/>
          </a:xfrm>
          <a:prstGeom prst="straightConnector1">
            <a:avLst/>
          </a:prstGeom>
          <a:noFill/>
          <a:ln w="25400">
            <a:solidFill>
              <a:srgbClr val="3FB00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7839" name="Rectangle 79">
            <a:extLst>
              <a:ext uri="{FF2B5EF4-FFF2-40B4-BE49-F238E27FC236}">
                <a16:creationId xmlns:a16="http://schemas.microsoft.com/office/drawing/2014/main" id="{F79C8A28-D009-DEAC-1D63-2D499D3F3323}"/>
              </a:ext>
            </a:extLst>
          </p:cNvPr>
          <p:cNvSpPr>
            <a:spLocks noChangeArrowheads="1"/>
          </p:cNvSpPr>
          <p:nvPr/>
        </p:nvSpPr>
        <p:spPr bwMode="auto">
          <a:xfrm>
            <a:off x="817563" y="5075238"/>
            <a:ext cx="3290887" cy="366712"/>
          </a:xfrm>
          <a:prstGeom prst="rect">
            <a:avLst/>
          </a:prstGeom>
          <a:noFill/>
          <a:ln w="25400" algn="ctr">
            <a:solidFill>
              <a:srgbClr val="FF8519"/>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757840" name="Text Box 80">
            <a:extLst>
              <a:ext uri="{FF2B5EF4-FFF2-40B4-BE49-F238E27FC236}">
                <a16:creationId xmlns:a16="http://schemas.microsoft.com/office/drawing/2014/main" id="{2CD637E5-1CBB-9A8B-A6FD-368B813E0D95}"/>
              </a:ext>
            </a:extLst>
          </p:cNvPr>
          <p:cNvSpPr txBox="1">
            <a:spLocks noChangeArrowheads="1"/>
          </p:cNvSpPr>
          <p:nvPr/>
        </p:nvSpPr>
        <p:spPr bwMode="auto">
          <a:xfrm>
            <a:off x="4433888" y="5087938"/>
            <a:ext cx="500062" cy="361950"/>
          </a:xfrm>
          <a:prstGeom prst="rect">
            <a:avLst/>
          </a:prstGeom>
          <a:noFill/>
          <a:ln w="25400" algn="ctr">
            <a:solidFill>
              <a:srgbClr val="FF6600"/>
            </a:solidFill>
            <a:prstDash val="sysDot"/>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600" b="0">
                <a:latin typeface="MS UI Gothic" panose="020B0600070205080204" pitchFamily="50" charset="-128"/>
              </a:rPr>
              <a:t>④</a:t>
            </a:r>
          </a:p>
        </p:txBody>
      </p:sp>
      <p:cxnSp>
        <p:nvCxnSpPr>
          <p:cNvPr id="757841" name="AutoShape 81">
            <a:extLst>
              <a:ext uri="{FF2B5EF4-FFF2-40B4-BE49-F238E27FC236}">
                <a16:creationId xmlns:a16="http://schemas.microsoft.com/office/drawing/2014/main" id="{4B9DB9F2-7CA3-80BA-9BDF-372C07DF90C5}"/>
              </a:ext>
            </a:extLst>
          </p:cNvPr>
          <p:cNvCxnSpPr>
            <a:cxnSpLocks noChangeShapeType="1"/>
            <a:stCxn id="757840" idx="1"/>
            <a:endCxn id="757839" idx="3"/>
          </p:cNvCxnSpPr>
          <p:nvPr/>
        </p:nvCxnSpPr>
        <p:spPr bwMode="auto">
          <a:xfrm flipH="1" flipV="1">
            <a:off x="4121150" y="5259388"/>
            <a:ext cx="300038" cy="9525"/>
          </a:xfrm>
          <a:prstGeom prst="straightConnector1">
            <a:avLst/>
          </a:prstGeom>
          <a:noFill/>
          <a:ln w="25400">
            <a:solidFill>
              <a:srgbClr val="FF66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7807" name="AutoShape 47">
            <a:extLst>
              <a:ext uri="{FF2B5EF4-FFF2-40B4-BE49-F238E27FC236}">
                <a16:creationId xmlns:a16="http://schemas.microsoft.com/office/drawing/2014/main" id="{7AC2D839-55BF-A64A-3A79-21E84E5D97E3}"/>
              </a:ext>
            </a:extLst>
          </p:cNvPr>
          <p:cNvSpPr>
            <a:spLocks noChangeArrowheads="1"/>
          </p:cNvSpPr>
          <p:nvPr/>
        </p:nvSpPr>
        <p:spPr bwMode="auto">
          <a:xfrm>
            <a:off x="2020888" y="3060700"/>
            <a:ext cx="3098800" cy="787400"/>
          </a:xfrm>
          <a:prstGeom prst="wedgeRoundRectCallout">
            <a:avLst>
              <a:gd name="adj1" fmla="val 22949"/>
              <a:gd name="adj2" fmla="val 77421"/>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nchor="ctr"/>
          <a:lstStyle/>
          <a:p>
            <a:pPr algn="ctr"/>
            <a:r>
              <a:rPr lang="en-US" altLang="ja-JP" sz="1800" dirty="0" err="1">
                <a:latin typeface="+mj-lt"/>
              </a:rPr>
              <a:t>Xử</a:t>
            </a:r>
            <a:r>
              <a:rPr lang="en-US" altLang="ja-JP" sz="1800" dirty="0">
                <a:latin typeface="+mj-lt"/>
              </a:rPr>
              <a:t> </a:t>
            </a:r>
            <a:r>
              <a:rPr lang="en-US" altLang="ja-JP" sz="1800" dirty="0" err="1">
                <a:latin typeface="+mj-lt"/>
              </a:rPr>
              <a:t>lí</a:t>
            </a:r>
            <a:r>
              <a:rPr lang="en-US" altLang="ja-JP" sz="1800" dirty="0">
                <a:latin typeface="+mj-lt"/>
              </a:rPr>
              <a:t> </a:t>
            </a:r>
            <a:r>
              <a:rPr lang="en-US" altLang="ja-JP" sz="1800" dirty="0" err="1">
                <a:latin typeface="+mj-lt"/>
              </a:rPr>
              <a:t>để</a:t>
            </a:r>
            <a:r>
              <a:rPr lang="en-US" altLang="ja-JP" sz="1800" dirty="0">
                <a:latin typeface="+mj-lt"/>
              </a:rPr>
              <a:t> </a:t>
            </a:r>
            <a:r>
              <a:rPr lang="en-US" altLang="ja-JP" sz="1800" dirty="0" err="1">
                <a:latin typeface="+mj-lt"/>
              </a:rPr>
              <a:t>thay</a:t>
            </a:r>
            <a:r>
              <a:rPr lang="en-US" altLang="ja-JP" sz="1800" dirty="0">
                <a:latin typeface="+mj-lt"/>
              </a:rPr>
              <a:t> </a:t>
            </a:r>
            <a:r>
              <a:rPr lang="en-US" altLang="ja-JP" sz="1800" dirty="0" err="1">
                <a:latin typeface="+mj-lt"/>
              </a:rPr>
              <a:t>đổi</a:t>
            </a:r>
            <a:r>
              <a:rPr lang="en-US" altLang="ja-JP" sz="1800" dirty="0">
                <a:latin typeface="+mj-lt"/>
              </a:rPr>
              <a:t> </a:t>
            </a:r>
            <a:r>
              <a:rPr lang="en-US" altLang="ja-JP" sz="1800" dirty="0" err="1">
                <a:latin typeface="+mj-lt"/>
              </a:rPr>
              <a:t>điều</a:t>
            </a:r>
            <a:r>
              <a:rPr lang="en-US" altLang="ja-JP" sz="1800" dirty="0">
                <a:latin typeface="+mj-lt"/>
              </a:rPr>
              <a:t> </a:t>
            </a:r>
            <a:r>
              <a:rPr lang="en-US" altLang="ja-JP" sz="1800" dirty="0" err="1">
                <a:latin typeface="+mj-lt"/>
              </a:rPr>
              <a:t>kiện</a:t>
            </a:r>
            <a:r>
              <a:rPr lang="en-US" altLang="ja-JP" sz="1800" dirty="0">
                <a:latin typeface="+mj-lt"/>
              </a:rPr>
              <a:t> </a:t>
            </a:r>
            <a:r>
              <a:rPr lang="en-US" altLang="ja-JP" sz="1800" dirty="0" err="1">
                <a:latin typeface="+mj-lt"/>
              </a:rPr>
              <a:t>lặp</a:t>
            </a:r>
            <a:r>
              <a:rPr lang="en-US" altLang="ja-JP" sz="1800" dirty="0">
                <a:latin typeface="+mj-lt"/>
              </a:rPr>
              <a:t> </a:t>
            </a:r>
            <a:r>
              <a:rPr lang="en-US" altLang="ja-JP" sz="1800" dirty="0" err="1">
                <a:latin typeface="+mj-lt"/>
              </a:rPr>
              <a:t>từ</a:t>
            </a:r>
            <a:r>
              <a:rPr lang="en-US" altLang="ja-JP" sz="1800" dirty="0">
                <a:latin typeface="+mj-lt"/>
              </a:rPr>
              <a:t> true sang false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522AFDDF-B5DE-B049-0621-BD214B1FEE60}"/>
              </a:ext>
            </a:extLst>
          </p:cNvPr>
          <p:cNvSpPr>
            <a:spLocks noGrp="1"/>
          </p:cNvSpPr>
          <p:nvPr>
            <p:ph type="sldNum" sz="quarter" idx="10"/>
          </p:nvPr>
        </p:nvSpPr>
        <p:spPr/>
        <p:txBody>
          <a:bodyPr/>
          <a:lstStyle/>
          <a:p>
            <a:fld id="{E989313E-FCF9-4594-9BE9-F6FEBF9A2E1D}" type="slidenum">
              <a:rPr lang="en-US" altLang="ja-JP"/>
              <a:pPr/>
              <a:t>52</a:t>
            </a:fld>
            <a:endParaRPr lang="en-US" altLang="ja-JP"/>
          </a:p>
        </p:txBody>
      </p:sp>
      <p:sp>
        <p:nvSpPr>
          <p:cNvPr id="759810" name="Rectangle 2">
            <a:extLst>
              <a:ext uri="{FF2B5EF4-FFF2-40B4-BE49-F238E27FC236}">
                <a16:creationId xmlns:a16="http://schemas.microsoft.com/office/drawing/2014/main" id="{BB86B734-4C54-05D7-CFF5-38602D794DB2}"/>
              </a:ext>
            </a:extLst>
          </p:cNvPr>
          <p:cNvSpPr>
            <a:spLocks noGrp="1" noChangeArrowheads="1"/>
          </p:cNvSpPr>
          <p:nvPr>
            <p:ph type="body" sz="half" idx="1"/>
          </p:nvPr>
        </p:nvSpPr>
        <p:spPr>
          <a:xfrm>
            <a:off x="344488" y="1066800"/>
            <a:ext cx="9028112" cy="5634038"/>
          </a:xfrm>
        </p:spPr>
        <p:txBody>
          <a:bodyPr/>
          <a:lstStyle/>
          <a:p>
            <a:pPr marL="0" indent="0"/>
            <a:r>
              <a:rPr lang="en-US" altLang="ja-JP" sz="1800" dirty="0" err="1">
                <a:latin typeface="Arial" panose="020B0604020202020204" pitchFamily="34" charset="0"/>
              </a:rPr>
              <a:t>Tóm</a:t>
            </a:r>
            <a:r>
              <a:rPr lang="en-US" altLang="ja-JP" sz="1800" dirty="0">
                <a:latin typeface="Arial" panose="020B0604020202020204" pitchFamily="34" charset="0"/>
              </a:rPr>
              <a:t> </a:t>
            </a:r>
            <a:r>
              <a:rPr lang="en-US" altLang="ja-JP" sz="1800" dirty="0" err="1">
                <a:latin typeface="Arial" panose="020B0604020202020204" pitchFamily="34" charset="0"/>
              </a:rPr>
              <a:t>tắt</a:t>
            </a:r>
            <a:r>
              <a:rPr lang="en-US" altLang="ja-JP" sz="1800" dirty="0">
                <a:latin typeface="Arial" panose="020B0604020202020204" pitchFamily="34" charset="0"/>
              </a:rPr>
              <a:t> </a:t>
            </a:r>
            <a:r>
              <a:rPr lang="en-US" altLang="ja-JP" sz="1800" dirty="0" err="1">
                <a:latin typeface="Arial" panose="020B0604020202020204" pitchFamily="34" charset="0"/>
              </a:rPr>
              <a:t>quan</a:t>
            </a:r>
            <a:r>
              <a:rPr lang="en-US" altLang="ja-JP" sz="1800" dirty="0">
                <a:latin typeface="Arial" panose="020B0604020202020204" pitchFamily="34" charset="0"/>
              </a:rPr>
              <a:t> </a:t>
            </a:r>
            <a:r>
              <a:rPr lang="en-US" altLang="ja-JP" sz="1800" dirty="0" err="1">
                <a:latin typeface="Arial" panose="020B0604020202020204" pitchFamily="34" charset="0"/>
              </a:rPr>
              <a:t>hệ</a:t>
            </a:r>
            <a:r>
              <a:rPr lang="en-US" altLang="ja-JP" sz="1800" dirty="0">
                <a:latin typeface="Arial" panose="020B0604020202020204" pitchFamily="34" charset="0"/>
              </a:rPr>
              <a:t> </a:t>
            </a:r>
            <a:r>
              <a:rPr lang="en-US" altLang="ja-JP" sz="1800" dirty="0" err="1">
                <a:latin typeface="Arial" panose="020B0604020202020204" pitchFamily="34" charset="0"/>
              </a:rPr>
              <a:t>của</a:t>
            </a:r>
            <a:r>
              <a:rPr lang="en-US" altLang="ja-JP" sz="1800" dirty="0">
                <a:latin typeface="Arial" panose="020B0604020202020204" pitchFamily="34" charset="0"/>
              </a:rPr>
              <a:t> </a:t>
            </a:r>
            <a:r>
              <a:rPr lang="en-US" altLang="ja-JP" sz="1800" dirty="0" err="1">
                <a:latin typeface="Arial" panose="020B0604020202020204" pitchFamily="34" charset="0"/>
              </a:rPr>
              <a:t>điều</a:t>
            </a:r>
            <a:r>
              <a:rPr lang="en-US" altLang="ja-JP" sz="1800" dirty="0">
                <a:latin typeface="Arial" panose="020B0604020202020204" pitchFamily="34" charset="0"/>
              </a:rPr>
              <a:t> </a:t>
            </a:r>
            <a:r>
              <a:rPr lang="en-US" altLang="ja-JP" sz="1800" dirty="0" err="1">
                <a:latin typeface="Arial" panose="020B0604020202020204" pitchFamily="34" charset="0"/>
              </a:rPr>
              <a:t>kiện</a:t>
            </a:r>
            <a:r>
              <a:rPr lang="en-US" altLang="ja-JP" sz="1800" dirty="0">
                <a:latin typeface="Arial" panose="020B0604020202020204" pitchFamily="34" charset="0"/>
              </a:rPr>
              <a:t> </a:t>
            </a:r>
            <a:r>
              <a:rPr lang="en-US" altLang="ja-JP" sz="1800" dirty="0" err="1">
                <a:latin typeface="Arial" panose="020B0604020202020204" pitchFamily="34" charset="0"/>
              </a:rPr>
              <a:t>lặp</a:t>
            </a:r>
            <a:r>
              <a:rPr lang="en-US" altLang="ja-JP" sz="1800" dirty="0">
                <a:latin typeface="Arial" panose="020B0604020202020204" pitchFamily="34" charset="0"/>
              </a:rPr>
              <a:t> </a:t>
            </a:r>
            <a:r>
              <a:rPr lang="en-US" altLang="ja-JP" sz="1800" dirty="0" err="1">
                <a:latin typeface="Arial" panose="020B0604020202020204" pitchFamily="34" charset="0"/>
              </a:rPr>
              <a:t>và</a:t>
            </a:r>
            <a:r>
              <a:rPr lang="en-US" altLang="ja-JP" sz="1800" dirty="0">
                <a:latin typeface="Arial" panose="020B0604020202020204" pitchFamily="34" charset="0"/>
              </a:rPr>
              <a:t> </a:t>
            </a:r>
            <a:r>
              <a:rPr lang="en-US" altLang="ja-JP" sz="1800" dirty="0" err="1">
                <a:latin typeface="Arial" panose="020B0604020202020204" pitchFamily="34" charset="0"/>
              </a:rPr>
              <a:t>giá</a:t>
            </a:r>
            <a:r>
              <a:rPr lang="en-US" altLang="ja-JP" sz="1800" dirty="0">
                <a:latin typeface="Arial" panose="020B0604020202020204" pitchFamily="34" charset="0"/>
              </a:rPr>
              <a:t> </a:t>
            </a:r>
            <a:r>
              <a:rPr lang="en-US" altLang="ja-JP" sz="1800" dirty="0" err="1">
                <a:latin typeface="Arial" panose="020B0604020202020204" pitchFamily="34" charset="0"/>
              </a:rPr>
              <a:t>trị</a:t>
            </a:r>
            <a:r>
              <a:rPr lang="en-US" altLang="ja-JP" sz="1800" dirty="0">
                <a:latin typeface="Arial" panose="020B0604020202020204" pitchFamily="34" charset="0"/>
              </a:rPr>
              <a:t> </a:t>
            </a:r>
            <a:r>
              <a:rPr lang="en-US" altLang="ja-JP" sz="1800" dirty="0" err="1">
                <a:latin typeface="Arial" panose="020B0604020202020204" pitchFamily="34" charset="0"/>
              </a:rPr>
              <a:t>các</a:t>
            </a:r>
            <a:r>
              <a:rPr lang="en-US" altLang="ja-JP" sz="1800" dirty="0">
                <a:latin typeface="Arial" panose="020B0604020202020204" pitchFamily="34" charset="0"/>
              </a:rPr>
              <a:t> </a:t>
            </a:r>
            <a:r>
              <a:rPr lang="en-US" altLang="ja-JP" sz="1800" dirty="0" err="1">
                <a:latin typeface="Arial" panose="020B0604020202020204" pitchFamily="34" charset="0"/>
              </a:rPr>
              <a:t>biến</a:t>
            </a:r>
            <a:r>
              <a:rPr lang="en-US" altLang="ja-JP" sz="1800" dirty="0">
                <a:latin typeface="Arial" panose="020B0604020202020204" pitchFamily="34" charset="0"/>
              </a:rPr>
              <a:t> </a:t>
            </a:r>
            <a:r>
              <a:rPr lang="en-US" altLang="ja-JP" sz="1800" dirty="0" err="1">
                <a:latin typeface="Arial" panose="020B0604020202020204" pitchFamily="34" charset="0"/>
              </a:rPr>
              <a:t>số</a:t>
            </a:r>
            <a:r>
              <a:rPr lang="en-US" altLang="ja-JP" sz="1800" dirty="0">
                <a:latin typeface="Arial" panose="020B0604020202020204" pitchFamily="34" charset="0"/>
              </a:rPr>
              <a:t> </a:t>
            </a:r>
            <a:r>
              <a:rPr lang="en-US" altLang="ja-JP" sz="1800" dirty="0" err="1">
                <a:latin typeface="Arial" panose="020B0604020202020204" pitchFamily="34" charset="0"/>
              </a:rPr>
              <a:t>tại</a:t>
            </a:r>
            <a:r>
              <a:rPr lang="en-US" altLang="ja-JP" sz="1800" dirty="0">
                <a:latin typeface="Arial" panose="020B0604020202020204" pitchFamily="34" charset="0"/>
              </a:rPr>
              <a:t> </a:t>
            </a:r>
            <a:r>
              <a:rPr lang="en-US" altLang="ja-JP" sz="1800" dirty="0" err="1">
                <a:latin typeface="Arial" panose="020B0604020202020204" pitchFamily="34" charset="0"/>
              </a:rPr>
              <a:t>ví</a:t>
            </a:r>
            <a:r>
              <a:rPr lang="en-US" altLang="ja-JP" sz="1800" dirty="0">
                <a:latin typeface="Arial" panose="020B0604020202020204" pitchFamily="34" charset="0"/>
              </a:rPr>
              <a:t> </a:t>
            </a:r>
            <a:r>
              <a:rPr lang="en-US" altLang="ja-JP" sz="1800" dirty="0" err="1">
                <a:latin typeface="Arial" panose="020B0604020202020204" pitchFamily="34" charset="0"/>
              </a:rPr>
              <a:t>dụ</a:t>
            </a:r>
            <a:r>
              <a:rPr lang="en-US" altLang="ja-JP" sz="1800" dirty="0">
                <a:latin typeface="Arial" panose="020B0604020202020204" pitchFamily="34" charset="0"/>
              </a:rPr>
              <a:t> </a:t>
            </a:r>
            <a:r>
              <a:rPr lang="en-US" altLang="ja-JP" sz="1800" dirty="0" err="1">
                <a:latin typeface="Arial" panose="020B0604020202020204" pitchFamily="34" charset="0"/>
              </a:rPr>
              <a:t>trước</a:t>
            </a:r>
            <a:r>
              <a:rPr lang="en-US" altLang="ja-JP" sz="1800" dirty="0">
                <a:latin typeface="Arial" panose="020B0604020202020204" pitchFamily="34" charset="0"/>
              </a:rPr>
              <a:t> </a:t>
            </a:r>
            <a:r>
              <a:rPr lang="en-US" altLang="ja-JP" sz="1800" dirty="0" err="1">
                <a:latin typeface="Arial" panose="020B0604020202020204" pitchFamily="34" charset="0"/>
              </a:rPr>
              <a:t>thành</a:t>
            </a:r>
            <a:r>
              <a:rPr lang="en-US" altLang="ja-JP" sz="1800" dirty="0">
                <a:latin typeface="Arial" panose="020B0604020202020204" pitchFamily="34" charset="0"/>
              </a:rPr>
              <a:t> </a:t>
            </a:r>
            <a:r>
              <a:rPr lang="en-US" altLang="ja-JP" sz="1800" dirty="0" err="1">
                <a:latin typeface="Arial" panose="020B0604020202020204" pitchFamily="34" charset="0"/>
              </a:rPr>
              <a:t>bảng</a:t>
            </a:r>
            <a:r>
              <a:rPr lang="en-US" altLang="ja-JP" sz="1800" dirty="0">
                <a:latin typeface="Arial" panose="020B0604020202020204" pitchFamily="34" charset="0"/>
              </a:rPr>
              <a:t> </a:t>
            </a:r>
            <a:r>
              <a:rPr lang="en-US" altLang="ja-JP" sz="1800" dirty="0" err="1">
                <a:latin typeface="Arial" panose="020B0604020202020204" pitchFamily="34" charset="0"/>
              </a:rPr>
              <a:t>thì</a:t>
            </a:r>
            <a:r>
              <a:rPr lang="en-US" altLang="ja-JP" sz="1800" dirty="0">
                <a:latin typeface="Arial" panose="020B0604020202020204" pitchFamily="34" charset="0"/>
              </a:rPr>
              <a:t> ta </a:t>
            </a:r>
            <a:r>
              <a:rPr lang="en-US" altLang="ja-JP" sz="1800" dirty="0" err="1">
                <a:latin typeface="Arial" panose="020B0604020202020204" pitchFamily="34" charset="0"/>
              </a:rPr>
              <a:t>có</a:t>
            </a:r>
            <a:r>
              <a:rPr lang="en-US" altLang="ja-JP" sz="1800" dirty="0">
                <a:latin typeface="Arial" panose="020B0604020202020204" pitchFamily="34" charset="0"/>
              </a:rPr>
              <a:t> </a:t>
            </a:r>
            <a:r>
              <a:rPr lang="en-US" altLang="ja-JP" sz="1800" dirty="0" err="1">
                <a:latin typeface="Arial" panose="020B0604020202020204" pitchFamily="34" charset="0"/>
              </a:rPr>
              <a:t>bảng</a:t>
            </a:r>
            <a:r>
              <a:rPr lang="en-US" altLang="ja-JP" sz="1800" dirty="0">
                <a:latin typeface="Arial" panose="020B0604020202020204" pitchFamily="34" charset="0"/>
              </a:rPr>
              <a:t> </a:t>
            </a:r>
            <a:r>
              <a:rPr lang="en-US" altLang="ja-JP" sz="1800" dirty="0" err="1">
                <a:latin typeface="Arial" panose="020B0604020202020204" pitchFamily="34" charset="0"/>
              </a:rPr>
              <a:t>như</a:t>
            </a:r>
            <a:r>
              <a:rPr lang="en-US" altLang="ja-JP" sz="1800" dirty="0">
                <a:latin typeface="Arial" panose="020B0604020202020204" pitchFamily="34" charset="0"/>
              </a:rPr>
              <a:t> </a:t>
            </a:r>
            <a:r>
              <a:rPr lang="en-US" altLang="ja-JP" sz="1800" dirty="0" err="1">
                <a:latin typeface="Arial" panose="020B0604020202020204" pitchFamily="34" charset="0"/>
              </a:rPr>
              <a:t>sau</a:t>
            </a:r>
            <a:endParaRPr lang="en-US" altLang="ja-JP" sz="1800" dirty="0">
              <a:latin typeface="Arial" panose="020B0604020202020204" pitchFamily="34" charset="0"/>
            </a:endParaRPr>
          </a:p>
          <a:p>
            <a:pPr marL="0" indent="0"/>
            <a:r>
              <a:rPr lang="ja-JP" altLang="en-US" sz="1800" dirty="0">
                <a:latin typeface="Arial" panose="020B0604020202020204" pitchFamily="34" charset="0"/>
              </a:rPr>
              <a:t>　</a:t>
            </a:r>
            <a:r>
              <a:rPr lang="en-US" altLang="ja-JP" sz="1800" dirty="0">
                <a:latin typeface="Arial" panose="020B0604020202020204" pitchFamily="34" charset="0"/>
              </a:rPr>
              <a:t>Các </a:t>
            </a:r>
            <a:r>
              <a:rPr lang="en-US" altLang="ja-JP" sz="1800" dirty="0" err="1">
                <a:latin typeface="Arial" panose="020B0604020202020204" pitchFamily="34" charset="0"/>
              </a:rPr>
              <a:t>giá</a:t>
            </a:r>
            <a:r>
              <a:rPr lang="en-US" altLang="ja-JP" sz="1800" dirty="0">
                <a:latin typeface="Arial" panose="020B0604020202020204" pitchFamily="34" charset="0"/>
              </a:rPr>
              <a:t> </a:t>
            </a:r>
            <a:r>
              <a:rPr lang="en-US" altLang="ja-JP" sz="1800" dirty="0" err="1">
                <a:latin typeface="Arial" panose="020B0604020202020204" pitchFamily="34" charset="0"/>
              </a:rPr>
              <a:t>trị</a:t>
            </a:r>
            <a:r>
              <a:rPr lang="en-US" altLang="ja-JP" sz="1800" dirty="0">
                <a:latin typeface="Arial" panose="020B0604020202020204" pitchFamily="34" charset="0"/>
              </a:rPr>
              <a:t> </a:t>
            </a:r>
            <a:r>
              <a:rPr lang="en-US" altLang="ja-JP" sz="1800" dirty="0" err="1">
                <a:latin typeface="Arial" panose="020B0604020202020204" pitchFamily="34" charset="0"/>
              </a:rPr>
              <a:t>là</a:t>
            </a:r>
            <a:r>
              <a:rPr lang="en-US" altLang="ja-JP" sz="1800" dirty="0">
                <a:latin typeface="Arial" panose="020B0604020202020204" pitchFamily="34" charset="0"/>
              </a:rPr>
              <a:t> </a:t>
            </a:r>
            <a:r>
              <a:rPr lang="en-US" altLang="ja-JP" sz="1800" dirty="0" err="1">
                <a:latin typeface="Arial" panose="020B0604020202020204" pitchFamily="34" charset="0"/>
              </a:rPr>
              <a:t>giá</a:t>
            </a:r>
            <a:r>
              <a:rPr lang="en-US" altLang="ja-JP" sz="1800" dirty="0">
                <a:latin typeface="Arial" panose="020B0604020202020204" pitchFamily="34" charset="0"/>
              </a:rPr>
              <a:t> </a:t>
            </a:r>
            <a:r>
              <a:rPr lang="en-US" altLang="ja-JP" sz="1800" dirty="0" err="1">
                <a:latin typeface="Arial" panose="020B0604020202020204" pitchFamily="34" charset="0"/>
              </a:rPr>
              <a:t>trị</a:t>
            </a:r>
            <a:r>
              <a:rPr lang="en-US" altLang="ja-JP" sz="1800" dirty="0">
                <a:latin typeface="Arial" panose="020B0604020202020204" pitchFamily="34" charset="0"/>
              </a:rPr>
              <a:t> </a:t>
            </a:r>
            <a:r>
              <a:rPr lang="en-US" altLang="ja-JP" sz="1800" dirty="0" err="1">
                <a:latin typeface="Arial" panose="020B0604020202020204" pitchFamily="34" charset="0"/>
              </a:rPr>
              <a:t>khi</a:t>
            </a:r>
            <a:r>
              <a:rPr lang="en-US" altLang="ja-JP" sz="1800" dirty="0">
                <a:latin typeface="Arial" panose="020B0604020202020204" pitchFamily="34" charset="0"/>
              </a:rPr>
              <a:t> </a:t>
            </a:r>
            <a:r>
              <a:rPr lang="en-US" altLang="ja-JP" sz="1800" dirty="0" err="1">
                <a:latin typeface="Arial" panose="020B0604020202020204" pitchFamily="34" charset="0"/>
              </a:rPr>
              <a:t>phán</a:t>
            </a:r>
            <a:r>
              <a:rPr lang="en-US" altLang="ja-JP" sz="1800" dirty="0">
                <a:latin typeface="Arial" panose="020B0604020202020204" pitchFamily="34" charset="0"/>
              </a:rPr>
              <a:t> </a:t>
            </a:r>
            <a:r>
              <a:rPr lang="en-US" altLang="ja-JP" sz="1800" dirty="0" err="1">
                <a:latin typeface="Arial" panose="020B0604020202020204" pitchFamily="34" charset="0"/>
              </a:rPr>
              <a:t>đoán</a:t>
            </a:r>
            <a:r>
              <a:rPr lang="en-US" altLang="ja-JP" sz="1800" dirty="0">
                <a:latin typeface="Arial" panose="020B0604020202020204" pitchFamily="34" charset="0"/>
              </a:rPr>
              <a:t> </a:t>
            </a:r>
            <a:r>
              <a:rPr lang="en-US" altLang="ja-JP" sz="1800" dirty="0" err="1">
                <a:latin typeface="Arial" panose="020B0604020202020204" pitchFamily="34" charset="0"/>
              </a:rPr>
              <a:t>điều</a:t>
            </a:r>
            <a:r>
              <a:rPr lang="en-US" altLang="ja-JP" sz="1800" dirty="0">
                <a:latin typeface="Arial" panose="020B0604020202020204" pitchFamily="34" charset="0"/>
              </a:rPr>
              <a:t> </a:t>
            </a:r>
            <a:r>
              <a:rPr lang="en-US" altLang="ja-JP" sz="1800" dirty="0" err="1">
                <a:latin typeface="Arial" panose="020B0604020202020204" pitchFamily="34" charset="0"/>
              </a:rPr>
              <a:t>kiện</a:t>
            </a:r>
            <a:r>
              <a:rPr lang="en-US" altLang="ja-JP" sz="1800" dirty="0">
                <a:latin typeface="Arial" panose="020B0604020202020204" pitchFamily="34" charset="0"/>
              </a:rPr>
              <a:t> </a:t>
            </a:r>
            <a:r>
              <a:rPr lang="en-US" altLang="ja-JP" sz="1800" dirty="0" err="1">
                <a:latin typeface="Arial" panose="020B0604020202020204" pitchFamily="34" charset="0"/>
              </a:rPr>
              <a:t>lặp</a:t>
            </a:r>
            <a:endParaRPr lang="ja-JP" altLang="ja-JP" sz="1800" dirty="0"/>
          </a:p>
        </p:txBody>
      </p:sp>
      <p:sp>
        <p:nvSpPr>
          <p:cNvPr id="759811" name="Rectangle 3">
            <a:extLst>
              <a:ext uri="{FF2B5EF4-FFF2-40B4-BE49-F238E27FC236}">
                <a16:creationId xmlns:a16="http://schemas.microsoft.com/office/drawing/2014/main" id="{9AABB589-0A00-E5BC-EB39-5A60DABE37AC}"/>
              </a:ext>
            </a:extLst>
          </p:cNvPr>
          <p:cNvSpPr>
            <a:spLocks noGrp="1" noChangeArrowheads="1"/>
          </p:cNvSpPr>
          <p:nvPr>
            <p:ph type="title"/>
          </p:nvPr>
        </p:nvSpPr>
        <p:spPr>
          <a:xfrm>
            <a:off x="344488" y="560388"/>
            <a:ext cx="9217025" cy="490537"/>
          </a:xfrm>
        </p:spPr>
        <p:txBody>
          <a:bodyPr>
            <a:normAutofit fontScale="90000"/>
          </a:bodyPr>
          <a:lstStyle/>
          <a:p>
            <a:r>
              <a:rPr lang="en-US" altLang="ja-JP" dirty="0" err="1">
                <a:latin typeface="+mj-lt"/>
              </a:rPr>
              <a:t>Bảng</a:t>
            </a:r>
            <a:r>
              <a:rPr lang="en-US" altLang="ja-JP" dirty="0">
                <a:latin typeface="+mj-lt"/>
              </a:rPr>
              <a:t> </a:t>
            </a:r>
            <a:r>
              <a:rPr lang="en-US" altLang="ja-JP" dirty="0" err="1">
                <a:latin typeface="+mj-lt"/>
              </a:rPr>
              <a:t>kết</a:t>
            </a:r>
            <a:r>
              <a:rPr lang="en-US" altLang="ja-JP" dirty="0">
                <a:latin typeface="+mj-lt"/>
              </a:rPr>
              <a:t> </a:t>
            </a:r>
            <a:r>
              <a:rPr lang="en-US" altLang="ja-JP" dirty="0" err="1">
                <a:latin typeface="+mj-lt"/>
              </a:rPr>
              <a:t>quả</a:t>
            </a:r>
            <a:endParaRPr lang="ja-JP" altLang="ja-JP" dirty="0">
              <a:latin typeface="+mj-lt"/>
            </a:endParaRPr>
          </a:p>
        </p:txBody>
      </p:sp>
      <p:graphicFrame>
        <p:nvGraphicFramePr>
          <p:cNvPr id="4" name="Group 115">
            <a:extLst>
              <a:ext uri="{FF2B5EF4-FFF2-40B4-BE49-F238E27FC236}">
                <a16:creationId xmlns:a16="http://schemas.microsoft.com/office/drawing/2014/main" id="{2DECEF69-BEAD-17E0-841C-41B23B49B4B5}"/>
              </a:ext>
            </a:extLst>
          </p:cNvPr>
          <p:cNvGraphicFramePr>
            <a:graphicFrameLocks noGrp="1"/>
          </p:cNvGraphicFramePr>
          <p:nvPr>
            <p:extLst>
              <p:ext uri="{D42A27DB-BD31-4B8C-83A1-F6EECF244321}">
                <p14:modId xmlns:p14="http://schemas.microsoft.com/office/powerpoint/2010/main" val="3112018367"/>
              </p:ext>
            </p:extLst>
          </p:nvPr>
        </p:nvGraphicFramePr>
        <p:xfrm>
          <a:off x="841375" y="2209800"/>
          <a:ext cx="5405438" cy="2851152"/>
        </p:xfrm>
        <a:graphic>
          <a:graphicData uri="http://schemas.openxmlformats.org/drawingml/2006/table">
            <a:tbl>
              <a:tblPr/>
              <a:tblGrid>
                <a:gridCol w="1174750">
                  <a:extLst>
                    <a:ext uri="{9D8B030D-6E8A-4147-A177-3AD203B41FA5}">
                      <a16:colId xmlns:a16="http://schemas.microsoft.com/office/drawing/2014/main" val="3800048704"/>
                    </a:ext>
                  </a:extLst>
                </a:gridCol>
                <a:gridCol w="1187450">
                  <a:extLst>
                    <a:ext uri="{9D8B030D-6E8A-4147-A177-3AD203B41FA5}">
                      <a16:colId xmlns:a16="http://schemas.microsoft.com/office/drawing/2014/main" val="2363933667"/>
                    </a:ext>
                  </a:extLst>
                </a:gridCol>
                <a:gridCol w="1685925">
                  <a:extLst>
                    <a:ext uri="{9D8B030D-6E8A-4147-A177-3AD203B41FA5}">
                      <a16:colId xmlns:a16="http://schemas.microsoft.com/office/drawing/2014/main" val="202714570"/>
                    </a:ext>
                  </a:extLst>
                </a:gridCol>
                <a:gridCol w="1357313">
                  <a:extLst>
                    <a:ext uri="{9D8B030D-6E8A-4147-A177-3AD203B41FA5}">
                      <a16:colId xmlns:a16="http://schemas.microsoft.com/office/drawing/2014/main" val="2616159590"/>
                    </a:ext>
                  </a:extLst>
                </a:gridCol>
              </a:tblGrid>
              <a:tr h="254000">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Phán đoán</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Biến số cnt</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Điều kiện lặp </a:t>
                      </a:r>
                      <a:r>
                        <a:rPr kumimoji="1" lang="en-US" altLang="ja-JP" sz="1000" b="1"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(cnt &lt;= 10)</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Biến số ans</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2713606411"/>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dirty="0">
                          <a:ln>
                            <a:noFill/>
                          </a:ln>
                          <a:solidFill>
                            <a:schemeClr val="tx1"/>
                          </a:solidFill>
                          <a:effectLst/>
                          <a:latin typeface="Arial" panose="020B0604020202020204" pitchFamily="34" charset="0"/>
                          <a:ea typeface="ＭＳ ゴシック" panose="020B0609070205080204" pitchFamily="49" charset="-128"/>
                        </a:rPr>
                        <a:t>2</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31961524"/>
                  </a:ext>
                </a:extLst>
              </a:tr>
              <a:tr h="260350">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2</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3</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3</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124943648"/>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3</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4</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6</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33444774"/>
                  </a:ext>
                </a:extLst>
              </a:tr>
              <a:tr h="260350">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4</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5</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10</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712557157"/>
                  </a:ext>
                </a:extLst>
              </a:tr>
              <a:tr h="260350">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5</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6</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15</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077258880"/>
                  </a:ext>
                </a:extLst>
              </a:tr>
              <a:tr h="260350">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6</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7</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21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026674331"/>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7</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8</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28</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9609634"/>
                  </a:ext>
                </a:extLst>
              </a:tr>
              <a:tr h="260350">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8</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9</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36</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454334955"/>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9</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10</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45</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379968569"/>
                  </a:ext>
                </a:extLst>
              </a:tr>
              <a:tr h="260350">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10</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11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false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dirty="0">
                          <a:ln>
                            <a:noFill/>
                          </a:ln>
                          <a:solidFill>
                            <a:schemeClr val="tx1"/>
                          </a:solidFill>
                          <a:effectLst/>
                          <a:latin typeface="Arial" panose="020B0604020202020204" pitchFamily="34" charset="0"/>
                          <a:ea typeface="ＭＳ ゴシック" panose="020B0609070205080204" pitchFamily="49" charset="-128"/>
                        </a:rPr>
                        <a:t>55</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44033027"/>
                  </a:ext>
                </a:extLst>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DFAA9B2D-B1BF-1517-D212-5036AB8A97D8}"/>
              </a:ext>
            </a:extLst>
          </p:cNvPr>
          <p:cNvSpPr>
            <a:spLocks noGrp="1"/>
          </p:cNvSpPr>
          <p:nvPr>
            <p:ph type="sldNum" sz="quarter" idx="10"/>
          </p:nvPr>
        </p:nvSpPr>
        <p:spPr/>
        <p:txBody>
          <a:bodyPr/>
          <a:lstStyle/>
          <a:p>
            <a:fld id="{5CE56508-5A2E-4391-9B5A-3B0D3831262F}" type="slidenum">
              <a:rPr lang="en-US" altLang="ja-JP"/>
              <a:pPr/>
              <a:t>53</a:t>
            </a:fld>
            <a:endParaRPr lang="en-US" altLang="ja-JP"/>
          </a:p>
        </p:txBody>
      </p:sp>
      <p:sp>
        <p:nvSpPr>
          <p:cNvPr id="763906" name="Rectangle 2">
            <a:extLst>
              <a:ext uri="{FF2B5EF4-FFF2-40B4-BE49-F238E27FC236}">
                <a16:creationId xmlns:a16="http://schemas.microsoft.com/office/drawing/2014/main" id="{08901926-7B28-24F6-485B-7AA06ED321CD}"/>
              </a:ext>
            </a:extLst>
          </p:cNvPr>
          <p:cNvSpPr>
            <a:spLocks noGrp="1" noChangeArrowheads="1"/>
          </p:cNvSpPr>
          <p:nvPr>
            <p:ph type="title"/>
          </p:nvPr>
        </p:nvSpPr>
        <p:spPr>
          <a:xfrm>
            <a:off x="344488" y="339726"/>
            <a:ext cx="9217025" cy="490537"/>
          </a:xfrm>
        </p:spPr>
        <p:txBody>
          <a:bodyPr>
            <a:normAutofit fontScale="90000"/>
          </a:bodyPr>
          <a:lstStyle/>
          <a:p>
            <a:r>
              <a:rPr lang="en-US" altLang="ja-JP" dirty="0" err="1">
                <a:solidFill>
                  <a:srgbClr val="FF00FF"/>
                </a:solidFill>
                <a:latin typeface="MS UI Gothic" panose="020B0600070205080204" pitchFamily="50" charset="-128"/>
                <a:ea typeface="MS UI Gothic" panose="020B0600070205080204" pitchFamily="50" charset="-128"/>
              </a:rPr>
              <a:t>Câu</a:t>
            </a:r>
            <a:r>
              <a:rPr lang="en-US" altLang="ja-JP" dirty="0">
                <a:solidFill>
                  <a:srgbClr val="FF00FF"/>
                </a:solidFill>
                <a:latin typeface="MS UI Gothic" panose="020B0600070205080204" pitchFamily="50" charset="-128"/>
                <a:ea typeface="MS UI Gothic" panose="020B0600070205080204" pitchFamily="50" charset="-128"/>
              </a:rPr>
              <a:t> </a:t>
            </a:r>
            <a:r>
              <a:rPr lang="en-US" altLang="ja-JP" dirty="0" err="1">
                <a:solidFill>
                  <a:srgbClr val="FF00FF"/>
                </a:solidFill>
                <a:latin typeface="MS UI Gothic" panose="020B0600070205080204" pitchFamily="50" charset="-128"/>
                <a:ea typeface="MS UI Gothic" panose="020B0600070205080204" pitchFamily="50" charset="-128"/>
              </a:rPr>
              <a:t>lệnh</a:t>
            </a:r>
            <a:r>
              <a:rPr lang="en-US" altLang="ja-JP" dirty="0">
                <a:solidFill>
                  <a:srgbClr val="FF00FF"/>
                </a:solidFill>
                <a:latin typeface="MS UI Gothic" panose="020B0600070205080204" pitchFamily="50" charset="-128"/>
                <a:ea typeface="MS UI Gothic" panose="020B0600070205080204" pitchFamily="50" charset="-128"/>
              </a:rPr>
              <a:t> </a:t>
            </a:r>
            <a:r>
              <a:rPr lang="en-US" altLang="ja-JP" dirty="0">
                <a:solidFill>
                  <a:srgbClr val="FF00FF"/>
                </a:solidFill>
                <a:latin typeface="ＭＳ ゴシック" panose="020B0609070205080204" pitchFamily="49" charset="-128"/>
                <a:ea typeface="ＭＳ ゴシック" panose="020B0609070205080204" pitchFamily="49" charset="-128"/>
              </a:rPr>
              <a:t>for</a:t>
            </a:r>
            <a:r>
              <a:rPr lang="ja-JP" altLang="en-US" dirty="0">
                <a:solidFill>
                  <a:srgbClr val="FF00FF"/>
                </a:solidFill>
                <a:latin typeface="MS UI Gothic" panose="020B0600070205080204" pitchFamily="50" charset="-128"/>
                <a:ea typeface="MS UI Gothic" panose="020B0600070205080204" pitchFamily="50" charset="-128"/>
              </a:rPr>
              <a:t>（</a:t>
            </a:r>
            <a:r>
              <a:rPr lang="en-US" altLang="ja-JP" dirty="0">
                <a:solidFill>
                  <a:srgbClr val="FF00FF"/>
                </a:solidFill>
                <a:latin typeface="MS UI Gothic" panose="020B0600070205080204" pitchFamily="50" charset="-128"/>
                <a:ea typeface="MS UI Gothic" panose="020B0600070205080204" pitchFamily="50" charset="-128"/>
              </a:rPr>
              <a:t>2</a:t>
            </a:r>
            <a:r>
              <a:rPr lang="ja-JP" altLang="en-US" dirty="0">
                <a:solidFill>
                  <a:srgbClr val="FF00FF"/>
                </a:solidFill>
                <a:latin typeface="MS UI Gothic" panose="020B0600070205080204" pitchFamily="50" charset="-128"/>
                <a:ea typeface="MS UI Gothic" panose="020B0600070205080204" pitchFamily="50" charset="-128"/>
              </a:rPr>
              <a:t>）</a:t>
            </a:r>
          </a:p>
        </p:txBody>
      </p:sp>
      <p:sp>
        <p:nvSpPr>
          <p:cNvPr id="763907" name="Rectangle 3">
            <a:extLst>
              <a:ext uri="{FF2B5EF4-FFF2-40B4-BE49-F238E27FC236}">
                <a16:creationId xmlns:a16="http://schemas.microsoft.com/office/drawing/2014/main" id="{3FC93A3C-E6E5-C1EB-EECB-E65D8DF48635}"/>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763908" name="Rectangle 4">
            <a:extLst>
              <a:ext uri="{FF2B5EF4-FFF2-40B4-BE49-F238E27FC236}">
                <a16:creationId xmlns:a16="http://schemas.microsoft.com/office/drawing/2014/main" id="{43065D88-E321-3ADA-C0D1-8DF1A810F648}"/>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t>Câu lệnh </a:t>
            </a:r>
            <a:r>
              <a:rPr lang="en-US" altLang="ja-JP" sz="2400" b="0">
                <a:latin typeface="ＭＳ ゴシック" panose="020B0609070205080204" pitchFamily="49" charset="-128"/>
                <a:ea typeface="ＭＳ ゴシック" panose="020B0609070205080204" pitchFamily="49" charset="-128"/>
              </a:rPr>
              <a:t>foreach</a:t>
            </a:r>
            <a:endParaRPr lang="en-US" altLang="ja-JP" sz="2400" b="0"/>
          </a:p>
          <a:p>
            <a:pPr>
              <a:spcBef>
                <a:spcPct val="50000"/>
              </a:spcBef>
              <a:buFont typeface="Wingdings" panose="05000000000000000000" pitchFamily="2" charset="2"/>
              <a:buNone/>
            </a:pPr>
            <a:r>
              <a:rPr lang="en-US" altLang="ja-JP" sz="2000" b="0"/>
              <a:t>●Cú pháp  cơ bản</a:t>
            </a:r>
            <a:endParaRPr lang="en-US" altLang="ja-JP" sz="2400" b="0"/>
          </a:p>
          <a:p>
            <a:pPr lvl="1"/>
            <a:endParaRPr lang="en-US" altLang="ja-JP" sz="2400" b="0"/>
          </a:p>
        </p:txBody>
      </p:sp>
      <p:sp>
        <p:nvSpPr>
          <p:cNvPr id="763909" name="Text Box 5">
            <a:extLst>
              <a:ext uri="{FF2B5EF4-FFF2-40B4-BE49-F238E27FC236}">
                <a16:creationId xmlns:a16="http://schemas.microsoft.com/office/drawing/2014/main" id="{09FECF71-F307-4F87-37B1-81C3F68439D0}"/>
              </a:ext>
            </a:extLst>
          </p:cNvPr>
          <p:cNvSpPr txBox="1">
            <a:spLocks noChangeArrowheads="1"/>
          </p:cNvSpPr>
          <p:nvPr/>
        </p:nvSpPr>
        <p:spPr bwMode="auto">
          <a:xfrm>
            <a:off x="344488" y="1751013"/>
            <a:ext cx="9120187" cy="1149350"/>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en-US" altLang="ja-JP" sz="2000">
                <a:latin typeface="ＭＳ ゴシック" panose="020B0609070205080204" pitchFamily="49" charset="-128"/>
                <a:ea typeface="ＭＳ ゴシック" panose="020B0609070205080204" pitchFamily="49" charset="-128"/>
              </a:rPr>
              <a:t>for (Kiểu của element mảng </a:t>
            </a:r>
            <a:r>
              <a:rPr lang="en-US" altLang="ja-JP" sz="2000">
                <a:latin typeface="MS UI Gothic" panose="020B0600070205080204" pitchFamily="50" charset="-128"/>
                <a:ea typeface="MS UI Gothic" panose="020B0600070205080204" pitchFamily="50" charset="-128"/>
              </a:rPr>
              <a:t>tên biến số</a:t>
            </a:r>
            <a:r>
              <a:rPr lang="en-US" altLang="ja-JP" sz="2000">
                <a:latin typeface="ＭＳ ゴシック" panose="020B0609070205080204" pitchFamily="49" charset="-128"/>
                <a:ea typeface="ＭＳ ゴシック" panose="020B0609070205080204" pitchFamily="49" charset="-128"/>
              </a:rPr>
              <a:t> : mảng hoặc collection) {</a:t>
            </a:r>
          </a:p>
          <a:p>
            <a:pPr lvl="1" algn="just">
              <a:lnSpc>
                <a:spcPct val="112000"/>
              </a:lnSpc>
            </a:pPr>
            <a:r>
              <a:rPr lang="en-US" altLang="ja-JP" sz="2000">
                <a:latin typeface="ＭＳ ゴシック" panose="020B0609070205080204" pitchFamily="49" charset="-128"/>
                <a:ea typeface="ＭＳ ゴシック" panose="020B0609070205080204" pitchFamily="49" charset="-128"/>
              </a:rPr>
              <a:t>    xử lí muốn lặp đối với các element</a:t>
            </a:r>
            <a:endParaRPr lang="en-US" altLang="ja-JP" sz="2000">
              <a:latin typeface="MS UI Gothic" panose="020B0600070205080204" pitchFamily="50" charset="-128"/>
              <a:ea typeface="MS UI Gothic" panose="020B0600070205080204" pitchFamily="50" charset="-128"/>
            </a:endParaRPr>
          </a:p>
          <a:p>
            <a:pPr lvl="1" algn="just">
              <a:lnSpc>
                <a:spcPct val="112000"/>
              </a:lnSpc>
            </a:pPr>
            <a:r>
              <a:rPr lang="en-US" altLang="ja-JP" sz="2000">
                <a:latin typeface="ＭＳ ゴシック" panose="020B0609070205080204" pitchFamily="49" charset="-128"/>
                <a:ea typeface="ＭＳ ゴシック" panose="020B0609070205080204" pitchFamily="49" charset="-128"/>
              </a:rPr>
              <a:t>}</a:t>
            </a:r>
          </a:p>
        </p:txBody>
      </p:sp>
      <p:sp>
        <p:nvSpPr>
          <p:cNvPr id="763910" name="Rectangle 6">
            <a:extLst>
              <a:ext uri="{FF2B5EF4-FFF2-40B4-BE49-F238E27FC236}">
                <a16:creationId xmlns:a16="http://schemas.microsoft.com/office/drawing/2014/main" id="{7F9B7110-DB1F-C8DB-6A3E-B68A8EA89692}"/>
              </a:ext>
            </a:extLst>
          </p:cNvPr>
          <p:cNvSpPr>
            <a:spLocks noChangeArrowheads="1"/>
          </p:cNvSpPr>
          <p:nvPr/>
        </p:nvSpPr>
        <p:spPr bwMode="auto">
          <a:xfrm>
            <a:off x="344488" y="310515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t>●Ví dụ</a:t>
            </a:r>
            <a:endParaRPr lang="en-US" altLang="ja-JP" sz="2400" b="0"/>
          </a:p>
        </p:txBody>
      </p:sp>
      <p:sp>
        <p:nvSpPr>
          <p:cNvPr id="763911" name="Rectangle 7">
            <a:extLst>
              <a:ext uri="{FF2B5EF4-FFF2-40B4-BE49-F238E27FC236}">
                <a16:creationId xmlns:a16="http://schemas.microsoft.com/office/drawing/2014/main" id="{FA5A62F5-AC87-7D15-D00C-2A795296DD11}"/>
              </a:ext>
            </a:extLst>
          </p:cNvPr>
          <p:cNvSpPr>
            <a:spLocks noChangeArrowheads="1"/>
          </p:cNvSpPr>
          <p:nvPr/>
        </p:nvSpPr>
        <p:spPr bwMode="auto">
          <a:xfrm>
            <a:off x="344488" y="3586163"/>
            <a:ext cx="4852987" cy="28781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en-US" altLang="ja-JP" sz="1800" b="0" dirty="0">
                <a:latin typeface="+mj-lt"/>
                <a:ea typeface="ＭＳ ゴシック" panose="020B0609070205080204" pitchFamily="49" charset="-128"/>
              </a:rPr>
              <a:t>String[] </a:t>
            </a:r>
            <a:r>
              <a:rPr lang="en-US" altLang="ja-JP" sz="1800" b="0" dirty="0" err="1">
                <a:latin typeface="+mj-lt"/>
                <a:ea typeface="ＭＳ ゴシック" panose="020B0609070205080204" pitchFamily="49" charset="-128"/>
              </a:rPr>
              <a:t>strArray</a:t>
            </a:r>
            <a:r>
              <a:rPr lang="en-US" altLang="ja-JP" sz="1800" b="0" dirty="0">
                <a:latin typeface="+mj-lt"/>
                <a:ea typeface="ＭＳ ゴシック" panose="020B0609070205080204" pitchFamily="49" charset="-128"/>
              </a:rPr>
              <a:t> = </a:t>
            </a:r>
          </a:p>
          <a:p>
            <a:pPr lvl="1"/>
            <a:r>
              <a:rPr lang="en-US" altLang="ja-JP" sz="1800" b="0" dirty="0">
                <a:latin typeface="+mj-lt"/>
                <a:ea typeface="ＭＳ ゴシック" panose="020B0609070205080204" pitchFamily="49" charset="-128"/>
              </a:rPr>
              <a:t>         {"Smith", "Brown", "Allen"};</a:t>
            </a:r>
          </a:p>
          <a:p>
            <a:pPr lvl="1"/>
            <a:endParaRPr lang="en-US" altLang="ja-JP" sz="1800" b="0" dirty="0">
              <a:latin typeface="+mj-lt"/>
              <a:ea typeface="ＭＳ ゴシック" panose="020B0609070205080204" pitchFamily="49" charset="-128"/>
            </a:endParaRPr>
          </a:p>
          <a:p>
            <a:pPr lvl="1"/>
            <a:endParaRPr lang="en-US" altLang="ja-JP" sz="1800" b="0" dirty="0">
              <a:latin typeface="+mj-lt"/>
              <a:ea typeface="ＭＳ ゴシック" panose="020B0609070205080204" pitchFamily="49" charset="-128"/>
            </a:endParaRPr>
          </a:p>
          <a:p>
            <a:pPr lvl="1"/>
            <a:endParaRPr lang="en-US" altLang="ja-JP" sz="1800" b="0" dirty="0">
              <a:latin typeface="+mj-lt"/>
              <a:ea typeface="ＭＳ ゴシック" panose="020B0609070205080204" pitchFamily="49" charset="-128"/>
            </a:endParaRPr>
          </a:p>
          <a:p>
            <a:pPr lvl="1"/>
            <a:r>
              <a:rPr lang="en-US" altLang="ja-JP" sz="1800" b="0" dirty="0">
                <a:latin typeface="+mj-lt"/>
                <a:ea typeface="ＭＳ ゴシック" panose="020B0609070205080204" pitchFamily="49" charset="-128"/>
              </a:rPr>
              <a:t>for (String str : </a:t>
            </a:r>
            <a:r>
              <a:rPr lang="en-US" altLang="ja-JP" sz="1800" b="0" dirty="0" err="1">
                <a:latin typeface="+mj-lt"/>
                <a:ea typeface="ＭＳ ゴシック" panose="020B0609070205080204" pitchFamily="49" charset="-128"/>
              </a:rPr>
              <a:t>strArray</a:t>
            </a:r>
            <a:r>
              <a:rPr lang="en-US" altLang="ja-JP" sz="1800" b="0" dirty="0">
                <a:latin typeface="+mj-lt"/>
                <a:ea typeface="ＭＳ ゴシック" panose="020B0609070205080204" pitchFamily="49" charset="-128"/>
              </a:rPr>
              <a:t> ) {</a:t>
            </a:r>
          </a:p>
          <a:p>
            <a:pPr lvl="1"/>
            <a:r>
              <a:rPr lang="en-US" altLang="ja-JP" sz="1800" b="0" dirty="0">
                <a:latin typeface="+mj-lt"/>
                <a:ea typeface="ＭＳ ゴシック" panose="020B0609070205080204" pitchFamily="49" charset="-128"/>
              </a:rPr>
              <a:t>    </a:t>
            </a:r>
            <a:r>
              <a:rPr lang="en-US" altLang="ja-JP" sz="1800" b="0" dirty="0" err="1">
                <a:latin typeface="+mj-lt"/>
                <a:ea typeface="ＭＳ ゴシック" panose="020B0609070205080204" pitchFamily="49" charset="-128"/>
              </a:rPr>
              <a:t>System.out.println</a:t>
            </a:r>
            <a:r>
              <a:rPr lang="en-US" altLang="ja-JP" sz="1800" b="0" dirty="0">
                <a:latin typeface="+mj-lt"/>
                <a:ea typeface="ＭＳ ゴシック" panose="020B0609070205080204" pitchFamily="49" charset="-128"/>
              </a:rPr>
              <a:t>(str);</a:t>
            </a:r>
          </a:p>
          <a:p>
            <a:pPr lvl="1"/>
            <a:r>
              <a:rPr lang="en-US" altLang="ja-JP" sz="1800" b="0" dirty="0">
                <a:latin typeface="+mj-lt"/>
                <a:ea typeface="ＭＳ ゴシック" panose="020B0609070205080204" pitchFamily="49" charset="-128"/>
              </a:rPr>
              <a:t>}</a:t>
            </a:r>
          </a:p>
        </p:txBody>
      </p:sp>
      <p:sp>
        <p:nvSpPr>
          <p:cNvPr id="763912" name="Rectangle 8">
            <a:extLst>
              <a:ext uri="{FF2B5EF4-FFF2-40B4-BE49-F238E27FC236}">
                <a16:creationId xmlns:a16="http://schemas.microsoft.com/office/drawing/2014/main" id="{2F1ED043-7CE5-A788-D3CE-18CF9878D13C}"/>
              </a:ext>
            </a:extLst>
          </p:cNvPr>
          <p:cNvSpPr>
            <a:spLocks noChangeArrowheads="1"/>
          </p:cNvSpPr>
          <p:nvPr/>
        </p:nvSpPr>
        <p:spPr bwMode="auto">
          <a:xfrm>
            <a:off x="5603875" y="1816100"/>
            <a:ext cx="2724150" cy="346075"/>
          </a:xfrm>
          <a:prstGeom prst="rect">
            <a:avLst/>
          </a:prstGeom>
          <a:noFill/>
          <a:ln w="381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ja-JP" altLang="ja-JP">
              <a:ea typeface="ＭＳ ゴシック" panose="020B0609070205080204" pitchFamily="49" charset="-128"/>
            </a:endParaRPr>
          </a:p>
        </p:txBody>
      </p:sp>
      <p:sp>
        <p:nvSpPr>
          <p:cNvPr id="763913" name="AutoShape 9">
            <a:extLst>
              <a:ext uri="{FF2B5EF4-FFF2-40B4-BE49-F238E27FC236}">
                <a16:creationId xmlns:a16="http://schemas.microsoft.com/office/drawing/2014/main" id="{09C81245-EECD-0279-3CF7-FEC82F22DD7E}"/>
              </a:ext>
            </a:extLst>
          </p:cNvPr>
          <p:cNvSpPr>
            <a:spLocks noChangeArrowheads="1"/>
          </p:cNvSpPr>
          <p:nvPr/>
        </p:nvSpPr>
        <p:spPr bwMode="auto">
          <a:xfrm>
            <a:off x="3532188" y="808038"/>
            <a:ext cx="6105525" cy="819150"/>
          </a:xfrm>
          <a:prstGeom prst="wedgeRoundRectCallout">
            <a:avLst>
              <a:gd name="adj1" fmla="val -389"/>
              <a:gd name="adj2" fmla="val 73449"/>
              <a:gd name="adj3" fmla="val 16667"/>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10" tIns="45704" rIns="91410" bIns="45704"/>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sz="1800">
                <a:latin typeface="MS UI Gothic" panose="020B0600070205080204" pitchFamily="50" charset="-128"/>
                <a:ea typeface="MS UI Gothic" panose="020B0600070205080204" pitchFamily="50" charset="-128"/>
              </a:rPr>
              <a:t>Đưa ra element của mảng or collection vào từng biến số một trong mỗi lần loop và thực hiện xử lí</a:t>
            </a:r>
          </a:p>
        </p:txBody>
      </p:sp>
      <p:sp>
        <p:nvSpPr>
          <p:cNvPr id="763934" name="Rectangle 30">
            <a:extLst>
              <a:ext uri="{FF2B5EF4-FFF2-40B4-BE49-F238E27FC236}">
                <a16:creationId xmlns:a16="http://schemas.microsoft.com/office/drawing/2014/main" id="{A95BD7C5-9F5F-0975-85BC-4B0C38396BC5}"/>
              </a:ext>
            </a:extLst>
          </p:cNvPr>
          <p:cNvSpPr>
            <a:spLocks noChangeArrowheads="1"/>
          </p:cNvSpPr>
          <p:nvPr/>
        </p:nvSpPr>
        <p:spPr bwMode="auto">
          <a:xfrm>
            <a:off x="1600200" y="5123696"/>
            <a:ext cx="463550" cy="346075"/>
          </a:xfrm>
          <a:prstGeom prst="rect">
            <a:avLst/>
          </a:prstGeom>
          <a:noFill/>
          <a:ln w="381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ja-JP" altLang="ja-JP">
              <a:ea typeface="ＭＳ ゴシック" panose="020B0609070205080204" pitchFamily="49" charset="-128"/>
            </a:endParaRPr>
          </a:p>
        </p:txBody>
      </p:sp>
      <p:sp>
        <p:nvSpPr>
          <p:cNvPr id="763935" name="Rectangle 31">
            <a:extLst>
              <a:ext uri="{FF2B5EF4-FFF2-40B4-BE49-F238E27FC236}">
                <a16:creationId xmlns:a16="http://schemas.microsoft.com/office/drawing/2014/main" id="{E59577A8-37BE-306C-C1C2-FFE0FE1151D8}"/>
              </a:ext>
            </a:extLst>
          </p:cNvPr>
          <p:cNvSpPr>
            <a:spLocks noChangeArrowheads="1"/>
          </p:cNvSpPr>
          <p:nvPr/>
        </p:nvSpPr>
        <p:spPr bwMode="auto">
          <a:xfrm>
            <a:off x="2103438" y="5123696"/>
            <a:ext cx="1035050" cy="346075"/>
          </a:xfrm>
          <a:prstGeom prst="rect">
            <a:avLst/>
          </a:prstGeom>
          <a:noFill/>
          <a:ln w="381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ja-JP" altLang="ja-JP">
              <a:ea typeface="ＭＳ ゴシック" panose="020B0609070205080204" pitchFamily="49" charset="-128"/>
            </a:endParaRPr>
          </a:p>
        </p:txBody>
      </p:sp>
      <p:cxnSp>
        <p:nvCxnSpPr>
          <p:cNvPr id="763937" name="AutoShape 33">
            <a:extLst>
              <a:ext uri="{FF2B5EF4-FFF2-40B4-BE49-F238E27FC236}">
                <a16:creationId xmlns:a16="http://schemas.microsoft.com/office/drawing/2014/main" id="{9AA93E02-A626-EFB4-98D8-AB64FE5A95AD}"/>
              </a:ext>
            </a:extLst>
          </p:cNvPr>
          <p:cNvCxnSpPr>
            <a:cxnSpLocks noChangeShapeType="1"/>
            <a:stCxn id="763934" idx="0"/>
            <a:endCxn id="763935" idx="0"/>
          </p:cNvCxnSpPr>
          <p:nvPr/>
        </p:nvCxnSpPr>
        <p:spPr bwMode="auto">
          <a:xfrm rot="5400000" flipH="1" flipV="1">
            <a:off x="2226469" y="4729202"/>
            <a:ext cx="12700" cy="788988"/>
          </a:xfrm>
          <a:prstGeom prst="bentConnector3">
            <a:avLst>
              <a:gd name="adj1" fmla="val 1800000"/>
            </a:avLst>
          </a:prstGeom>
          <a:noFill/>
          <a:ln w="38100">
            <a:solidFill>
              <a:srgbClr val="3FB007"/>
            </a:solidFill>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63938" name="AutoShape 34">
            <a:extLst>
              <a:ext uri="{FF2B5EF4-FFF2-40B4-BE49-F238E27FC236}">
                <a16:creationId xmlns:a16="http://schemas.microsoft.com/office/drawing/2014/main" id="{F8ABCAB3-8190-BFAD-8678-190C090C5D8D}"/>
              </a:ext>
            </a:extLst>
          </p:cNvPr>
          <p:cNvSpPr>
            <a:spLocks noChangeArrowheads="1"/>
          </p:cNvSpPr>
          <p:nvPr/>
        </p:nvSpPr>
        <p:spPr bwMode="auto">
          <a:xfrm>
            <a:off x="681038" y="4295775"/>
            <a:ext cx="4462462" cy="373063"/>
          </a:xfrm>
          <a:prstGeom prst="wedgeRoundRectCallout">
            <a:avLst>
              <a:gd name="adj1" fmla="val -7560"/>
              <a:gd name="adj2" fmla="val 87870"/>
              <a:gd name="adj3" fmla="val 16667"/>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10" tIns="45704" rIns="91410" bIns="45704"/>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600">
                <a:latin typeface="MS UI Gothic" panose="020B0600070205080204" pitchFamily="50" charset="-128"/>
                <a:ea typeface="MS UI Gothic" panose="020B0600070205080204" pitchFamily="50" charset="-128"/>
              </a:rPr>
              <a:t>Đưa ra element của mảng vào từng str một</a:t>
            </a:r>
          </a:p>
        </p:txBody>
      </p:sp>
      <p:grpSp>
        <p:nvGrpSpPr>
          <p:cNvPr id="763959" name="Group 55">
            <a:extLst>
              <a:ext uri="{FF2B5EF4-FFF2-40B4-BE49-F238E27FC236}">
                <a16:creationId xmlns:a16="http://schemas.microsoft.com/office/drawing/2014/main" id="{5BAD8817-CEFC-1463-8C43-69E1064A2C54}"/>
              </a:ext>
            </a:extLst>
          </p:cNvPr>
          <p:cNvGrpSpPr>
            <a:grpSpLocks/>
          </p:cNvGrpSpPr>
          <p:nvPr/>
        </p:nvGrpSpPr>
        <p:grpSpPr bwMode="auto">
          <a:xfrm>
            <a:off x="5370513" y="3013075"/>
            <a:ext cx="4094162" cy="3451225"/>
            <a:chOff x="3383" y="1898"/>
            <a:chExt cx="2579" cy="2174"/>
          </a:xfrm>
        </p:grpSpPr>
        <p:sp>
          <p:nvSpPr>
            <p:cNvPr id="763915" name="Rectangle 11">
              <a:extLst>
                <a:ext uri="{FF2B5EF4-FFF2-40B4-BE49-F238E27FC236}">
                  <a16:creationId xmlns:a16="http://schemas.microsoft.com/office/drawing/2014/main" id="{36379E5A-5FFB-AD6C-2EB3-3DCE5715520B}"/>
                </a:ext>
              </a:extLst>
            </p:cNvPr>
            <p:cNvSpPr>
              <a:spLocks noChangeArrowheads="1"/>
            </p:cNvSpPr>
            <p:nvPr/>
          </p:nvSpPr>
          <p:spPr bwMode="auto">
            <a:xfrm>
              <a:off x="3383" y="1898"/>
              <a:ext cx="2579" cy="2174"/>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63949" name="Line 45">
              <a:extLst>
                <a:ext uri="{FF2B5EF4-FFF2-40B4-BE49-F238E27FC236}">
                  <a16:creationId xmlns:a16="http://schemas.microsoft.com/office/drawing/2014/main" id="{31B9CE46-D124-EEE4-D9BD-E926D7362311}"/>
                </a:ext>
              </a:extLst>
            </p:cNvPr>
            <p:cNvSpPr>
              <a:spLocks noChangeShapeType="1"/>
            </p:cNvSpPr>
            <p:nvPr/>
          </p:nvSpPr>
          <p:spPr bwMode="auto">
            <a:xfrm>
              <a:off x="4662" y="1968"/>
              <a:ext cx="12" cy="2032"/>
            </a:xfrm>
            <a:prstGeom prst="line">
              <a:avLst/>
            </a:prstGeom>
            <a:noFill/>
            <a:ln w="9525">
              <a:solidFill>
                <a:srgbClr val="000000"/>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ja-JP" altLang="en-US"/>
            </a:p>
          </p:txBody>
        </p:sp>
        <p:sp>
          <p:nvSpPr>
            <p:cNvPr id="763954" name="Freeform 50">
              <a:extLst>
                <a:ext uri="{FF2B5EF4-FFF2-40B4-BE49-F238E27FC236}">
                  <a16:creationId xmlns:a16="http://schemas.microsoft.com/office/drawing/2014/main" id="{8DE6ECAD-DAC8-9581-3C73-9A6CDF564FDA}"/>
                </a:ext>
              </a:extLst>
            </p:cNvPr>
            <p:cNvSpPr>
              <a:spLocks/>
            </p:cNvSpPr>
            <p:nvPr/>
          </p:nvSpPr>
          <p:spPr bwMode="auto">
            <a:xfrm>
              <a:off x="3594" y="2573"/>
              <a:ext cx="2179" cy="399"/>
            </a:xfrm>
            <a:custGeom>
              <a:avLst/>
              <a:gdLst>
                <a:gd name="T0" fmla="*/ 0 w 1417"/>
                <a:gd name="T1" fmla="*/ 567 h 567"/>
                <a:gd name="T2" fmla="*/ 1417 w 1417"/>
                <a:gd name="T3" fmla="*/ 567 h 567"/>
                <a:gd name="T4" fmla="*/ 1417 w 1417"/>
                <a:gd name="T5" fmla="*/ 139 h 567"/>
                <a:gd name="T6" fmla="*/ 1278 w 1417"/>
                <a:gd name="T7" fmla="*/ 0 h 567"/>
                <a:gd name="T8" fmla="*/ 144 w 1417"/>
                <a:gd name="T9" fmla="*/ 0 h 567"/>
                <a:gd name="T10" fmla="*/ 0 w 1417"/>
                <a:gd name="T11" fmla="*/ 139 h 567"/>
                <a:gd name="T12" fmla="*/ 0 w 1417"/>
                <a:gd name="T13" fmla="*/ 567 h 567"/>
              </a:gdLst>
              <a:ahLst/>
              <a:cxnLst>
                <a:cxn ang="0">
                  <a:pos x="T0" y="T1"/>
                </a:cxn>
                <a:cxn ang="0">
                  <a:pos x="T2" y="T3"/>
                </a:cxn>
                <a:cxn ang="0">
                  <a:pos x="T4" y="T5"/>
                </a:cxn>
                <a:cxn ang="0">
                  <a:pos x="T6" y="T7"/>
                </a:cxn>
                <a:cxn ang="0">
                  <a:pos x="T8" y="T9"/>
                </a:cxn>
                <a:cxn ang="0">
                  <a:pos x="T10" y="T11"/>
                </a:cxn>
                <a:cxn ang="0">
                  <a:pos x="T12" y="T13"/>
                </a:cxn>
              </a:cxnLst>
              <a:rect l="0" t="0" r="r" b="b"/>
              <a:pathLst>
                <a:path w="1417" h="567">
                  <a:moveTo>
                    <a:pt x="0" y="567"/>
                  </a:moveTo>
                  <a:lnTo>
                    <a:pt x="1417" y="567"/>
                  </a:lnTo>
                  <a:lnTo>
                    <a:pt x="1417" y="139"/>
                  </a:lnTo>
                  <a:lnTo>
                    <a:pt x="1278" y="0"/>
                  </a:lnTo>
                  <a:lnTo>
                    <a:pt x="144" y="0"/>
                  </a:lnTo>
                  <a:lnTo>
                    <a:pt x="0" y="139"/>
                  </a:lnTo>
                  <a:lnTo>
                    <a:pt x="0" y="567"/>
                  </a:lnTo>
                  <a:close/>
                </a:path>
              </a:pathLst>
            </a:custGeom>
            <a:solidFill>
              <a:srgbClr val="FFFFFF"/>
            </a:solidFill>
            <a:ln w="8890">
              <a:solidFill>
                <a:srgbClr val="000000"/>
              </a:solidFill>
              <a:prstDash val="solid"/>
              <a:round/>
              <a:headEnd/>
              <a:tailEnd/>
            </a:ln>
          </p:spPr>
          <p:txBody>
            <a:bodyPr/>
            <a:lstStyle/>
            <a:p>
              <a:endParaRPr lang="ja-JP" altLang="en-US"/>
            </a:p>
          </p:txBody>
        </p:sp>
        <p:sp>
          <p:nvSpPr>
            <p:cNvPr id="763955" name="Text Box 51">
              <a:extLst>
                <a:ext uri="{FF2B5EF4-FFF2-40B4-BE49-F238E27FC236}">
                  <a16:creationId xmlns:a16="http://schemas.microsoft.com/office/drawing/2014/main" id="{E07B0B59-7D55-1750-DFBE-CB0FEBE70976}"/>
                </a:ext>
              </a:extLst>
            </p:cNvPr>
            <p:cNvSpPr txBox="1">
              <a:spLocks noChangeArrowheads="1"/>
            </p:cNvSpPr>
            <p:nvPr/>
          </p:nvSpPr>
          <p:spPr bwMode="auto">
            <a:xfrm>
              <a:off x="3538" y="2592"/>
              <a:ext cx="2288" cy="3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pPr algn="ctr"/>
              <a:r>
                <a:rPr lang="en-US" altLang="ja-JP" sz="1600" dirty="0">
                  <a:latin typeface="+mj-lt"/>
                </a:rPr>
                <a:t>Loop </a:t>
              </a:r>
              <a:r>
                <a:rPr lang="en-US" altLang="ja-JP" sz="1600" dirty="0" err="1">
                  <a:latin typeface="+mj-lt"/>
                </a:rPr>
                <a:t>hiển</a:t>
              </a:r>
              <a:r>
                <a:rPr lang="en-US" altLang="ja-JP" sz="1600" dirty="0">
                  <a:latin typeface="+mj-lt"/>
                </a:rPr>
                <a:t> </a:t>
              </a:r>
              <a:r>
                <a:rPr lang="en-US" altLang="ja-JP" sz="1600" dirty="0" err="1">
                  <a:latin typeface="+mj-lt"/>
                </a:rPr>
                <a:t>thị</a:t>
              </a:r>
              <a:endParaRPr lang="en-US" altLang="ja-JP" sz="1600" dirty="0">
                <a:latin typeface="+mj-lt"/>
              </a:endParaRPr>
            </a:p>
            <a:p>
              <a:pPr algn="ctr">
                <a:spcBef>
                  <a:spcPts val="350"/>
                </a:spcBef>
              </a:pPr>
              <a:r>
                <a:rPr lang="en-US" altLang="ja-JP" sz="1600" dirty="0">
                  <a:latin typeface="+mj-lt"/>
                  <a:ea typeface="ＭＳ ゴシック" panose="020B0609070205080204" pitchFamily="49" charset="-128"/>
                </a:rPr>
                <a:t>str = "Smith", "Brown", "Allen"</a:t>
              </a:r>
            </a:p>
          </p:txBody>
        </p:sp>
        <p:sp>
          <p:nvSpPr>
            <p:cNvPr id="763950" name="Text Box 46">
              <a:extLst>
                <a:ext uri="{FF2B5EF4-FFF2-40B4-BE49-F238E27FC236}">
                  <a16:creationId xmlns:a16="http://schemas.microsoft.com/office/drawing/2014/main" id="{98229FC5-AEB2-89CA-9BFD-DD5CD6BA27DA}"/>
                </a:ext>
              </a:extLst>
            </p:cNvPr>
            <p:cNvSpPr txBox="1">
              <a:spLocks noChangeArrowheads="1"/>
            </p:cNvSpPr>
            <p:nvPr/>
          </p:nvSpPr>
          <p:spPr bwMode="auto">
            <a:xfrm>
              <a:off x="3594" y="3128"/>
              <a:ext cx="2179" cy="240"/>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r>
                <a:rPr lang="en-US" altLang="ja-JP" sz="1800" b="0" dirty="0">
                  <a:latin typeface="+mj-lt"/>
                </a:rPr>
                <a:t>Hiển </a:t>
              </a:r>
              <a:r>
                <a:rPr lang="en-US" altLang="ja-JP" sz="1800" b="0" dirty="0" err="1">
                  <a:latin typeface="+mj-lt"/>
                </a:rPr>
                <a:t>thị</a:t>
              </a:r>
              <a:r>
                <a:rPr lang="en-US" altLang="ja-JP" sz="1800" b="0" dirty="0">
                  <a:latin typeface="+mj-lt"/>
                </a:rPr>
                <a:t> str</a:t>
              </a:r>
            </a:p>
          </p:txBody>
        </p:sp>
        <p:sp>
          <p:nvSpPr>
            <p:cNvPr id="763952" name="Freeform 48">
              <a:extLst>
                <a:ext uri="{FF2B5EF4-FFF2-40B4-BE49-F238E27FC236}">
                  <a16:creationId xmlns:a16="http://schemas.microsoft.com/office/drawing/2014/main" id="{75F4A71D-34FB-D79D-1A42-F1C712CB8554}"/>
                </a:ext>
              </a:extLst>
            </p:cNvPr>
            <p:cNvSpPr>
              <a:spLocks/>
            </p:cNvSpPr>
            <p:nvPr/>
          </p:nvSpPr>
          <p:spPr bwMode="auto">
            <a:xfrm>
              <a:off x="3594" y="3486"/>
              <a:ext cx="2179" cy="333"/>
            </a:xfrm>
            <a:custGeom>
              <a:avLst/>
              <a:gdLst>
                <a:gd name="T0" fmla="*/ 0 w 1417"/>
                <a:gd name="T1" fmla="*/ 0 h 567"/>
                <a:gd name="T2" fmla="*/ 1417 w 1417"/>
                <a:gd name="T3" fmla="*/ 0 h 567"/>
                <a:gd name="T4" fmla="*/ 1417 w 1417"/>
                <a:gd name="T5" fmla="*/ 423 h 567"/>
                <a:gd name="T6" fmla="*/ 1278 w 1417"/>
                <a:gd name="T7" fmla="*/ 567 h 567"/>
                <a:gd name="T8" fmla="*/ 144 w 1417"/>
                <a:gd name="T9" fmla="*/ 567 h 567"/>
                <a:gd name="T10" fmla="*/ 0 w 1417"/>
                <a:gd name="T11" fmla="*/ 423 h 567"/>
                <a:gd name="T12" fmla="*/ 0 w 1417"/>
                <a:gd name="T13" fmla="*/ 0 h 567"/>
              </a:gdLst>
              <a:ahLst/>
              <a:cxnLst>
                <a:cxn ang="0">
                  <a:pos x="T0" y="T1"/>
                </a:cxn>
                <a:cxn ang="0">
                  <a:pos x="T2" y="T3"/>
                </a:cxn>
                <a:cxn ang="0">
                  <a:pos x="T4" y="T5"/>
                </a:cxn>
                <a:cxn ang="0">
                  <a:pos x="T6" y="T7"/>
                </a:cxn>
                <a:cxn ang="0">
                  <a:pos x="T8" y="T9"/>
                </a:cxn>
                <a:cxn ang="0">
                  <a:pos x="T10" y="T11"/>
                </a:cxn>
                <a:cxn ang="0">
                  <a:pos x="T12" y="T13"/>
                </a:cxn>
              </a:cxnLst>
              <a:rect l="0" t="0" r="r" b="b"/>
              <a:pathLst>
                <a:path w="1417" h="567">
                  <a:moveTo>
                    <a:pt x="0" y="0"/>
                  </a:moveTo>
                  <a:lnTo>
                    <a:pt x="1417" y="0"/>
                  </a:lnTo>
                  <a:lnTo>
                    <a:pt x="1417" y="423"/>
                  </a:lnTo>
                  <a:lnTo>
                    <a:pt x="1278" y="567"/>
                  </a:lnTo>
                  <a:lnTo>
                    <a:pt x="144" y="567"/>
                  </a:lnTo>
                  <a:lnTo>
                    <a:pt x="0" y="423"/>
                  </a:lnTo>
                  <a:lnTo>
                    <a:pt x="0" y="0"/>
                  </a:lnTo>
                  <a:close/>
                </a:path>
              </a:pathLst>
            </a:custGeom>
            <a:solidFill>
              <a:srgbClr val="FFFFFF"/>
            </a:solidFill>
            <a:ln w="8890">
              <a:solidFill>
                <a:srgbClr val="000000"/>
              </a:solidFill>
              <a:prstDash val="solid"/>
              <a:round/>
              <a:headEnd/>
              <a:tailEnd/>
            </a:ln>
          </p:spPr>
          <p:txBody>
            <a:bodyPr/>
            <a:lstStyle/>
            <a:p>
              <a:endParaRPr lang="ja-JP" altLang="en-US"/>
            </a:p>
          </p:txBody>
        </p:sp>
        <p:sp>
          <p:nvSpPr>
            <p:cNvPr id="763953" name="Text Box 49">
              <a:extLst>
                <a:ext uri="{FF2B5EF4-FFF2-40B4-BE49-F238E27FC236}">
                  <a16:creationId xmlns:a16="http://schemas.microsoft.com/office/drawing/2014/main" id="{CE88849C-E146-D54E-D6FF-5457CFB560AA}"/>
                </a:ext>
              </a:extLst>
            </p:cNvPr>
            <p:cNvSpPr txBox="1">
              <a:spLocks noChangeArrowheads="1"/>
            </p:cNvSpPr>
            <p:nvPr/>
          </p:nvSpPr>
          <p:spPr bwMode="auto">
            <a:xfrm>
              <a:off x="3594" y="3567"/>
              <a:ext cx="2179"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r>
                <a:rPr lang="en-US" altLang="ja-JP" sz="1600" dirty="0">
                  <a:latin typeface="+mj-lt"/>
                </a:rPr>
                <a:t>Loop </a:t>
              </a:r>
              <a:r>
                <a:rPr lang="en-US" altLang="ja-JP" sz="1600" dirty="0" err="1">
                  <a:latin typeface="+mj-lt"/>
                </a:rPr>
                <a:t>hiển</a:t>
              </a:r>
              <a:r>
                <a:rPr lang="en-US" altLang="ja-JP" sz="1600" dirty="0">
                  <a:latin typeface="+mj-lt"/>
                </a:rPr>
                <a:t> </a:t>
              </a:r>
              <a:r>
                <a:rPr lang="en-US" altLang="ja-JP" sz="1600" dirty="0" err="1">
                  <a:latin typeface="+mj-lt"/>
                </a:rPr>
                <a:t>thị</a:t>
              </a:r>
              <a:endParaRPr lang="en-US" altLang="ja-JP" sz="1600" dirty="0">
                <a:latin typeface="+mj-lt"/>
              </a:endParaRPr>
            </a:p>
          </p:txBody>
        </p:sp>
        <p:sp>
          <p:nvSpPr>
            <p:cNvPr id="763956" name="Text Box 52">
              <a:extLst>
                <a:ext uri="{FF2B5EF4-FFF2-40B4-BE49-F238E27FC236}">
                  <a16:creationId xmlns:a16="http://schemas.microsoft.com/office/drawing/2014/main" id="{03662451-D502-AFDC-0E06-407EB7DFCC32}"/>
                </a:ext>
              </a:extLst>
            </p:cNvPr>
            <p:cNvSpPr txBox="1">
              <a:spLocks noChangeArrowheads="1"/>
            </p:cNvSpPr>
            <p:nvPr/>
          </p:nvSpPr>
          <p:spPr bwMode="auto">
            <a:xfrm>
              <a:off x="3594" y="2178"/>
              <a:ext cx="2229" cy="240"/>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r>
                <a:rPr lang="en-US" altLang="ja-JP" sz="1500" b="0" dirty="0">
                  <a:latin typeface="+mj-lt"/>
                </a:rPr>
                <a:t>Khai </a:t>
              </a:r>
              <a:r>
                <a:rPr lang="en-US" altLang="ja-JP" sz="1500" b="0" dirty="0" err="1">
                  <a:latin typeface="+mj-lt"/>
                </a:rPr>
                <a:t>báo</a:t>
              </a:r>
              <a:r>
                <a:rPr lang="en-US" altLang="ja-JP" sz="1500" b="0" dirty="0">
                  <a:latin typeface="+mj-lt"/>
                </a:rPr>
                <a:t> </a:t>
              </a:r>
              <a:r>
                <a:rPr lang="en-US" altLang="ja-JP" sz="1500" b="0" dirty="0" err="1">
                  <a:latin typeface="+mj-lt"/>
                </a:rPr>
                <a:t>mảng</a:t>
              </a:r>
              <a:r>
                <a:rPr lang="en-US" altLang="ja-JP" sz="1500" b="0" dirty="0">
                  <a:latin typeface="+mj-lt"/>
                </a:rPr>
                <a:t> </a:t>
              </a:r>
              <a:r>
                <a:rPr lang="en-US" altLang="ja-JP" sz="1500" b="0" dirty="0" err="1">
                  <a:latin typeface="+mj-lt"/>
                  <a:ea typeface="ＭＳ ゴシック" panose="020B0609070205080204" pitchFamily="49" charset="-128"/>
                </a:rPr>
                <a:t>strArray</a:t>
              </a:r>
              <a:r>
                <a:rPr lang="en-US" altLang="ja-JP" sz="1500" b="0" dirty="0">
                  <a:latin typeface="+mj-lt"/>
                  <a:ea typeface="ＭＳ ゴシック" panose="020B0609070205080204" pitchFamily="49" charset="-128"/>
                </a:rPr>
                <a:t> </a:t>
              </a:r>
              <a:r>
                <a:rPr lang="en-US" altLang="ja-JP" sz="1500" b="0" dirty="0" err="1">
                  <a:latin typeface="+mj-lt"/>
                </a:rPr>
                <a:t>và</a:t>
              </a:r>
              <a:r>
                <a:rPr lang="en-US" altLang="ja-JP" sz="1500" b="0" dirty="0">
                  <a:latin typeface="+mj-lt"/>
                </a:rPr>
                <a:t> </a:t>
              </a:r>
              <a:r>
                <a:rPr lang="en-US" altLang="ja-JP" sz="1500" b="0" dirty="0" err="1">
                  <a:latin typeface="+mj-lt"/>
                </a:rPr>
                <a:t>khởi</a:t>
              </a:r>
              <a:r>
                <a:rPr lang="en-US" altLang="ja-JP" sz="1500" b="0" dirty="0">
                  <a:latin typeface="+mj-lt"/>
                </a:rPr>
                <a:t> </a:t>
              </a:r>
              <a:r>
                <a:rPr lang="en-US" altLang="ja-JP" sz="1500" b="0" dirty="0" err="1">
                  <a:latin typeface="+mj-lt"/>
                </a:rPr>
                <a:t>tạo</a:t>
              </a:r>
              <a:endParaRPr lang="en-US" altLang="ja-JP" sz="1500" b="0" dirty="0">
                <a:latin typeface="+mj-lt"/>
              </a:endParaRPr>
            </a:p>
          </p:txBody>
        </p:sp>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6617872E-AE4A-AF4B-5E3C-EDBBB0AB91A6}"/>
              </a:ext>
            </a:extLst>
          </p:cNvPr>
          <p:cNvSpPr>
            <a:spLocks noGrp="1"/>
          </p:cNvSpPr>
          <p:nvPr>
            <p:ph type="sldNum" sz="quarter" idx="10"/>
          </p:nvPr>
        </p:nvSpPr>
        <p:spPr/>
        <p:txBody>
          <a:bodyPr/>
          <a:lstStyle/>
          <a:p>
            <a:fld id="{11B5548E-C91E-425C-B08D-AE00340DE2D0}" type="slidenum">
              <a:rPr lang="en-US" altLang="ja-JP"/>
              <a:pPr/>
              <a:t>54</a:t>
            </a:fld>
            <a:endParaRPr lang="en-US" altLang="ja-JP"/>
          </a:p>
        </p:txBody>
      </p:sp>
      <p:sp>
        <p:nvSpPr>
          <p:cNvPr id="768002" name="Rectangle 2">
            <a:extLst>
              <a:ext uri="{FF2B5EF4-FFF2-40B4-BE49-F238E27FC236}">
                <a16:creationId xmlns:a16="http://schemas.microsoft.com/office/drawing/2014/main" id="{C2215609-5079-171F-6B70-0D4F6D9170A5}"/>
              </a:ext>
            </a:extLst>
          </p:cNvPr>
          <p:cNvSpPr>
            <a:spLocks noGrp="1" noChangeArrowheads="1"/>
          </p:cNvSpPr>
          <p:nvPr>
            <p:ph type="title"/>
          </p:nvPr>
        </p:nvSpPr>
        <p:spPr>
          <a:xfrm>
            <a:off x="344488" y="327772"/>
            <a:ext cx="9217025" cy="490537"/>
          </a:xfrm>
        </p:spPr>
        <p:txBody>
          <a:bodyPr>
            <a:normAutofit fontScale="90000"/>
          </a:bodyPr>
          <a:lstStyle/>
          <a:p>
            <a:r>
              <a:rPr lang="en-US" altLang="ja-JP" dirty="0">
                <a:latin typeface="MS UI Gothic" panose="020B0600070205080204" pitchFamily="50" charset="-128"/>
                <a:ea typeface="MS UI Gothic" panose="020B0600070205080204" pitchFamily="50" charset="-128"/>
              </a:rPr>
              <a:t>Control </a:t>
            </a:r>
            <a:r>
              <a:rPr lang="en-US" altLang="ja-JP" dirty="0" err="1">
                <a:latin typeface="MS UI Gothic" panose="020B0600070205080204" pitchFamily="50" charset="-128"/>
                <a:ea typeface="MS UI Gothic" panose="020B0600070205080204" pitchFamily="50" charset="-128"/>
              </a:rPr>
              <a:t>lặp</a:t>
            </a:r>
            <a:r>
              <a:rPr lang="en-US" altLang="ja-JP" dirty="0">
                <a:latin typeface="MS UI Gothic" panose="020B0600070205080204" pitchFamily="50" charset="-128"/>
                <a:ea typeface="MS UI Gothic" panose="020B0600070205080204" pitchFamily="50" charset="-128"/>
              </a:rPr>
              <a:t> </a:t>
            </a:r>
            <a:r>
              <a:rPr lang="en-US" altLang="ja-JP" dirty="0" err="1">
                <a:latin typeface="MS UI Gothic" panose="020B0600070205080204" pitchFamily="50" charset="-128"/>
                <a:ea typeface="MS UI Gothic" panose="020B0600070205080204" pitchFamily="50" charset="-128"/>
              </a:rPr>
              <a:t>và</a:t>
            </a:r>
            <a:r>
              <a:rPr lang="en-US" altLang="ja-JP" dirty="0">
                <a:latin typeface="MS UI Gothic" panose="020B0600070205080204" pitchFamily="50" charset="-128"/>
                <a:ea typeface="MS UI Gothic" panose="020B0600070205080204" pitchFamily="50" charset="-128"/>
              </a:rPr>
              <a:t> nest</a:t>
            </a:r>
            <a:endParaRPr lang="en-US" altLang="ja-JP" dirty="0">
              <a:latin typeface="ＭＳ ゴシック" panose="020B0609070205080204" pitchFamily="49" charset="-128"/>
              <a:ea typeface="ＭＳ ゴシック" panose="020B0609070205080204" pitchFamily="49" charset="-128"/>
            </a:endParaRPr>
          </a:p>
        </p:txBody>
      </p:sp>
      <p:sp>
        <p:nvSpPr>
          <p:cNvPr id="768004" name="Rectangle 4">
            <a:extLst>
              <a:ext uri="{FF2B5EF4-FFF2-40B4-BE49-F238E27FC236}">
                <a16:creationId xmlns:a16="http://schemas.microsoft.com/office/drawing/2014/main" id="{4581495E-AC36-C18A-8275-D4B2B4C4BC60}"/>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t>Control lặp và nest</a:t>
            </a:r>
            <a:endParaRPr lang="en-US" altLang="ja-JP" sz="2400" b="0">
              <a:latin typeface="ＭＳ ゴシック" panose="020B0609070205080204" pitchFamily="49" charset="-128"/>
              <a:ea typeface="ＭＳ ゴシック" panose="020B0609070205080204" pitchFamily="49" charset="-128"/>
            </a:endParaRPr>
          </a:p>
          <a:p>
            <a:pPr>
              <a:spcBef>
                <a:spcPct val="50000"/>
              </a:spcBef>
              <a:buFont typeface="Wingdings" panose="05000000000000000000" pitchFamily="2" charset="2"/>
              <a:buNone/>
            </a:pPr>
            <a:r>
              <a:rPr lang="en-US" altLang="ja-JP" sz="2000" b="0"/>
              <a:t>●Ví dụ </a:t>
            </a:r>
            <a:r>
              <a:rPr lang="ja-JP" altLang="en-US" sz="2000" b="0"/>
              <a:t>： </a:t>
            </a:r>
            <a:r>
              <a:rPr lang="en-US" altLang="ja-JP" sz="2000" b="0"/>
              <a:t>Hiển thị tổ hợp giá trị x và y đã sử dụng từ 1 đến 3</a:t>
            </a:r>
          </a:p>
        </p:txBody>
      </p:sp>
      <p:sp>
        <p:nvSpPr>
          <p:cNvPr id="768016" name="Rectangle 16">
            <a:extLst>
              <a:ext uri="{FF2B5EF4-FFF2-40B4-BE49-F238E27FC236}">
                <a16:creationId xmlns:a16="http://schemas.microsoft.com/office/drawing/2014/main" id="{8239AA2D-7893-9D06-B27D-ACDDC884C02F}"/>
              </a:ext>
            </a:extLst>
          </p:cNvPr>
          <p:cNvSpPr>
            <a:spLocks noChangeArrowheads="1"/>
          </p:cNvSpPr>
          <p:nvPr/>
        </p:nvSpPr>
        <p:spPr bwMode="auto">
          <a:xfrm>
            <a:off x="357188" y="1881188"/>
            <a:ext cx="9040812" cy="35036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endParaRPr lang="en-US" altLang="ja-JP" sz="1800" b="0">
              <a:latin typeface="ＭＳ ゴシック" panose="020B0609070205080204" pitchFamily="49" charset="-128"/>
              <a:ea typeface="ＭＳ ゴシック" panose="020B0609070205080204" pitchFamily="49" charset="-128"/>
            </a:endParaRPr>
          </a:p>
          <a:p>
            <a:pPr lvl="1"/>
            <a:endParaRPr lang="en-US" altLang="ja-JP" sz="1800" b="0">
              <a:latin typeface="ＭＳ ゴシック" panose="020B0609070205080204" pitchFamily="49" charset="-128"/>
              <a:ea typeface="ＭＳ ゴシック" panose="020B0609070205080204" pitchFamily="49" charset="-128"/>
            </a:endParaRPr>
          </a:p>
          <a:p>
            <a:pPr lvl="1"/>
            <a:r>
              <a:rPr lang="en-US" altLang="ja-JP" sz="1800" b="0">
                <a:latin typeface="ＭＳ ゴシック" panose="020B0609070205080204" pitchFamily="49" charset="-128"/>
                <a:ea typeface="ＭＳ ゴシック" panose="020B0609070205080204" pitchFamily="49" charset="-128"/>
              </a:rPr>
              <a:t>for (int x = 1; x &lt;= 3; x++) {</a:t>
            </a:r>
          </a:p>
          <a:p>
            <a:pPr lvl="1"/>
            <a:endParaRPr lang="en-US" altLang="ja-JP" sz="1800" b="0">
              <a:latin typeface="ＭＳ ゴシック" panose="020B0609070205080204" pitchFamily="49" charset="-128"/>
              <a:ea typeface="ＭＳ ゴシック" panose="020B0609070205080204" pitchFamily="49" charset="-128"/>
            </a:endParaRPr>
          </a:p>
          <a:p>
            <a:pPr lvl="1"/>
            <a:r>
              <a:rPr lang="en-US" altLang="ja-JP" sz="1800" b="0">
                <a:latin typeface="ＭＳ ゴシック" panose="020B0609070205080204" pitchFamily="49" charset="-128"/>
                <a:ea typeface="ＭＳ ゴシック" panose="020B0609070205080204" pitchFamily="49" charset="-128"/>
              </a:rPr>
              <a:t>    for (int y = 1; y &lt;= 3; y++) {</a:t>
            </a:r>
          </a:p>
          <a:p>
            <a:pPr lvl="1"/>
            <a:r>
              <a:rPr lang="en-US" altLang="ja-JP" sz="1800" b="0">
                <a:latin typeface="ＭＳ ゴシック" panose="020B0609070205080204" pitchFamily="49" charset="-128"/>
                <a:ea typeface="ＭＳ ゴシック" panose="020B0609070205080204" pitchFamily="49" charset="-128"/>
              </a:rPr>
              <a:t>        System.out.println("(x,y):" + x + "," + y);</a:t>
            </a:r>
          </a:p>
          <a:p>
            <a:pPr lvl="1"/>
            <a:r>
              <a:rPr lang="en-US" altLang="ja-JP" sz="1800" b="0">
                <a:latin typeface="ＭＳ ゴシック" panose="020B0609070205080204" pitchFamily="49" charset="-128"/>
                <a:ea typeface="ＭＳ ゴシック" panose="020B0609070205080204" pitchFamily="49" charset="-128"/>
              </a:rPr>
              <a:t>    }</a:t>
            </a:r>
          </a:p>
          <a:p>
            <a:pPr lvl="1"/>
            <a:endParaRPr lang="en-US" altLang="ja-JP" sz="1800" b="0">
              <a:latin typeface="ＭＳ ゴシック" panose="020B0609070205080204" pitchFamily="49" charset="-128"/>
              <a:ea typeface="ＭＳ ゴシック" panose="020B0609070205080204" pitchFamily="49" charset="-128"/>
            </a:endParaRPr>
          </a:p>
          <a:p>
            <a:pPr lvl="1"/>
            <a:r>
              <a:rPr lang="en-US" altLang="ja-JP" sz="1800" b="0">
                <a:latin typeface="ＭＳ ゴシック" panose="020B0609070205080204" pitchFamily="49" charset="-128"/>
                <a:ea typeface="ＭＳ ゴシック" panose="020B0609070205080204" pitchFamily="49" charset="-128"/>
              </a:rPr>
              <a:t>    System.out.println("----------------");</a:t>
            </a:r>
          </a:p>
          <a:p>
            <a:pPr lvl="1"/>
            <a:r>
              <a:rPr lang="en-US" altLang="ja-JP" sz="1800" b="0">
                <a:latin typeface="ＭＳ ゴシック" panose="020B0609070205080204" pitchFamily="49" charset="-128"/>
                <a:ea typeface="ＭＳ ゴシック" panose="020B0609070205080204" pitchFamily="49" charset="-128"/>
              </a:rPr>
              <a:t>}</a:t>
            </a:r>
          </a:p>
        </p:txBody>
      </p:sp>
      <p:sp>
        <p:nvSpPr>
          <p:cNvPr id="768013" name="AutoShape 13">
            <a:extLst>
              <a:ext uri="{FF2B5EF4-FFF2-40B4-BE49-F238E27FC236}">
                <a16:creationId xmlns:a16="http://schemas.microsoft.com/office/drawing/2014/main" id="{81ACC6EC-35F8-CF5B-4E04-D9A31C7B9867}"/>
              </a:ext>
            </a:extLst>
          </p:cNvPr>
          <p:cNvSpPr>
            <a:spLocks noChangeArrowheads="1"/>
          </p:cNvSpPr>
          <p:nvPr/>
        </p:nvSpPr>
        <p:spPr bwMode="auto">
          <a:xfrm>
            <a:off x="873125" y="5740400"/>
            <a:ext cx="7185025" cy="566738"/>
          </a:xfrm>
          <a:prstGeom prst="wedgeRoundRectCallout">
            <a:avLst>
              <a:gd name="adj1" fmla="val 9148"/>
              <a:gd name="adj2" fmla="val -151120"/>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nchor="ctr"/>
          <a:lstStyle/>
          <a:p>
            <a:pPr algn="ctr"/>
            <a:r>
              <a:rPr lang="en-US" altLang="ja-JP" sz="1800">
                <a:latin typeface="MS UI Gothic" panose="020B0600070205080204" pitchFamily="50" charset="-128"/>
              </a:rPr>
              <a:t>Trường hợp block là nest, nếu thực hiện indent thì code dễ đọc hơn</a:t>
            </a:r>
          </a:p>
        </p:txBody>
      </p:sp>
      <p:sp>
        <p:nvSpPr>
          <p:cNvPr id="768017" name="Rectangle 17">
            <a:extLst>
              <a:ext uri="{FF2B5EF4-FFF2-40B4-BE49-F238E27FC236}">
                <a16:creationId xmlns:a16="http://schemas.microsoft.com/office/drawing/2014/main" id="{CD8E666D-5F81-9B9E-366A-1A3E3AE23B13}"/>
              </a:ext>
            </a:extLst>
          </p:cNvPr>
          <p:cNvSpPr>
            <a:spLocks noChangeArrowheads="1"/>
          </p:cNvSpPr>
          <p:nvPr/>
        </p:nvSpPr>
        <p:spPr bwMode="auto">
          <a:xfrm>
            <a:off x="563563" y="2506663"/>
            <a:ext cx="8535987" cy="2486025"/>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768010" name="Rectangle 10">
            <a:extLst>
              <a:ext uri="{FF2B5EF4-FFF2-40B4-BE49-F238E27FC236}">
                <a16:creationId xmlns:a16="http://schemas.microsoft.com/office/drawing/2014/main" id="{3BF91F23-9F23-4C68-7DAD-B979A3AC6B72}"/>
              </a:ext>
            </a:extLst>
          </p:cNvPr>
          <p:cNvSpPr>
            <a:spLocks noChangeArrowheads="1"/>
          </p:cNvSpPr>
          <p:nvPr/>
        </p:nvSpPr>
        <p:spPr bwMode="auto">
          <a:xfrm>
            <a:off x="7123113" y="3421063"/>
            <a:ext cx="1879600" cy="392112"/>
          </a:xfrm>
          <a:prstGeom prst="rect">
            <a:avLst/>
          </a:prstGeom>
          <a:solidFill>
            <a:schemeClr val="bg1"/>
          </a:solidFill>
          <a:ln w="25400" algn="ctr">
            <a:solidFill>
              <a:srgbClr val="FF6600"/>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spAutoFit/>
          </a:bodyP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marL="1827213" defTabSz="863600">
              <a:defRPr kumimoji="1">
                <a:solidFill>
                  <a:schemeClr val="tx1"/>
                </a:solidFill>
                <a:latin typeface="Arial" panose="020B0604020202020204" pitchFamily="34" charset="0"/>
                <a:ea typeface="ＭＳ Ｐゴシック" panose="020B0600070205080204" pitchFamily="50" charset="-128"/>
              </a:defRPr>
            </a:lvl5pPr>
            <a:lvl6pPr marL="22844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16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88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60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800" b="0">
                <a:latin typeface="ＭＳ ゴシック" panose="020B0609070205080204" pitchFamily="49" charset="-128"/>
                <a:ea typeface="ＭＳ ゴシック" panose="020B0609070205080204" pitchFamily="49" charset="-128"/>
              </a:rPr>
              <a:t>Loop bên trong</a:t>
            </a:r>
            <a:endParaRPr lang="en-US" altLang="ja-JP" sz="1800" b="0">
              <a:latin typeface="MS UI Gothic" panose="020B0600070205080204" pitchFamily="50" charset="-128"/>
              <a:ea typeface="MS UI Gothic" panose="020B0600070205080204" pitchFamily="50" charset="-128"/>
            </a:endParaRPr>
          </a:p>
        </p:txBody>
      </p:sp>
      <p:sp>
        <p:nvSpPr>
          <p:cNvPr id="768019" name="Rectangle 19">
            <a:extLst>
              <a:ext uri="{FF2B5EF4-FFF2-40B4-BE49-F238E27FC236}">
                <a16:creationId xmlns:a16="http://schemas.microsoft.com/office/drawing/2014/main" id="{9F5AD9B3-8458-098F-8903-2004B2E0FD3A}"/>
              </a:ext>
            </a:extLst>
          </p:cNvPr>
          <p:cNvSpPr>
            <a:spLocks noChangeArrowheads="1"/>
          </p:cNvSpPr>
          <p:nvPr/>
        </p:nvSpPr>
        <p:spPr bwMode="auto">
          <a:xfrm>
            <a:off x="7119938" y="2008188"/>
            <a:ext cx="1958975" cy="392112"/>
          </a:xfrm>
          <a:prstGeom prst="rect">
            <a:avLst/>
          </a:prstGeom>
          <a:solidFill>
            <a:schemeClr val="bg1"/>
          </a:solidFill>
          <a:ln w="25400" algn="ctr">
            <a:solidFill>
              <a:srgbClr val="3FB007"/>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spAutoFit/>
          </a:bodyP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marL="1827213" defTabSz="863600">
              <a:defRPr kumimoji="1">
                <a:solidFill>
                  <a:schemeClr val="tx1"/>
                </a:solidFill>
                <a:latin typeface="Arial" panose="020B0604020202020204" pitchFamily="34" charset="0"/>
                <a:ea typeface="ＭＳ Ｐゴシック" panose="020B0600070205080204" pitchFamily="50" charset="-128"/>
              </a:defRPr>
            </a:lvl5pPr>
            <a:lvl6pPr marL="22844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16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88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60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800" b="0">
                <a:latin typeface="ＭＳ ゴシック" panose="020B0609070205080204" pitchFamily="49" charset="-128"/>
                <a:ea typeface="ＭＳ ゴシック" panose="020B0609070205080204" pitchFamily="49" charset="-128"/>
              </a:rPr>
              <a:t>Loop phía ngoài</a:t>
            </a:r>
            <a:endParaRPr lang="en-US" altLang="ja-JP" sz="1800" b="0">
              <a:latin typeface="MS UI Gothic" panose="020B0600070205080204" pitchFamily="50" charset="-128"/>
              <a:ea typeface="MS UI Gothic" panose="020B0600070205080204" pitchFamily="50" charset="-128"/>
            </a:endParaRPr>
          </a:p>
        </p:txBody>
      </p:sp>
      <p:cxnSp>
        <p:nvCxnSpPr>
          <p:cNvPr id="768021" name="AutoShape 21">
            <a:extLst>
              <a:ext uri="{FF2B5EF4-FFF2-40B4-BE49-F238E27FC236}">
                <a16:creationId xmlns:a16="http://schemas.microsoft.com/office/drawing/2014/main" id="{9B90D28A-4C8C-8325-3D91-3F105E998403}"/>
              </a:ext>
            </a:extLst>
          </p:cNvPr>
          <p:cNvCxnSpPr>
            <a:cxnSpLocks noChangeShapeType="1"/>
            <a:stCxn id="768010" idx="1"/>
            <a:endCxn id="768007" idx="3"/>
          </p:cNvCxnSpPr>
          <p:nvPr/>
        </p:nvCxnSpPr>
        <p:spPr bwMode="auto">
          <a:xfrm flipH="1">
            <a:off x="6780213" y="3617913"/>
            <a:ext cx="330200" cy="46037"/>
          </a:xfrm>
          <a:prstGeom prst="straightConnector1">
            <a:avLst/>
          </a:prstGeom>
          <a:noFill/>
          <a:ln w="25400">
            <a:solidFill>
              <a:srgbClr val="FF66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68007" name="Rectangle 7">
            <a:extLst>
              <a:ext uri="{FF2B5EF4-FFF2-40B4-BE49-F238E27FC236}">
                <a16:creationId xmlns:a16="http://schemas.microsoft.com/office/drawing/2014/main" id="{A85EF4AF-AC1A-D955-3A7D-B90281E0AFF0}"/>
              </a:ext>
            </a:extLst>
          </p:cNvPr>
          <p:cNvSpPr>
            <a:spLocks noChangeArrowheads="1"/>
          </p:cNvSpPr>
          <p:nvPr/>
        </p:nvSpPr>
        <p:spPr bwMode="auto">
          <a:xfrm>
            <a:off x="931863" y="3109913"/>
            <a:ext cx="5835650" cy="1108075"/>
          </a:xfrm>
          <a:prstGeom prst="rect">
            <a:avLst/>
          </a:prstGeom>
          <a:noFill/>
          <a:ln w="25400" algn="ctr">
            <a:solidFill>
              <a:srgbClr val="FF6600"/>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cxnSp>
        <p:nvCxnSpPr>
          <p:cNvPr id="768022" name="AutoShape 22">
            <a:extLst>
              <a:ext uri="{FF2B5EF4-FFF2-40B4-BE49-F238E27FC236}">
                <a16:creationId xmlns:a16="http://schemas.microsoft.com/office/drawing/2014/main" id="{2788120A-2C7D-04B1-AD5C-76AA65D7715F}"/>
              </a:ext>
            </a:extLst>
          </p:cNvPr>
          <p:cNvCxnSpPr>
            <a:cxnSpLocks noChangeShapeType="1"/>
            <a:stCxn id="768019" idx="1"/>
            <a:endCxn id="768017" idx="0"/>
          </p:cNvCxnSpPr>
          <p:nvPr/>
        </p:nvCxnSpPr>
        <p:spPr bwMode="auto">
          <a:xfrm rot="10800000" flipV="1">
            <a:off x="4832350" y="2205038"/>
            <a:ext cx="2274888" cy="288925"/>
          </a:xfrm>
          <a:prstGeom prst="bentConnector2">
            <a:avLst/>
          </a:prstGeom>
          <a:noFill/>
          <a:ln w="25400">
            <a:solidFill>
              <a:srgbClr val="3FB007"/>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411997A1-E24B-9EA2-2787-689C2711938A}"/>
              </a:ext>
            </a:extLst>
          </p:cNvPr>
          <p:cNvSpPr>
            <a:spLocks noGrp="1"/>
          </p:cNvSpPr>
          <p:nvPr>
            <p:ph type="sldNum" sz="quarter" idx="10"/>
          </p:nvPr>
        </p:nvSpPr>
        <p:spPr/>
        <p:txBody>
          <a:bodyPr/>
          <a:lstStyle/>
          <a:p>
            <a:fld id="{EF2CF293-4315-4945-AE72-3908C15E80F6}" type="slidenum">
              <a:rPr lang="en-US" altLang="ja-JP"/>
              <a:pPr/>
              <a:t>55</a:t>
            </a:fld>
            <a:endParaRPr lang="en-US" altLang="ja-JP"/>
          </a:p>
        </p:txBody>
      </p:sp>
      <p:sp>
        <p:nvSpPr>
          <p:cNvPr id="774155" name="Rectangle 11">
            <a:extLst>
              <a:ext uri="{FF2B5EF4-FFF2-40B4-BE49-F238E27FC236}">
                <a16:creationId xmlns:a16="http://schemas.microsoft.com/office/drawing/2014/main" id="{446D479F-0513-90A8-CEEC-1EB8AA270C6D}"/>
              </a:ext>
            </a:extLst>
          </p:cNvPr>
          <p:cNvSpPr>
            <a:spLocks noChangeArrowheads="1"/>
          </p:cNvSpPr>
          <p:nvPr/>
        </p:nvSpPr>
        <p:spPr bwMode="auto">
          <a:xfrm>
            <a:off x="5005388" y="2339975"/>
            <a:ext cx="4329112" cy="4251325"/>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ja-JP" altLang="ja-JP"/>
          </a:p>
        </p:txBody>
      </p:sp>
      <p:grpSp>
        <p:nvGrpSpPr>
          <p:cNvPr id="774226" name="Group 82">
            <a:extLst>
              <a:ext uri="{FF2B5EF4-FFF2-40B4-BE49-F238E27FC236}">
                <a16:creationId xmlns:a16="http://schemas.microsoft.com/office/drawing/2014/main" id="{C228A914-DD62-47F7-9232-B2C41E892B69}"/>
              </a:ext>
            </a:extLst>
          </p:cNvPr>
          <p:cNvGrpSpPr>
            <a:grpSpLocks/>
          </p:cNvGrpSpPr>
          <p:nvPr/>
        </p:nvGrpSpPr>
        <p:grpSpPr bwMode="auto">
          <a:xfrm>
            <a:off x="5400675" y="2368550"/>
            <a:ext cx="3551238" cy="4141788"/>
            <a:chOff x="3402" y="1492"/>
            <a:chExt cx="2237" cy="2609"/>
          </a:xfrm>
        </p:grpSpPr>
        <p:sp>
          <p:nvSpPr>
            <p:cNvPr id="774194" name="Rectangle 50">
              <a:extLst>
                <a:ext uri="{FF2B5EF4-FFF2-40B4-BE49-F238E27FC236}">
                  <a16:creationId xmlns:a16="http://schemas.microsoft.com/office/drawing/2014/main" id="{43D61BD5-BEAE-592D-0EB0-79767CD8F667}"/>
                </a:ext>
              </a:extLst>
            </p:cNvPr>
            <p:cNvSpPr>
              <a:spLocks noChangeArrowheads="1"/>
            </p:cNvSpPr>
            <p:nvPr/>
          </p:nvSpPr>
          <p:spPr bwMode="auto">
            <a:xfrm>
              <a:off x="3487" y="2415"/>
              <a:ext cx="1869" cy="1167"/>
            </a:xfrm>
            <a:prstGeom prst="rect">
              <a:avLst/>
            </a:prstGeom>
            <a:solidFill>
              <a:srgbClr val="FFFFCC"/>
            </a:solidFill>
            <a:ln w="9525" cap="rnd">
              <a:solidFill>
                <a:srgbClr val="FF6600"/>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ja-JP" altLang="ja-JP">
                <a:ea typeface="ＭＳ ゴシック" panose="020B0609070205080204" pitchFamily="49" charset="-128"/>
              </a:endParaRPr>
            </a:p>
          </p:txBody>
        </p:sp>
        <p:sp>
          <p:nvSpPr>
            <p:cNvPr id="774185" name="Line 41">
              <a:extLst>
                <a:ext uri="{FF2B5EF4-FFF2-40B4-BE49-F238E27FC236}">
                  <a16:creationId xmlns:a16="http://schemas.microsoft.com/office/drawing/2014/main" id="{E6E7A820-0963-2416-F895-D1C5583CFB28}"/>
                </a:ext>
              </a:extLst>
            </p:cNvPr>
            <p:cNvSpPr>
              <a:spLocks noChangeShapeType="1"/>
            </p:cNvSpPr>
            <p:nvPr/>
          </p:nvSpPr>
          <p:spPr bwMode="auto">
            <a:xfrm>
              <a:off x="5040" y="3004"/>
              <a:ext cx="599" cy="0"/>
            </a:xfrm>
            <a:prstGeom prst="line">
              <a:avLst/>
            </a:prstGeom>
            <a:noFill/>
            <a:ln w="44450">
              <a:solidFill>
                <a:srgbClr val="3FB00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endParaRPr lang="ja-JP" altLang="en-US"/>
            </a:p>
          </p:txBody>
        </p:sp>
        <p:sp>
          <p:nvSpPr>
            <p:cNvPr id="774174" name="Line 30">
              <a:extLst>
                <a:ext uri="{FF2B5EF4-FFF2-40B4-BE49-F238E27FC236}">
                  <a16:creationId xmlns:a16="http://schemas.microsoft.com/office/drawing/2014/main" id="{58C2CA7A-51C2-A6B1-92E1-17C96A6A4DB0}"/>
                </a:ext>
              </a:extLst>
            </p:cNvPr>
            <p:cNvSpPr>
              <a:spLocks noChangeShapeType="1"/>
            </p:cNvSpPr>
            <p:nvPr/>
          </p:nvSpPr>
          <p:spPr bwMode="auto">
            <a:xfrm>
              <a:off x="4976" y="2209"/>
              <a:ext cx="658"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endParaRPr lang="ja-JP" altLang="en-US"/>
            </a:p>
          </p:txBody>
        </p:sp>
        <p:sp>
          <p:nvSpPr>
            <p:cNvPr id="774188" name="Line 44">
              <a:extLst>
                <a:ext uri="{FF2B5EF4-FFF2-40B4-BE49-F238E27FC236}">
                  <a16:creationId xmlns:a16="http://schemas.microsoft.com/office/drawing/2014/main" id="{A3FE359E-808C-C0BC-2E95-B3B8FE6E1633}"/>
                </a:ext>
              </a:extLst>
            </p:cNvPr>
            <p:cNvSpPr>
              <a:spLocks noChangeShapeType="1"/>
            </p:cNvSpPr>
            <p:nvPr/>
          </p:nvSpPr>
          <p:spPr bwMode="auto">
            <a:xfrm>
              <a:off x="4392" y="2333"/>
              <a:ext cx="20" cy="132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endParaRPr lang="ja-JP" altLang="en-US"/>
            </a:p>
          </p:txBody>
        </p:sp>
        <p:sp>
          <p:nvSpPr>
            <p:cNvPr id="774172" name="AutoShape 28">
              <a:extLst>
                <a:ext uri="{FF2B5EF4-FFF2-40B4-BE49-F238E27FC236}">
                  <a16:creationId xmlns:a16="http://schemas.microsoft.com/office/drawing/2014/main" id="{E0B57CD9-39F9-7708-4591-314DAAF6BF03}"/>
                </a:ext>
              </a:extLst>
            </p:cNvPr>
            <p:cNvSpPr>
              <a:spLocks noChangeArrowheads="1"/>
            </p:cNvSpPr>
            <p:nvPr/>
          </p:nvSpPr>
          <p:spPr bwMode="auto">
            <a:xfrm>
              <a:off x="3680" y="2038"/>
              <a:ext cx="1408" cy="342"/>
            </a:xfrm>
            <a:prstGeom prst="flowChartDecision">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pPr algn="ctr">
                <a:lnSpc>
                  <a:spcPct val="96000"/>
                </a:lnSpc>
              </a:pPr>
              <a:r>
                <a:rPr lang="en-US" altLang="ja-JP" sz="1600" b="0">
                  <a:latin typeface="ＭＳ ゴシック" panose="020B0609070205080204" pitchFamily="49" charset="-128"/>
                  <a:ea typeface="ＭＳ ゴシック" panose="020B0609070205080204" pitchFamily="49" charset="-128"/>
                </a:rPr>
                <a:t>cnt &lt;= 10</a:t>
              </a:r>
              <a:endParaRPr lang="en-US" altLang="ja-JP" sz="1600">
                <a:latin typeface="ＭＳ ゴシック" panose="020B0609070205080204" pitchFamily="49" charset="-128"/>
                <a:ea typeface="ＭＳ ゴシック" panose="020B0609070205080204" pitchFamily="49" charset="-128"/>
              </a:endParaRPr>
            </a:p>
          </p:txBody>
        </p:sp>
        <p:sp>
          <p:nvSpPr>
            <p:cNvPr id="774175" name="Line 31">
              <a:extLst>
                <a:ext uri="{FF2B5EF4-FFF2-40B4-BE49-F238E27FC236}">
                  <a16:creationId xmlns:a16="http://schemas.microsoft.com/office/drawing/2014/main" id="{F71A636C-47CD-B978-76AB-066DC020B76B}"/>
                </a:ext>
              </a:extLst>
            </p:cNvPr>
            <p:cNvSpPr>
              <a:spLocks noChangeShapeType="1"/>
            </p:cNvSpPr>
            <p:nvPr/>
          </p:nvSpPr>
          <p:spPr bwMode="auto">
            <a:xfrm>
              <a:off x="3408" y="1887"/>
              <a:ext cx="0" cy="176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endParaRPr lang="ja-JP" altLang="en-US"/>
            </a:p>
          </p:txBody>
        </p:sp>
        <p:sp>
          <p:nvSpPr>
            <p:cNvPr id="774176" name="Line 32">
              <a:extLst>
                <a:ext uri="{FF2B5EF4-FFF2-40B4-BE49-F238E27FC236}">
                  <a16:creationId xmlns:a16="http://schemas.microsoft.com/office/drawing/2014/main" id="{105031C4-94F4-CB33-C915-AC8BC5068977}"/>
                </a:ext>
              </a:extLst>
            </p:cNvPr>
            <p:cNvSpPr>
              <a:spLocks noChangeShapeType="1"/>
            </p:cNvSpPr>
            <p:nvPr/>
          </p:nvSpPr>
          <p:spPr bwMode="auto">
            <a:xfrm flipH="1">
              <a:off x="3402" y="1893"/>
              <a:ext cx="979" cy="0"/>
            </a:xfrm>
            <a:prstGeom prst="line">
              <a:avLst/>
            </a:prstGeom>
            <a:noFill/>
            <a:ln w="1905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endParaRPr lang="ja-JP" altLang="en-US"/>
            </a:p>
          </p:txBody>
        </p:sp>
        <p:sp>
          <p:nvSpPr>
            <p:cNvPr id="774178" name="Text Box 34">
              <a:extLst>
                <a:ext uri="{FF2B5EF4-FFF2-40B4-BE49-F238E27FC236}">
                  <a16:creationId xmlns:a16="http://schemas.microsoft.com/office/drawing/2014/main" id="{D7F24FDB-4FC8-E929-230C-2B399EBD61DD}"/>
                </a:ext>
              </a:extLst>
            </p:cNvPr>
            <p:cNvSpPr txBox="1">
              <a:spLocks noChangeArrowheads="1"/>
            </p:cNvSpPr>
            <p:nvPr/>
          </p:nvSpPr>
          <p:spPr bwMode="auto">
            <a:xfrm>
              <a:off x="4951" y="2000"/>
              <a:ext cx="377" cy="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pPr algn="ctr">
                <a:lnSpc>
                  <a:spcPct val="96000"/>
                </a:lnSpc>
              </a:pPr>
              <a:r>
                <a:rPr lang="en-US" altLang="ja-JP" sz="1600" b="0">
                  <a:latin typeface="MS UI Gothic" panose="020B0600070205080204" pitchFamily="50" charset="-128"/>
                </a:rPr>
                <a:t>false</a:t>
              </a:r>
              <a:endParaRPr lang="en-US" altLang="ja-JP" sz="1600">
                <a:latin typeface="MS UI Gothic" panose="020B0600070205080204" pitchFamily="50" charset="-128"/>
              </a:endParaRPr>
            </a:p>
          </p:txBody>
        </p:sp>
        <p:sp>
          <p:nvSpPr>
            <p:cNvPr id="774179" name="Line 35">
              <a:extLst>
                <a:ext uri="{FF2B5EF4-FFF2-40B4-BE49-F238E27FC236}">
                  <a16:creationId xmlns:a16="http://schemas.microsoft.com/office/drawing/2014/main" id="{1BAF6DD3-0E60-49B7-6986-247D661096F6}"/>
                </a:ext>
              </a:extLst>
            </p:cNvPr>
            <p:cNvSpPr>
              <a:spLocks noChangeShapeType="1"/>
            </p:cNvSpPr>
            <p:nvPr/>
          </p:nvSpPr>
          <p:spPr bwMode="auto">
            <a:xfrm>
              <a:off x="3404" y="3650"/>
              <a:ext cx="1013"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endParaRPr lang="ja-JP" altLang="en-US"/>
            </a:p>
          </p:txBody>
        </p:sp>
        <p:sp>
          <p:nvSpPr>
            <p:cNvPr id="774180" name="Line 36">
              <a:extLst>
                <a:ext uri="{FF2B5EF4-FFF2-40B4-BE49-F238E27FC236}">
                  <a16:creationId xmlns:a16="http://schemas.microsoft.com/office/drawing/2014/main" id="{DE2AE524-46A3-065C-2984-BED375330C51}"/>
                </a:ext>
              </a:extLst>
            </p:cNvPr>
            <p:cNvSpPr>
              <a:spLocks noChangeShapeType="1"/>
            </p:cNvSpPr>
            <p:nvPr/>
          </p:nvSpPr>
          <p:spPr bwMode="auto">
            <a:xfrm>
              <a:off x="5629" y="2204"/>
              <a:ext cx="0" cy="163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endParaRPr lang="ja-JP" altLang="en-US"/>
            </a:p>
          </p:txBody>
        </p:sp>
        <p:sp>
          <p:nvSpPr>
            <p:cNvPr id="774181" name="Line 37">
              <a:extLst>
                <a:ext uri="{FF2B5EF4-FFF2-40B4-BE49-F238E27FC236}">
                  <a16:creationId xmlns:a16="http://schemas.microsoft.com/office/drawing/2014/main" id="{801339CD-E480-10C5-FF1E-5DC3D2A52BAF}"/>
                </a:ext>
              </a:extLst>
            </p:cNvPr>
            <p:cNvSpPr>
              <a:spLocks noChangeShapeType="1"/>
            </p:cNvSpPr>
            <p:nvPr/>
          </p:nvSpPr>
          <p:spPr bwMode="auto">
            <a:xfrm>
              <a:off x="4409" y="3832"/>
              <a:ext cx="1227"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endParaRPr lang="ja-JP" altLang="en-US"/>
            </a:p>
          </p:txBody>
        </p:sp>
        <p:sp>
          <p:nvSpPr>
            <p:cNvPr id="774182" name="Line 38">
              <a:extLst>
                <a:ext uri="{FF2B5EF4-FFF2-40B4-BE49-F238E27FC236}">
                  <a16:creationId xmlns:a16="http://schemas.microsoft.com/office/drawing/2014/main" id="{82CE5CD8-86DF-DCCF-D994-56E3E842C678}"/>
                </a:ext>
              </a:extLst>
            </p:cNvPr>
            <p:cNvSpPr>
              <a:spLocks noChangeShapeType="1"/>
            </p:cNvSpPr>
            <p:nvPr/>
          </p:nvSpPr>
          <p:spPr bwMode="auto">
            <a:xfrm>
              <a:off x="4408" y="3826"/>
              <a:ext cx="0" cy="275"/>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endParaRPr lang="ja-JP" altLang="en-US"/>
            </a:p>
          </p:txBody>
        </p:sp>
        <p:sp>
          <p:nvSpPr>
            <p:cNvPr id="774183" name="Line 39">
              <a:extLst>
                <a:ext uri="{FF2B5EF4-FFF2-40B4-BE49-F238E27FC236}">
                  <a16:creationId xmlns:a16="http://schemas.microsoft.com/office/drawing/2014/main" id="{DE31019C-32E9-0954-CA0C-9EE2D532EEC1}"/>
                </a:ext>
              </a:extLst>
            </p:cNvPr>
            <p:cNvSpPr>
              <a:spLocks noChangeShapeType="1"/>
            </p:cNvSpPr>
            <p:nvPr/>
          </p:nvSpPr>
          <p:spPr bwMode="auto">
            <a:xfrm>
              <a:off x="4381" y="1492"/>
              <a:ext cx="0" cy="544"/>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74184" name="AutoShape 40">
              <a:extLst>
                <a:ext uri="{FF2B5EF4-FFF2-40B4-BE49-F238E27FC236}">
                  <a16:creationId xmlns:a16="http://schemas.microsoft.com/office/drawing/2014/main" id="{8CF19CE6-FCD4-4319-1C14-9B6124891C5B}"/>
                </a:ext>
              </a:extLst>
            </p:cNvPr>
            <p:cNvSpPr>
              <a:spLocks noChangeArrowheads="1"/>
            </p:cNvSpPr>
            <p:nvPr/>
          </p:nvSpPr>
          <p:spPr bwMode="auto">
            <a:xfrm>
              <a:off x="3858" y="1614"/>
              <a:ext cx="1140" cy="191"/>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pPr algn="ctr"/>
              <a:r>
                <a:rPr lang="en-US" altLang="ja-JP" sz="1600" b="0">
                  <a:latin typeface="ＭＳ ゴシック" panose="020B0609070205080204" pitchFamily="49" charset="-128"/>
                  <a:ea typeface="ＭＳ ゴシック" panose="020B0609070205080204" pitchFamily="49" charset="-128"/>
                </a:rPr>
                <a:t>cnt ← 1</a:t>
              </a:r>
              <a:endParaRPr lang="en-US" altLang="ja-JP" sz="1600">
                <a:latin typeface="ＭＳ ゴシック" panose="020B0609070205080204" pitchFamily="49" charset="-128"/>
                <a:ea typeface="ＭＳ ゴシック" panose="020B0609070205080204" pitchFamily="49" charset="-128"/>
              </a:endParaRPr>
            </a:p>
          </p:txBody>
        </p:sp>
        <p:sp>
          <p:nvSpPr>
            <p:cNvPr id="774186" name="Text Box 42">
              <a:extLst>
                <a:ext uri="{FF2B5EF4-FFF2-40B4-BE49-F238E27FC236}">
                  <a16:creationId xmlns:a16="http://schemas.microsoft.com/office/drawing/2014/main" id="{02F1D274-80A8-B6BA-2B01-41F339DD4631}"/>
                </a:ext>
              </a:extLst>
            </p:cNvPr>
            <p:cNvSpPr txBox="1">
              <a:spLocks noChangeArrowheads="1"/>
            </p:cNvSpPr>
            <p:nvPr/>
          </p:nvSpPr>
          <p:spPr bwMode="auto">
            <a:xfrm>
              <a:off x="4949" y="2794"/>
              <a:ext cx="377" cy="1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pPr algn="ctr">
                <a:lnSpc>
                  <a:spcPct val="96000"/>
                </a:lnSpc>
              </a:pPr>
              <a:r>
                <a:rPr lang="en-US" altLang="ja-JP" sz="1600" b="0">
                  <a:latin typeface="MS UI Gothic" panose="020B0600070205080204" pitchFamily="50" charset="-128"/>
                </a:rPr>
                <a:t>true</a:t>
              </a:r>
              <a:endParaRPr lang="en-US" altLang="ja-JP" sz="1600">
                <a:latin typeface="MS UI Gothic" panose="020B0600070205080204" pitchFamily="50" charset="-128"/>
              </a:endParaRPr>
            </a:p>
          </p:txBody>
        </p:sp>
        <p:sp>
          <p:nvSpPr>
            <p:cNvPr id="774187" name="Text Box 43">
              <a:extLst>
                <a:ext uri="{FF2B5EF4-FFF2-40B4-BE49-F238E27FC236}">
                  <a16:creationId xmlns:a16="http://schemas.microsoft.com/office/drawing/2014/main" id="{8E102EE4-80B2-8936-3958-D6C96B202D3A}"/>
                </a:ext>
              </a:extLst>
            </p:cNvPr>
            <p:cNvSpPr txBox="1">
              <a:spLocks noChangeArrowheads="1"/>
            </p:cNvSpPr>
            <p:nvPr/>
          </p:nvSpPr>
          <p:spPr bwMode="auto">
            <a:xfrm>
              <a:off x="4474" y="3133"/>
              <a:ext cx="377" cy="1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pPr algn="ctr">
                <a:lnSpc>
                  <a:spcPct val="96000"/>
                </a:lnSpc>
              </a:pPr>
              <a:r>
                <a:rPr lang="en-US" altLang="ja-JP" sz="1600" b="0">
                  <a:latin typeface="MS UI Gothic" panose="020B0600070205080204" pitchFamily="50" charset="-128"/>
                </a:rPr>
                <a:t>false</a:t>
              </a:r>
              <a:endParaRPr lang="en-US" altLang="ja-JP" sz="1600">
                <a:latin typeface="MS UI Gothic" panose="020B0600070205080204" pitchFamily="50" charset="-128"/>
              </a:endParaRPr>
            </a:p>
          </p:txBody>
        </p:sp>
        <p:sp>
          <p:nvSpPr>
            <p:cNvPr id="774189" name="AutoShape 45">
              <a:extLst>
                <a:ext uri="{FF2B5EF4-FFF2-40B4-BE49-F238E27FC236}">
                  <a16:creationId xmlns:a16="http://schemas.microsoft.com/office/drawing/2014/main" id="{8B9F528E-6DE9-CA72-1B4F-F4DEF7A8CEB6}"/>
                </a:ext>
              </a:extLst>
            </p:cNvPr>
            <p:cNvSpPr>
              <a:spLocks noChangeArrowheads="1"/>
            </p:cNvSpPr>
            <p:nvPr/>
          </p:nvSpPr>
          <p:spPr bwMode="auto">
            <a:xfrm>
              <a:off x="3705" y="2857"/>
              <a:ext cx="1374" cy="294"/>
            </a:xfrm>
            <a:prstGeom prst="flowChartDecision">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pPr algn="ctr">
                <a:lnSpc>
                  <a:spcPct val="96000"/>
                </a:lnSpc>
              </a:pPr>
              <a:r>
                <a:rPr lang="en-US" altLang="ja-JP" sz="1600" b="0">
                  <a:latin typeface="ＭＳ ゴシック" panose="020B0609070205080204" pitchFamily="49" charset="-128"/>
                  <a:ea typeface="ＭＳ ゴシック" panose="020B0609070205080204" pitchFamily="49" charset="-128"/>
                </a:rPr>
                <a:t>ans &gt; 10</a:t>
              </a:r>
              <a:endParaRPr lang="en-US" altLang="ja-JP" sz="1600">
                <a:latin typeface="ＭＳ ゴシック" panose="020B0609070205080204" pitchFamily="49" charset="-128"/>
                <a:ea typeface="ＭＳ ゴシック" panose="020B0609070205080204" pitchFamily="49" charset="-128"/>
              </a:endParaRPr>
            </a:p>
          </p:txBody>
        </p:sp>
        <p:sp>
          <p:nvSpPr>
            <p:cNvPr id="774190" name="AutoShape 46">
              <a:extLst>
                <a:ext uri="{FF2B5EF4-FFF2-40B4-BE49-F238E27FC236}">
                  <a16:creationId xmlns:a16="http://schemas.microsoft.com/office/drawing/2014/main" id="{7A039CC9-7E95-4404-61FF-2616EDEC0B1C}"/>
                </a:ext>
              </a:extLst>
            </p:cNvPr>
            <p:cNvSpPr>
              <a:spLocks noChangeArrowheads="1"/>
            </p:cNvSpPr>
            <p:nvPr/>
          </p:nvSpPr>
          <p:spPr bwMode="auto">
            <a:xfrm>
              <a:off x="3858" y="2537"/>
              <a:ext cx="1141" cy="201"/>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pPr algn="ctr"/>
              <a:r>
                <a:rPr lang="en-US" altLang="ja-JP" sz="1600" b="0">
                  <a:latin typeface="ＭＳ ゴシック" panose="020B0609070205080204" pitchFamily="49" charset="-128"/>
                  <a:ea typeface="ＭＳ ゴシック" panose="020B0609070205080204" pitchFamily="49" charset="-128"/>
                </a:rPr>
                <a:t>ans ← ans + cnt</a:t>
              </a:r>
              <a:endParaRPr lang="en-US" altLang="ja-JP" sz="1600">
                <a:latin typeface="ＭＳ ゴシック" panose="020B0609070205080204" pitchFamily="49" charset="-128"/>
                <a:ea typeface="ＭＳ ゴシック" panose="020B0609070205080204" pitchFamily="49" charset="-128"/>
              </a:endParaRPr>
            </a:p>
          </p:txBody>
        </p:sp>
        <p:sp>
          <p:nvSpPr>
            <p:cNvPr id="774191" name="AutoShape 47">
              <a:extLst>
                <a:ext uri="{FF2B5EF4-FFF2-40B4-BE49-F238E27FC236}">
                  <a16:creationId xmlns:a16="http://schemas.microsoft.com/office/drawing/2014/main" id="{1637CCDE-B4BD-AB32-D3D6-D0B6171CF38C}"/>
                </a:ext>
              </a:extLst>
            </p:cNvPr>
            <p:cNvSpPr>
              <a:spLocks noChangeArrowheads="1"/>
            </p:cNvSpPr>
            <p:nvPr/>
          </p:nvSpPr>
          <p:spPr bwMode="auto">
            <a:xfrm>
              <a:off x="3858" y="3306"/>
              <a:ext cx="1140" cy="216"/>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pPr algn="ctr"/>
              <a:r>
                <a:rPr lang="en-US" altLang="ja-JP" sz="1600" b="0">
                  <a:latin typeface="ＭＳ ゴシック" panose="020B0609070205080204" pitchFamily="49" charset="-128"/>
                  <a:ea typeface="ＭＳ ゴシック" panose="020B0609070205080204" pitchFamily="49" charset="-128"/>
                </a:rPr>
                <a:t>cnt ← cnt + 1</a:t>
              </a:r>
              <a:endParaRPr lang="en-US" altLang="ja-JP" sz="1600">
                <a:latin typeface="ＭＳ ゴシック" panose="020B0609070205080204" pitchFamily="49" charset="-128"/>
                <a:ea typeface="ＭＳ ゴシック" panose="020B0609070205080204" pitchFamily="49" charset="-128"/>
              </a:endParaRPr>
            </a:p>
          </p:txBody>
        </p:sp>
        <p:sp>
          <p:nvSpPr>
            <p:cNvPr id="774199" name="Text Box 55">
              <a:extLst>
                <a:ext uri="{FF2B5EF4-FFF2-40B4-BE49-F238E27FC236}">
                  <a16:creationId xmlns:a16="http://schemas.microsoft.com/office/drawing/2014/main" id="{FCB6F5C7-F45D-2AB5-E178-A64B16B82A6C}"/>
                </a:ext>
              </a:extLst>
            </p:cNvPr>
            <p:cNvSpPr txBox="1">
              <a:spLocks noChangeArrowheads="1"/>
            </p:cNvSpPr>
            <p:nvPr/>
          </p:nvSpPr>
          <p:spPr bwMode="auto">
            <a:xfrm>
              <a:off x="3456" y="2500"/>
              <a:ext cx="264" cy="828"/>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600" b="0"/>
                <a:t>Xử l</a:t>
              </a:r>
              <a:r>
                <a:rPr lang="en-US" altLang="ja-JP" sz="1600" b="0">
                  <a:latin typeface="MS UI Gothic" panose="020B0600070205080204" pitchFamily="50" charset="-128"/>
                </a:rPr>
                <a:t>í</a:t>
              </a:r>
              <a:r>
                <a:rPr lang="en-US" altLang="ja-JP" sz="1600" b="0"/>
                <a:t> lặp</a:t>
              </a:r>
            </a:p>
          </p:txBody>
        </p:sp>
        <p:sp>
          <p:nvSpPr>
            <p:cNvPr id="774177" name="Text Box 33">
              <a:extLst>
                <a:ext uri="{FF2B5EF4-FFF2-40B4-BE49-F238E27FC236}">
                  <a16:creationId xmlns:a16="http://schemas.microsoft.com/office/drawing/2014/main" id="{8E1DC55E-8FAE-D865-3A1A-3EAC3F97D1DA}"/>
                </a:ext>
              </a:extLst>
            </p:cNvPr>
            <p:cNvSpPr txBox="1">
              <a:spLocks noChangeArrowheads="1"/>
            </p:cNvSpPr>
            <p:nvPr/>
          </p:nvSpPr>
          <p:spPr bwMode="auto">
            <a:xfrm>
              <a:off x="4482" y="2286"/>
              <a:ext cx="377" cy="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pPr algn="ctr">
                <a:lnSpc>
                  <a:spcPct val="96000"/>
                </a:lnSpc>
              </a:pPr>
              <a:r>
                <a:rPr lang="en-US" altLang="ja-JP" sz="1600" b="0">
                  <a:latin typeface="MS UI Gothic" panose="020B0600070205080204" pitchFamily="50" charset="-128"/>
                </a:rPr>
                <a:t>true</a:t>
              </a:r>
              <a:endParaRPr lang="en-US" altLang="ja-JP" sz="1600">
                <a:latin typeface="MS UI Gothic" panose="020B0600070205080204" pitchFamily="50" charset="-128"/>
              </a:endParaRPr>
            </a:p>
          </p:txBody>
        </p:sp>
      </p:grpSp>
      <p:sp>
        <p:nvSpPr>
          <p:cNvPr id="774146" name="Rectangle 2">
            <a:extLst>
              <a:ext uri="{FF2B5EF4-FFF2-40B4-BE49-F238E27FC236}">
                <a16:creationId xmlns:a16="http://schemas.microsoft.com/office/drawing/2014/main" id="{B0BD3304-F579-6589-1EAC-25AA0C3B5773}"/>
              </a:ext>
            </a:extLst>
          </p:cNvPr>
          <p:cNvSpPr>
            <a:spLocks noGrp="1" noChangeArrowheads="1"/>
          </p:cNvSpPr>
          <p:nvPr>
            <p:ph type="title"/>
          </p:nvPr>
        </p:nvSpPr>
        <p:spPr>
          <a:xfrm>
            <a:off x="344488" y="327026"/>
            <a:ext cx="9217025" cy="490537"/>
          </a:xfrm>
        </p:spPr>
        <p:txBody>
          <a:bodyPr>
            <a:normAutofit fontScale="90000"/>
          </a:bodyPr>
          <a:lstStyle/>
          <a:p>
            <a:r>
              <a:rPr lang="en-US" altLang="ja-JP" dirty="0">
                <a:latin typeface="+mj-lt"/>
                <a:ea typeface="MS UI Gothic" panose="020B0600070205080204" pitchFamily="50" charset="-128"/>
              </a:rPr>
              <a:t>Control </a:t>
            </a:r>
            <a:r>
              <a:rPr lang="en-US" altLang="ja-JP" dirty="0" err="1">
                <a:latin typeface="+mj-lt"/>
                <a:ea typeface="MS UI Gothic" panose="020B0600070205080204" pitchFamily="50" charset="-128"/>
              </a:rPr>
              <a:t>lặp</a:t>
            </a:r>
            <a:r>
              <a:rPr lang="en-US" altLang="ja-JP" dirty="0">
                <a:latin typeface="+mj-lt"/>
                <a:ea typeface="MS UI Gothic" panose="020B0600070205080204" pitchFamily="50" charset="-128"/>
              </a:rPr>
              <a:t> </a:t>
            </a:r>
            <a:r>
              <a:rPr lang="en-US" altLang="ja-JP" dirty="0" err="1">
                <a:latin typeface="+mj-lt"/>
                <a:ea typeface="MS UI Gothic" panose="020B0600070205080204" pitchFamily="50" charset="-128"/>
              </a:rPr>
              <a:t>và</a:t>
            </a:r>
            <a:r>
              <a:rPr lang="en-US" altLang="ja-JP" dirty="0">
                <a:latin typeface="+mj-lt"/>
                <a:ea typeface="MS UI Gothic" panose="020B0600070205080204" pitchFamily="50" charset="-128"/>
              </a:rPr>
              <a:t> </a:t>
            </a:r>
            <a:r>
              <a:rPr lang="en-US" altLang="ja-JP" dirty="0" err="1">
                <a:latin typeface="+mj-lt"/>
                <a:ea typeface="MS UI Gothic" panose="020B0600070205080204" pitchFamily="50" charset="-128"/>
              </a:rPr>
              <a:t>câu</a:t>
            </a:r>
            <a:r>
              <a:rPr lang="en-US" altLang="ja-JP" dirty="0">
                <a:latin typeface="+mj-lt"/>
                <a:ea typeface="MS UI Gothic" panose="020B0600070205080204" pitchFamily="50" charset="-128"/>
              </a:rPr>
              <a:t> </a:t>
            </a:r>
            <a:r>
              <a:rPr lang="en-US" altLang="ja-JP" dirty="0" err="1">
                <a:latin typeface="+mj-lt"/>
                <a:ea typeface="MS UI Gothic" panose="020B0600070205080204" pitchFamily="50" charset="-128"/>
              </a:rPr>
              <a:t>lệnh</a:t>
            </a:r>
            <a:r>
              <a:rPr lang="en-US" altLang="ja-JP" dirty="0">
                <a:latin typeface="+mj-lt"/>
                <a:ea typeface="MS UI Gothic" panose="020B0600070205080204" pitchFamily="50" charset="-128"/>
              </a:rPr>
              <a:t> </a:t>
            </a:r>
            <a:r>
              <a:rPr lang="en-US" altLang="ja-JP" dirty="0">
                <a:latin typeface="+mj-lt"/>
                <a:ea typeface="ＭＳ ゴシック" panose="020B0609070205080204" pitchFamily="49" charset="-128"/>
              </a:rPr>
              <a:t>break</a:t>
            </a:r>
            <a:endParaRPr lang="en-US" altLang="ja-JP" dirty="0">
              <a:latin typeface="+mj-lt"/>
              <a:ea typeface="MS UI Gothic" panose="020B0600070205080204" pitchFamily="50" charset="-128"/>
            </a:endParaRPr>
          </a:p>
        </p:txBody>
      </p:sp>
      <p:sp>
        <p:nvSpPr>
          <p:cNvPr id="774147" name="Rectangle 3">
            <a:extLst>
              <a:ext uri="{FF2B5EF4-FFF2-40B4-BE49-F238E27FC236}">
                <a16:creationId xmlns:a16="http://schemas.microsoft.com/office/drawing/2014/main" id="{0762CEC2-74BE-5A14-6AD6-1F2E90E8235A}"/>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774148" name="Rectangle 4">
            <a:extLst>
              <a:ext uri="{FF2B5EF4-FFF2-40B4-BE49-F238E27FC236}">
                <a16:creationId xmlns:a16="http://schemas.microsoft.com/office/drawing/2014/main" id="{008F232A-F2EC-7B68-2B92-A8F2BA124FF8}"/>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dirty="0">
                <a:latin typeface="+mj-lt"/>
              </a:rPr>
              <a:t>Control </a:t>
            </a:r>
            <a:r>
              <a:rPr lang="en-US" altLang="ja-JP" sz="2400" b="0" dirty="0" err="1">
                <a:latin typeface="+mj-lt"/>
              </a:rPr>
              <a:t>lặp</a:t>
            </a:r>
            <a:r>
              <a:rPr lang="en-US" altLang="ja-JP" sz="2400" b="0" dirty="0">
                <a:latin typeface="+mj-lt"/>
              </a:rPr>
              <a:t> </a:t>
            </a:r>
            <a:r>
              <a:rPr lang="en-US" altLang="ja-JP" sz="2400" b="0" dirty="0" err="1">
                <a:latin typeface="+mj-lt"/>
              </a:rPr>
              <a:t>và</a:t>
            </a:r>
            <a:r>
              <a:rPr lang="en-US" altLang="ja-JP" sz="2400" b="0" dirty="0">
                <a:latin typeface="+mj-lt"/>
              </a:rPr>
              <a:t> </a:t>
            </a:r>
            <a:r>
              <a:rPr lang="en-US" altLang="ja-JP" sz="2400" b="0" dirty="0" err="1">
                <a:latin typeface="+mj-lt"/>
              </a:rPr>
              <a:t>câu</a:t>
            </a:r>
            <a:r>
              <a:rPr lang="en-US" altLang="ja-JP" sz="2400" b="0" dirty="0">
                <a:latin typeface="+mj-lt"/>
              </a:rPr>
              <a:t> </a:t>
            </a:r>
            <a:r>
              <a:rPr lang="en-US" altLang="ja-JP" sz="2400" b="0" dirty="0" err="1">
                <a:latin typeface="+mj-lt"/>
              </a:rPr>
              <a:t>lệnh</a:t>
            </a:r>
            <a:r>
              <a:rPr lang="en-US" altLang="ja-JP" sz="2400" b="0" dirty="0">
                <a:latin typeface="+mj-lt"/>
              </a:rPr>
              <a:t> </a:t>
            </a:r>
            <a:r>
              <a:rPr lang="en-US" altLang="ja-JP" sz="2400" b="0" dirty="0">
                <a:latin typeface="+mj-lt"/>
                <a:ea typeface="ＭＳ ゴシック" panose="020B0609070205080204" pitchFamily="49" charset="-128"/>
              </a:rPr>
              <a:t>break</a:t>
            </a:r>
            <a:endParaRPr lang="en-US" altLang="ja-JP" sz="2400" b="0" dirty="0">
              <a:latin typeface="+mj-lt"/>
            </a:endParaRPr>
          </a:p>
          <a:p>
            <a:pPr>
              <a:spcBef>
                <a:spcPct val="50000"/>
              </a:spcBef>
              <a:buFont typeface="Wingdings" panose="05000000000000000000" pitchFamily="2" charset="2"/>
              <a:buNone/>
            </a:pPr>
            <a:r>
              <a:rPr lang="en-US" altLang="ja-JP" sz="2000" b="0" dirty="0">
                <a:latin typeface="+mj-lt"/>
              </a:rPr>
              <a:t>●Cú </a:t>
            </a:r>
            <a:r>
              <a:rPr lang="en-US" altLang="ja-JP" sz="2000" b="0" dirty="0" err="1">
                <a:latin typeface="+mj-lt"/>
              </a:rPr>
              <a:t>pháp</a:t>
            </a:r>
            <a:r>
              <a:rPr lang="en-US" altLang="ja-JP" sz="2000" b="0" dirty="0">
                <a:latin typeface="+mj-lt"/>
              </a:rPr>
              <a:t>  </a:t>
            </a:r>
            <a:r>
              <a:rPr lang="en-US" altLang="ja-JP" sz="2000" b="0" dirty="0" err="1">
                <a:latin typeface="+mj-lt"/>
              </a:rPr>
              <a:t>cơ</a:t>
            </a:r>
            <a:r>
              <a:rPr lang="en-US" altLang="ja-JP" sz="2000" b="0" dirty="0">
                <a:latin typeface="+mj-lt"/>
              </a:rPr>
              <a:t> </a:t>
            </a:r>
            <a:r>
              <a:rPr lang="en-US" altLang="ja-JP" sz="2000" b="0" dirty="0" err="1">
                <a:latin typeface="+mj-lt"/>
              </a:rPr>
              <a:t>bản</a:t>
            </a:r>
            <a:endParaRPr lang="en-US" altLang="ja-JP" sz="2400" b="0" dirty="0">
              <a:latin typeface="+mj-lt"/>
            </a:endParaRPr>
          </a:p>
          <a:p>
            <a:pPr lvl="1"/>
            <a:endParaRPr lang="en-US" altLang="ja-JP" sz="2400" b="0" dirty="0">
              <a:latin typeface="+mj-lt"/>
            </a:endParaRPr>
          </a:p>
        </p:txBody>
      </p:sp>
      <p:sp>
        <p:nvSpPr>
          <p:cNvPr id="774149" name="Text Box 5">
            <a:extLst>
              <a:ext uri="{FF2B5EF4-FFF2-40B4-BE49-F238E27FC236}">
                <a16:creationId xmlns:a16="http://schemas.microsoft.com/office/drawing/2014/main" id="{67481DDE-5EE1-0F3D-3BEF-B906A3C82CD8}"/>
              </a:ext>
            </a:extLst>
          </p:cNvPr>
          <p:cNvSpPr txBox="1">
            <a:spLocks noChangeArrowheads="1"/>
          </p:cNvSpPr>
          <p:nvPr/>
        </p:nvSpPr>
        <p:spPr bwMode="auto">
          <a:xfrm>
            <a:off x="344488" y="1751013"/>
            <a:ext cx="9120187" cy="463550"/>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en-US" altLang="ja-JP" sz="2000">
                <a:latin typeface="ＭＳ ゴシック" panose="020B0609070205080204" pitchFamily="49" charset="-128"/>
                <a:ea typeface="ＭＳ ゴシック" panose="020B0609070205080204" pitchFamily="49" charset="-128"/>
              </a:rPr>
              <a:t>break;</a:t>
            </a:r>
          </a:p>
        </p:txBody>
      </p:sp>
      <p:sp>
        <p:nvSpPr>
          <p:cNvPr id="774150" name="Rectangle 6">
            <a:extLst>
              <a:ext uri="{FF2B5EF4-FFF2-40B4-BE49-F238E27FC236}">
                <a16:creationId xmlns:a16="http://schemas.microsoft.com/office/drawing/2014/main" id="{48B4EB27-DDEE-0B80-7125-E7145645578C}"/>
              </a:ext>
            </a:extLst>
          </p:cNvPr>
          <p:cNvSpPr>
            <a:spLocks noChangeArrowheads="1"/>
          </p:cNvSpPr>
          <p:nvPr/>
        </p:nvSpPr>
        <p:spPr bwMode="auto">
          <a:xfrm>
            <a:off x="344488" y="2295525"/>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t>●Ví dụ</a:t>
            </a:r>
            <a:endParaRPr lang="en-US" altLang="ja-JP" sz="2400" b="0"/>
          </a:p>
        </p:txBody>
      </p:sp>
      <p:sp>
        <p:nvSpPr>
          <p:cNvPr id="774196" name="AutoShape 52">
            <a:extLst>
              <a:ext uri="{FF2B5EF4-FFF2-40B4-BE49-F238E27FC236}">
                <a16:creationId xmlns:a16="http://schemas.microsoft.com/office/drawing/2014/main" id="{89458FBA-1E9B-2C68-A564-A2F9E0CA967C}"/>
              </a:ext>
            </a:extLst>
          </p:cNvPr>
          <p:cNvSpPr>
            <a:spLocks noChangeArrowheads="1"/>
          </p:cNvSpPr>
          <p:nvPr/>
        </p:nvSpPr>
        <p:spPr bwMode="auto">
          <a:xfrm>
            <a:off x="3517900" y="1339850"/>
            <a:ext cx="5815013" cy="601663"/>
          </a:xfrm>
          <a:prstGeom prst="wedgeRoundRectCallout">
            <a:avLst>
              <a:gd name="adj1" fmla="val -53523"/>
              <a:gd name="adj2" fmla="val 65569"/>
              <a:gd name="adj3" fmla="val 16667"/>
            </a:avLst>
          </a:prstGeom>
          <a:solidFill>
            <a:srgbClr val="FFCC99"/>
          </a:solidFill>
          <a:ln w="12700" algn="ctr">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err="1">
                <a:latin typeface="+mj-lt"/>
                <a:ea typeface="ＭＳ ゴシック" panose="020B0609070205080204" pitchFamily="49" charset="-128"/>
              </a:rPr>
              <a:t>Câu</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lệnh</a:t>
            </a:r>
            <a:r>
              <a:rPr lang="en-US" altLang="ja-JP" sz="1800" dirty="0">
                <a:latin typeface="+mj-lt"/>
                <a:ea typeface="ＭＳ ゴシック" panose="020B0609070205080204" pitchFamily="49" charset="-128"/>
              </a:rPr>
              <a:t> break </a:t>
            </a:r>
            <a:r>
              <a:rPr lang="en-US" altLang="ja-JP" sz="1800" dirty="0" err="1">
                <a:latin typeface="+mj-lt"/>
                <a:ea typeface="ＭＳ ゴシック" panose="020B0609070205080204" pitchFamily="49" charset="-128"/>
              </a:rPr>
              <a:t>sẽ</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dùng</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trong</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trường</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hợp</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muốn</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thoát</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ra</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khỏi</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xử</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lí</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lặp</a:t>
            </a:r>
            <a:endParaRPr lang="en-US" altLang="ja-JP" sz="1800" dirty="0">
              <a:latin typeface="+mj-lt"/>
            </a:endParaRPr>
          </a:p>
        </p:txBody>
      </p:sp>
      <p:grpSp>
        <p:nvGrpSpPr>
          <p:cNvPr id="774225" name="Group 81">
            <a:extLst>
              <a:ext uri="{FF2B5EF4-FFF2-40B4-BE49-F238E27FC236}">
                <a16:creationId xmlns:a16="http://schemas.microsoft.com/office/drawing/2014/main" id="{4AD27403-EFAC-1338-162C-2FF182289FEC}"/>
              </a:ext>
            </a:extLst>
          </p:cNvPr>
          <p:cNvGrpSpPr>
            <a:grpSpLocks/>
          </p:cNvGrpSpPr>
          <p:nvPr/>
        </p:nvGrpSpPr>
        <p:grpSpPr bwMode="auto">
          <a:xfrm>
            <a:off x="344488" y="2744788"/>
            <a:ext cx="4560887" cy="3287712"/>
            <a:chOff x="217" y="1729"/>
            <a:chExt cx="2873" cy="2071"/>
          </a:xfrm>
        </p:grpSpPr>
        <p:sp>
          <p:nvSpPr>
            <p:cNvPr id="774151" name="Rectangle 7">
              <a:extLst>
                <a:ext uri="{FF2B5EF4-FFF2-40B4-BE49-F238E27FC236}">
                  <a16:creationId xmlns:a16="http://schemas.microsoft.com/office/drawing/2014/main" id="{865C82C6-0665-C971-6F57-D492BF4628A9}"/>
                </a:ext>
              </a:extLst>
            </p:cNvPr>
            <p:cNvSpPr>
              <a:spLocks noChangeArrowheads="1"/>
            </p:cNvSpPr>
            <p:nvPr/>
          </p:nvSpPr>
          <p:spPr bwMode="auto">
            <a:xfrm>
              <a:off x="217" y="1729"/>
              <a:ext cx="2873" cy="207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en-US" altLang="ja-JP" sz="1800" b="0">
                  <a:latin typeface="ＭＳ ゴシック" panose="020B0609070205080204" pitchFamily="49" charset="-128"/>
                  <a:ea typeface="ＭＳ ゴシック" panose="020B0609070205080204" pitchFamily="49" charset="-128"/>
                </a:rPr>
                <a:t>int ans = 0;</a:t>
              </a:r>
            </a:p>
            <a:p>
              <a:pPr lvl="1"/>
              <a:endParaRPr lang="en-US" altLang="ja-JP" sz="1800" b="0">
                <a:latin typeface="ＭＳ ゴシック" panose="020B0609070205080204" pitchFamily="49" charset="-128"/>
                <a:ea typeface="ＭＳ ゴシック" panose="020B0609070205080204" pitchFamily="49" charset="-128"/>
              </a:endParaRPr>
            </a:p>
            <a:p>
              <a:pPr lvl="1"/>
              <a:r>
                <a:rPr lang="en-US" altLang="ja-JP" sz="1800" b="0">
                  <a:latin typeface="ＭＳ ゴシック" panose="020B0609070205080204" pitchFamily="49" charset="-128"/>
                  <a:ea typeface="ＭＳ ゴシック" panose="020B0609070205080204" pitchFamily="49" charset="-128"/>
                </a:rPr>
                <a:t>for (int cnt = 1;cnt &lt;= 10; cnt++) {</a:t>
              </a:r>
            </a:p>
            <a:p>
              <a:pPr lvl="1"/>
              <a:r>
                <a:rPr lang="en-US" altLang="ja-JP" sz="1800" b="0">
                  <a:latin typeface="ＭＳ ゴシック" panose="020B0609070205080204" pitchFamily="49" charset="-128"/>
                  <a:ea typeface="ＭＳ ゴシック" panose="020B0609070205080204" pitchFamily="49" charset="-128"/>
                </a:rPr>
                <a:t>   ans += cnt;</a:t>
              </a:r>
            </a:p>
            <a:p>
              <a:pPr lvl="1"/>
              <a:r>
                <a:rPr lang="en-US" altLang="ja-JP" sz="1800" b="0">
                  <a:latin typeface="ＭＳ ゴシック" panose="020B0609070205080204" pitchFamily="49" charset="-128"/>
                  <a:ea typeface="ＭＳ ゴシック" panose="020B0609070205080204" pitchFamily="49" charset="-128"/>
                </a:rPr>
                <a:t>   if (ans &gt; 10){</a:t>
              </a:r>
            </a:p>
            <a:p>
              <a:pPr lvl="1"/>
              <a:r>
                <a:rPr lang="en-US" altLang="ja-JP" sz="1800" b="0">
                  <a:latin typeface="ＭＳ ゴシック" panose="020B0609070205080204" pitchFamily="49" charset="-128"/>
                  <a:ea typeface="ＭＳ ゴシック" panose="020B0609070205080204" pitchFamily="49" charset="-128"/>
                </a:rPr>
                <a:t>       break;</a:t>
              </a:r>
            </a:p>
            <a:p>
              <a:pPr lvl="1"/>
              <a:r>
                <a:rPr lang="en-US" altLang="ja-JP" sz="1800" b="0">
                  <a:latin typeface="ＭＳ ゴシック" panose="020B0609070205080204" pitchFamily="49" charset="-128"/>
                  <a:ea typeface="ＭＳ ゴシック" panose="020B0609070205080204" pitchFamily="49" charset="-128"/>
                </a:rPr>
                <a:t>   }</a:t>
              </a:r>
            </a:p>
            <a:p>
              <a:pPr lvl="1"/>
              <a:r>
                <a:rPr lang="en-US" altLang="ja-JP" sz="1800" b="0">
                  <a:latin typeface="ＭＳ ゴシック" panose="020B0609070205080204" pitchFamily="49" charset="-128"/>
                  <a:ea typeface="ＭＳ ゴシック" panose="020B0609070205080204" pitchFamily="49" charset="-128"/>
                </a:rPr>
                <a:t>}</a:t>
              </a:r>
            </a:p>
            <a:p>
              <a:pPr lvl="1"/>
              <a:endParaRPr lang="en-US" altLang="ja-JP" sz="1800" b="0">
                <a:latin typeface="ＭＳ ゴシック" panose="020B0609070205080204" pitchFamily="49" charset="-128"/>
                <a:ea typeface="ＭＳ ゴシック" panose="020B0609070205080204" pitchFamily="49" charset="-128"/>
              </a:endParaRPr>
            </a:p>
            <a:p>
              <a:pPr lvl="1"/>
              <a:r>
                <a:rPr lang="en-US" altLang="ja-JP" sz="1800" b="0">
                  <a:latin typeface="ＭＳ ゴシック" panose="020B0609070205080204" pitchFamily="49" charset="-128"/>
                  <a:ea typeface="ＭＳ ゴシック" panose="020B0609070205080204" pitchFamily="49" charset="-128"/>
                </a:rPr>
                <a:t>System.out.println(ans);</a:t>
              </a:r>
            </a:p>
          </p:txBody>
        </p:sp>
        <p:sp>
          <p:nvSpPr>
            <p:cNvPr id="774201" name="Rectangle 57">
              <a:extLst>
                <a:ext uri="{FF2B5EF4-FFF2-40B4-BE49-F238E27FC236}">
                  <a16:creationId xmlns:a16="http://schemas.microsoft.com/office/drawing/2014/main" id="{2801EC39-2A09-1C57-ED62-E7CB54643C8D}"/>
                </a:ext>
              </a:extLst>
            </p:cNvPr>
            <p:cNvSpPr>
              <a:spLocks noChangeArrowheads="1"/>
            </p:cNvSpPr>
            <p:nvPr/>
          </p:nvSpPr>
          <p:spPr bwMode="auto">
            <a:xfrm>
              <a:off x="230" y="3460"/>
              <a:ext cx="432" cy="128"/>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74210" name="Rectangle 66">
              <a:extLst>
                <a:ext uri="{FF2B5EF4-FFF2-40B4-BE49-F238E27FC236}">
                  <a16:creationId xmlns:a16="http://schemas.microsoft.com/office/drawing/2014/main" id="{FA5398D9-86E9-5DAA-2862-BAEAFA3DE27C}"/>
                </a:ext>
              </a:extLst>
            </p:cNvPr>
            <p:cNvSpPr>
              <a:spLocks noChangeArrowheads="1"/>
            </p:cNvSpPr>
            <p:nvPr/>
          </p:nvSpPr>
          <p:spPr bwMode="auto">
            <a:xfrm>
              <a:off x="1024" y="1984"/>
              <a:ext cx="528" cy="208"/>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cxnSp>
          <p:nvCxnSpPr>
            <p:cNvPr id="774211" name="AutoShape 67">
              <a:extLst>
                <a:ext uri="{FF2B5EF4-FFF2-40B4-BE49-F238E27FC236}">
                  <a16:creationId xmlns:a16="http://schemas.microsoft.com/office/drawing/2014/main" id="{5CC13F47-6909-1FFB-8B18-C9DF780C243F}"/>
                </a:ext>
              </a:extLst>
            </p:cNvPr>
            <p:cNvCxnSpPr>
              <a:cxnSpLocks noChangeShapeType="1"/>
              <a:stCxn id="774152" idx="3"/>
              <a:endCxn id="774201" idx="0"/>
            </p:cNvCxnSpPr>
            <p:nvPr/>
          </p:nvCxnSpPr>
          <p:spPr bwMode="auto">
            <a:xfrm flipH="1">
              <a:off x="446" y="2821"/>
              <a:ext cx="959" cy="639"/>
            </a:xfrm>
            <a:prstGeom prst="curvedConnector4">
              <a:avLst>
                <a:gd name="adj1" fmla="val -13764"/>
                <a:gd name="adj2" fmla="val 58528"/>
              </a:avLst>
            </a:prstGeom>
            <a:noFill/>
            <a:ln w="25400">
              <a:solidFill>
                <a:srgbClr val="3FB007"/>
              </a:solidFill>
              <a:prstDash val="sysDot"/>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74212" name="Rectangle 68">
              <a:extLst>
                <a:ext uri="{FF2B5EF4-FFF2-40B4-BE49-F238E27FC236}">
                  <a16:creationId xmlns:a16="http://schemas.microsoft.com/office/drawing/2014/main" id="{967DE9FB-13BE-18AC-A4F6-55EEB1BF024C}"/>
                </a:ext>
              </a:extLst>
            </p:cNvPr>
            <p:cNvSpPr>
              <a:spLocks noChangeArrowheads="1"/>
            </p:cNvSpPr>
            <p:nvPr/>
          </p:nvSpPr>
          <p:spPr bwMode="auto">
            <a:xfrm>
              <a:off x="335" y="2064"/>
              <a:ext cx="2682" cy="1234"/>
            </a:xfrm>
            <a:prstGeom prst="rect">
              <a:avLst/>
            </a:prstGeom>
            <a:noFill/>
            <a:ln w="25400">
              <a:solidFill>
                <a:srgbClr val="FF6600"/>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ja-JP" altLang="ja-JP">
                <a:ea typeface="ＭＳ ゴシック" panose="020B0609070205080204" pitchFamily="49" charset="-128"/>
              </a:endParaRPr>
            </a:p>
          </p:txBody>
        </p:sp>
        <p:sp>
          <p:nvSpPr>
            <p:cNvPr id="774152" name="Rectangle 8">
              <a:extLst>
                <a:ext uri="{FF2B5EF4-FFF2-40B4-BE49-F238E27FC236}">
                  <a16:creationId xmlns:a16="http://schemas.microsoft.com/office/drawing/2014/main" id="{F9BC1106-84EE-313E-6906-7E69D8DD5D0F}"/>
                </a:ext>
              </a:extLst>
            </p:cNvPr>
            <p:cNvSpPr>
              <a:spLocks noChangeArrowheads="1"/>
            </p:cNvSpPr>
            <p:nvPr/>
          </p:nvSpPr>
          <p:spPr bwMode="auto">
            <a:xfrm>
              <a:off x="831" y="2712"/>
              <a:ext cx="562" cy="218"/>
            </a:xfrm>
            <a:prstGeom prst="rect">
              <a:avLst/>
            </a:prstGeom>
            <a:noFill/>
            <a:ln w="381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ja-JP" altLang="ja-JP">
                <a:ea typeface="ＭＳ ゴシック" panose="020B0609070205080204" pitchFamily="49" charset="-128"/>
              </a:endParaRPr>
            </a:p>
          </p:txBody>
        </p:sp>
        <p:sp>
          <p:nvSpPr>
            <p:cNvPr id="774213" name="AutoShape 69">
              <a:extLst>
                <a:ext uri="{FF2B5EF4-FFF2-40B4-BE49-F238E27FC236}">
                  <a16:creationId xmlns:a16="http://schemas.microsoft.com/office/drawing/2014/main" id="{B4C7A48F-E1B0-03DC-94B4-E0B9690F3F59}"/>
                </a:ext>
              </a:extLst>
            </p:cNvPr>
            <p:cNvSpPr>
              <a:spLocks noChangeArrowheads="1"/>
            </p:cNvSpPr>
            <p:nvPr/>
          </p:nvSpPr>
          <p:spPr bwMode="auto">
            <a:xfrm>
              <a:off x="1687" y="2680"/>
              <a:ext cx="1099" cy="277"/>
            </a:xfrm>
            <a:prstGeom prst="wedgeRoundRectCallout">
              <a:avLst>
                <a:gd name="adj1" fmla="val -62829"/>
                <a:gd name="adj2" fmla="val 81046"/>
                <a:gd name="adj3" fmla="val 16667"/>
              </a:avLst>
            </a:prstGeom>
            <a:solidFill>
              <a:srgbClr val="CCFFFF"/>
            </a:solidFill>
            <a:ln w="12700" algn="ctr">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400">
                  <a:latin typeface="ＭＳ ゴシック" panose="020B0609070205080204" pitchFamily="49" charset="-128"/>
                  <a:ea typeface="ＭＳ ゴシック" panose="020B0609070205080204" pitchFamily="49" charset="-128"/>
                </a:rPr>
                <a:t>Thoát câu lệnh for</a:t>
              </a:r>
              <a:endParaRPr lang="en-US" altLang="ja-JP" sz="1400">
                <a:latin typeface="MS UI Gothic" panose="020B0600070205080204" pitchFamily="50" charset="-128"/>
              </a:endParaRPr>
            </a:p>
          </p:txBody>
        </p:sp>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8EFB8AEB-ADDD-30AC-041B-0DC94458BDC7}"/>
              </a:ext>
            </a:extLst>
          </p:cNvPr>
          <p:cNvSpPr>
            <a:spLocks noGrp="1"/>
          </p:cNvSpPr>
          <p:nvPr>
            <p:ph type="sldNum" sz="quarter" idx="10"/>
          </p:nvPr>
        </p:nvSpPr>
        <p:spPr/>
        <p:txBody>
          <a:bodyPr/>
          <a:lstStyle/>
          <a:p>
            <a:fld id="{A8CE5DE5-A63F-4C98-911E-0B65DAA543EF}" type="slidenum">
              <a:rPr lang="en-US" altLang="ja-JP"/>
              <a:pPr/>
              <a:t>56</a:t>
            </a:fld>
            <a:endParaRPr lang="en-US" altLang="ja-JP"/>
          </a:p>
        </p:txBody>
      </p:sp>
      <p:sp>
        <p:nvSpPr>
          <p:cNvPr id="778242" name="Rectangle 2">
            <a:extLst>
              <a:ext uri="{FF2B5EF4-FFF2-40B4-BE49-F238E27FC236}">
                <a16:creationId xmlns:a16="http://schemas.microsoft.com/office/drawing/2014/main" id="{1D06D950-2FF9-5E1B-FDA2-607B130FB24F}"/>
              </a:ext>
            </a:extLst>
          </p:cNvPr>
          <p:cNvSpPr>
            <a:spLocks noGrp="1" noChangeArrowheads="1"/>
          </p:cNvSpPr>
          <p:nvPr>
            <p:ph type="title"/>
          </p:nvPr>
        </p:nvSpPr>
        <p:spPr>
          <a:xfrm>
            <a:off x="344488" y="346076"/>
            <a:ext cx="9217025" cy="490537"/>
          </a:xfrm>
        </p:spPr>
        <p:txBody>
          <a:bodyPr>
            <a:normAutofit fontScale="90000"/>
          </a:bodyPr>
          <a:lstStyle/>
          <a:p>
            <a:r>
              <a:rPr lang="en-US" altLang="ja-JP" dirty="0">
                <a:latin typeface="MS UI Gothic" panose="020B0600070205080204" pitchFamily="50" charset="-128"/>
                <a:ea typeface="MS UI Gothic" panose="020B0600070205080204" pitchFamily="50" charset="-128"/>
              </a:rPr>
              <a:t>Control </a:t>
            </a:r>
            <a:r>
              <a:rPr lang="en-US" altLang="ja-JP" dirty="0" err="1">
                <a:latin typeface="MS UI Gothic" panose="020B0600070205080204" pitchFamily="50" charset="-128"/>
                <a:ea typeface="MS UI Gothic" panose="020B0600070205080204" pitchFamily="50" charset="-128"/>
              </a:rPr>
              <a:t>lặp</a:t>
            </a:r>
            <a:r>
              <a:rPr lang="en-US" altLang="ja-JP" dirty="0">
                <a:latin typeface="MS UI Gothic" panose="020B0600070205080204" pitchFamily="50" charset="-128"/>
                <a:ea typeface="MS UI Gothic" panose="020B0600070205080204" pitchFamily="50" charset="-128"/>
              </a:rPr>
              <a:t> </a:t>
            </a:r>
            <a:r>
              <a:rPr lang="en-US" altLang="ja-JP" dirty="0" err="1">
                <a:latin typeface="MS UI Gothic" panose="020B0600070205080204" pitchFamily="50" charset="-128"/>
                <a:ea typeface="MS UI Gothic" panose="020B0600070205080204" pitchFamily="50" charset="-128"/>
              </a:rPr>
              <a:t>và</a:t>
            </a:r>
            <a:r>
              <a:rPr lang="en-US" altLang="ja-JP" dirty="0">
                <a:latin typeface="MS UI Gothic" panose="020B0600070205080204" pitchFamily="50" charset="-128"/>
                <a:ea typeface="MS UI Gothic" panose="020B0600070205080204" pitchFamily="50" charset="-128"/>
              </a:rPr>
              <a:t> </a:t>
            </a:r>
            <a:r>
              <a:rPr lang="en-US" altLang="ja-JP" dirty="0" err="1">
                <a:latin typeface="MS UI Gothic" panose="020B0600070205080204" pitchFamily="50" charset="-128"/>
                <a:ea typeface="MS UI Gothic" panose="020B0600070205080204" pitchFamily="50" charset="-128"/>
              </a:rPr>
              <a:t>câu</a:t>
            </a:r>
            <a:r>
              <a:rPr lang="en-US" altLang="ja-JP" dirty="0">
                <a:latin typeface="MS UI Gothic" panose="020B0600070205080204" pitchFamily="50" charset="-128"/>
                <a:ea typeface="MS UI Gothic" panose="020B0600070205080204" pitchFamily="50" charset="-128"/>
              </a:rPr>
              <a:t> </a:t>
            </a:r>
            <a:r>
              <a:rPr lang="en-US" altLang="ja-JP" dirty="0" err="1">
                <a:latin typeface="MS UI Gothic" panose="020B0600070205080204" pitchFamily="50" charset="-128"/>
                <a:ea typeface="MS UI Gothic" panose="020B0600070205080204" pitchFamily="50" charset="-128"/>
              </a:rPr>
              <a:t>lệnh</a:t>
            </a:r>
            <a:r>
              <a:rPr lang="en-US" altLang="ja-JP" dirty="0">
                <a:latin typeface="MS UI Gothic" panose="020B0600070205080204" pitchFamily="50" charset="-128"/>
                <a:ea typeface="MS UI Gothic" panose="020B0600070205080204" pitchFamily="50" charset="-128"/>
              </a:rPr>
              <a:t> </a:t>
            </a:r>
            <a:r>
              <a:rPr lang="en-US" altLang="ja-JP" dirty="0">
                <a:latin typeface="ＭＳ ゴシック" panose="020B0609070205080204" pitchFamily="49" charset="-128"/>
                <a:ea typeface="ＭＳ ゴシック" panose="020B0609070205080204" pitchFamily="49" charset="-128"/>
              </a:rPr>
              <a:t>continue</a:t>
            </a:r>
            <a:endParaRPr lang="en-US" altLang="ja-JP" dirty="0">
              <a:latin typeface="MS UI Gothic" panose="020B0600070205080204" pitchFamily="50" charset="-128"/>
              <a:ea typeface="MS UI Gothic" panose="020B0600070205080204" pitchFamily="50" charset="-128"/>
            </a:endParaRPr>
          </a:p>
        </p:txBody>
      </p:sp>
      <p:sp>
        <p:nvSpPr>
          <p:cNvPr id="778243" name="Rectangle 3">
            <a:extLst>
              <a:ext uri="{FF2B5EF4-FFF2-40B4-BE49-F238E27FC236}">
                <a16:creationId xmlns:a16="http://schemas.microsoft.com/office/drawing/2014/main" id="{4B428CF8-3621-0D86-323A-BAD9EF8858AE}"/>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778244" name="Rectangle 4">
            <a:extLst>
              <a:ext uri="{FF2B5EF4-FFF2-40B4-BE49-F238E27FC236}">
                <a16:creationId xmlns:a16="http://schemas.microsoft.com/office/drawing/2014/main" id="{7466AB91-84A5-1503-B0DB-F3A8BE4CFD20}"/>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t>Control lặp và câu lệnh </a:t>
            </a:r>
            <a:r>
              <a:rPr lang="en-US" altLang="ja-JP" sz="2400" b="0">
                <a:latin typeface="ＭＳ ゴシック" panose="020B0609070205080204" pitchFamily="49" charset="-128"/>
                <a:ea typeface="ＭＳ ゴシック" panose="020B0609070205080204" pitchFamily="49" charset="-128"/>
              </a:rPr>
              <a:t>continue</a:t>
            </a:r>
            <a:endParaRPr lang="en-US" altLang="ja-JP" sz="2400" b="0"/>
          </a:p>
          <a:p>
            <a:pPr>
              <a:spcBef>
                <a:spcPct val="50000"/>
              </a:spcBef>
              <a:buFont typeface="Wingdings" panose="05000000000000000000" pitchFamily="2" charset="2"/>
              <a:buNone/>
            </a:pPr>
            <a:r>
              <a:rPr lang="en-US" altLang="ja-JP" sz="2000" b="0"/>
              <a:t>●Cú pháp  cơ bản</a:t>
            </a:r>
            <a:endParaRPr lang="en-US" altLang="ja-JP" sz="2400" b="0"/>
          </a:p>
          <a:p>
            <a:pPr lvl="1"/>
            <a:endParaRPr lang="en-US" altLang="ja-JP" sz="2400" b="0"/>
          </a:p>
        </p:txBody>
      </p:sp>
      <p:sp>
        <p:nvSpPr>
          <p:cNvPr id="778245" name="Text Box 5">
            <a:extLst>
              <a:ext uri="{FF2B5EF4-FFF2-40B4-BE49-F238E27FC236}">
                <a16:creationId xmlns:a16="http://schemas.microsoft.com/office/drawing/2014/main" id="{E0088DA8-8A6E-C775-F7D8-117E86930539}"/>
              </a:ext>
            </a:extLst>
          </p:cNvPr>
          <p:cNvSpPr txBox="1">
            <a:spLocks noChangeArrowheads="1"/>
          </p:cNvSpPr>
          <p:nvPr/>
        </p:nvSpPr>
        <p:spPr bwMode="auto">
          <a:xfrm>
            <a:off x="344488" y="1751013"/>
            <a:ext cx="9120187" cy="463550"/>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en-US" altLang="ja-JP" sz="2000">
                <a:latin typeface="ＭＳ ゴシック" panose="020B0609070205080204" pitchFamily="49" charset="-128"/>
                <a:ea typeface="ＭＳ ゴシック" panose="020B0609070205080204" pitchFamily="49" charset="-128"/>
              </a:rPr>
              <a:t>continue;</a:t>
            </a:r>
          </a:p>
        </p:txBody>
      </p:sp>
      <p:sp>
        <p:nvSpPr>
          <p:cNvPr id="778246" name="Rectangle 6">
            <a:extLst>
              <a:ext uri="{FF2B5EF4-FFF2-40B4-BE49-F238E27FC236}">
                <a16:creationId xmlns:a16="http://schemas.microsoft.com/office/drawing/2014/main" id="{01CD3D1B-C327-A499-CC78-DDF8C4A8348D}"/>
              </a:ext>
            </a:extLst>
          </p:cNvPr>
          <p:cNvSpPr>
            <a:spLocks noChangeArrowheads="1"/>
          </p:cNvSpPr>
          <p:nvPr/>
        </p:nvSpPr>
        <p:spPr bwMode="auto">
          <a:xfrm>
            <a:off x="344488" y="2295525"/>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t>●Ví dụ</a:t>
            </a:r>
            <a:endParaRPr lang="en-US" altLang="ja-JP" sz="2400" b="0"/>
          </a:p>
        </p:txBody>
      </p:sp>
      <p:sp>
        <p:nvSpPr>
          <p:cNvPr id="778272" name="AutoShape 32">
            <a:extLst>
              <a:ext uri="{FF2B5EF4-FFF2-40B4-BE49-F238E27FC236}">
                <a16:creationId xmlns:a16="http://schemas.microsoft.com/office/drawing/2014/main" id="{6DEF2684-37C5-F010-2D2F-06E4B87A194C}"/>
              </a:ext>
            </a:extLst>
          </p:cNvPr>
          <p:cNvSpPr>
            <a:spLocks noChangeArrowheads="1"/>
          </p:cNvSpPr>
          <p:nvPr/>
        </p:nvSpPr>
        <p:spPr bwMode="auto">
          <a:xfrm>
            <a:off x="3659188" y="1319213"/>
            <a:ext cx="5911850" cy="477837"/>
          </a:xfrm>
          <a:prstGeom prst="wedgeRoundRectCallout">
            <a:avLst>
              <a:gd name="adj1" fmla="val -65949"/>
              <a:gd name="adj2" fmla="val 111463"/>
              <a:gd name="adj3" fmla="val 16667"/>
            </a:avLst>
          </a:prstGeom>
          <a:solidFill>
            <a:srgbClr val="FFCC99"/>
          </a:solidFill>
          <a:ln w="12700" algn="ctr">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nchor="ctr"/>
          <a:lstStyle/>
          <a:p>
            <a:pPr algn="ctr"/>
            <a:r>
              <a:rPr lang="en-US" altLang="ja-JP" sz="1800" dirty="0" err="1">
                <a:latin typeface="+mj-lt"/>
                <a:ea typeface="ＭＳ ゴシック" panose="020B0609070205080204" pitchFamily="49" charset="-128"/>
              </a:rPr>
              <a:t>Câu</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lệnh</a:t>
            </a:r>
            <a:r>
              <a:rPr lang="en-US" altLang="ja-JP" sz="1800" dirty="0">
                <a:latin typeface="+mj-lt"/>
                <a:ea typeface="ＭＳ ゴシック" panose="020B0609070205080204" pitchFamily="49" charset="-128"/>
              </a:rPr>
              <a:t> continue, </a:t>
            </a:r>
            <a:r>
              <a:rPr lang="en-US" altLang="ja-JP" sz="1800" dirty="0" err="1">
                <a:latin typeface="+mj-lt"/>
                <a:ea typeface="ＭＳ ゴシック" panose="020B0609070205080204" pitchFamily="49" charset="-128"/>
              </a:rPr>
              <a:t>sẽ</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dùng</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khi</a:t>
            </a:r>
            <a:r>
              <a:rPr lang="en-US" altLang="ja-JP" sz="1800" dirty="0">
                <a:latin typeface="+mj-lt"/>
                <a:ea typeface="ＭＳ ゴシック" panose="020B0609070205080204" pitchFamily="49" charset="-128"/>
              </a:rPr>
              <a:t> skip </a:t>
            </a:r>
            <a:r>
              <a:rPr lang="en-US" altLang="ja-JP" sz="1800" dirty="0" err="1">
                <a:latin typeface="+mj-lt"/>
                <a:ea typeface="ＭＳ ゴシック" panose="020B0609070205080204" pitchFamily="49" charset="-128"/>
              </a:rPr>
              <a:t>xử</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lí</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còn</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lại</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của</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xử</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lí</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lặp</a:t>
            </a:r>
            <a:endParaRPr lang="en-US" altLang="ja-JP" sz="1800" dirty="0">
              <a:latin typeface="+mj-lt"/>
            </a:endParaRPr>
          </a:p>
        </p:txBody>
      </p:sp>
      <p:grpSp>
        <p:nvGrpSpPr>
          <p:cNvPr id="778288" name="Group 48">
            <a:extLst>
              <a:ext uri="{FF2B5EF4-FFF2-40B4-BE49-F238E27FC236}">
                <a16:creationId xmlns:a16="http://schemas.microsoft.com/office/drawing/2014/main" id="{70FE5925-0B77-B755-57CD-2D1AA4F9BB51}"/>
              </a:ext>
            </a:extLst>
          </p:cNvPr>
          <p:cNvGrpSpPr>
            <a:grpSpLocks/>
          </p:cNvGrpSpPr>
          <p:nvPr/>
        </p:nvGrpSpPr>
        <p:grpSpPr bwMode="auto">
          <a:xfrm>
            <a:off x="5186363" y="2339975"/>
            <a:ext cx="4208462" cy="4194175"/>
            <a:chOff x="3303" y="1474"/>
            <a:chExt cx="2651" cy="2642"/>
          </a:xfrm>
        </p:grpSpPr>
        <p:sp>
          <p:nvSpPr>
            <p:cNvPr id="778250" name="Rectangle 10">
              <a:extLst>
                <a:ext uri="{FF2B5EF4-FFF2-40B4-BE49-F238E27FC236}">
                  <a16:creationId xmlns:a16="http://schemas.microsoft.com/office/drawing/2014/main" id="{6F91AF9E-7643-C744-0F89-C51329D1532F}"/>
                </a:ext>
              </a:extLst>
            </p:cNvPr>
            <p:cNvSpPr>
              <a:spLocks noChangeArrowheads="1"/>
            </p:cNvSpPr>
            <p:nvPr/>
          </p:nvSpPr>
          <p:spPr bwMode="auto">
            <a:xfrm>
              <a:off x="3303" y="1474"/>
              <a:ext cx="2651" cy="2642"/>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78286" name="Rectangle 46">
              <a:extLst>
                <a:ext uri="{FF2B5EF4-FFF2-40B4-BE49-F238E27FC236}">
                  <a16:creationId xmlns:a16="http://schemas.microsoft.com/office/drawing/2014/main" id="{41EE9444-D0E6-DF1D-715B-8D4A42DCFA1A}"/>
                </a:ext>
              </a:extLst>
            </p:cNvPr>
            <p:cNvSpPr>
              <a:spLocks noChangeArrowheads="1"/>
            </p:cNvSpPr>
            <p:nvPr/>
          </p:nvSpPr>
          <p:spPr bwMode="auto">
            <a:xfrm>
              <a:off x="3561" y="2425"/>
              <a:ext cx="1944" cy="965"/>
            </a:xfrm>
            <a:prstGeom prst="rect">
              <a:avLst/>
            </a:prstGeom>
            <a:solidFill>
              <a:srgbClr val="FFFFCC"/>
            </a:solidFill>
            <a:ln w="9525" cap="rnd">
              <a:solidFill>
                <a:srgbClr val="FF6600"/>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ja-JP" altLang="ja-JP">
                <a:ea typeface="ＭＳ ゴシック" panose="020B0609070205080204" pitchFamily="49" charset="-128"/>
              </a:endParaRPr>
            </a:p>
          </p:txBody>
        </p:sp>
        <p:sp>
          <p:nvSpPr>
            <p:cNvPr id="778251" name="Line 11">
              <a:extLst>
                <a:ext uri="{FF2B5EF4-FFF2-40B4-BE49-F238E27FC236}">
                  <a16:creationId xmlns:a16="http://schemas.microsoft.com/office/drawing/2014/main" id="{60D66B6A-B264-7EAA-F4DF-1CA8BCA43392}"/>
                </a:ext>
              </a:extLst>
            </p:cNvPr>
            <p:cNvSpPr>
              <a:spLocks noChangeShapeType="1"/>
            </p:cNvSpPr>
            <p:nvPr/>
          </p:nvSpPr>
          <p:spPr bwMode="auto">
            <a:xfrm>
              <a:off x="5124" y="2676"/>
              <a:ext cx="512" cy="0"/>
            </a:xfrm>
            <a:prstGeom prst="line">
              <a:avLst/>
            </a:prstGeom>
            <a:noFill/>
            <a:ln w="44450">
              <a:solidFill>
                <a:srgbClr val="3FB00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endParaRPr lang="ja-JP" altLang="en-US"/>
            </a:p>
          </p:txBody>
        </p:sp>
        <p:sp>
          <p:nvSpPr>
            <p:cNvPr id="778252" name="Line 12">
              <a:extLst>
                <a:ext uri="{FF2B5EF4-FFF2-40B4-BE49-F238E27FC236}">
                  <a16:creationId xmlns:a16="http://schemas.microsoft.com/office/drawing/2014/main" id="{2F8EE24E-42A4-0F1C-861E-ED38B4F0C6CC}"/>
                </a:ext>
              </a:extLst>
            </p:cNvPr>
            <p:cNvSpPr>
              <a:spLocks noChangeShapeType="1"/>
            </p:cNvSpPr>
            <p:nvPr/>
          </p:nvSpPr>
          <p:spPr bwMode="auto">
            <a:xfrm>
              <a:off x="5080" y="2209"/>
              <a:ext cx="719"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endParaRPr lang="ja-JP" altLang="en-US"/>
            </a:p>
          </p:txBody>
        </p:sp>
        <p:sp>
          <p:nvSpPr>
            <p:cNvPr id="778253" name="Line 13">
              <a:extLst>
                <a:ext uri="{FF2B5EF4-FFF2-40B4-BE49-F238E27FC236}">
                  <a16:creationId xmlns:a16="http://schemas.microsoft.com/office/drawing/2014/main" id="{9B281B65-BAB8-4499-8559-863EFEF88B6D}"/>
                </a:ext>
              </a:extLst>
            </p:cNvPr>
            <p:cNvSpPr>
              <a:spLocks noChangeShapeType="1"/>
            </p:cNvSpPr>
            <p:nvPr/>
          </p:nvSpPr>
          <p:spPr bwMode="auto">
            <a:xfrm>
              <a:off x="4476" y="2375"/>
              <a:ext cx="5" cy="1509"/>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endParaRPr lang="ja-JP" altLang="en-US"/>
            </a:p>
          </p:txBody>
        </p:sp>
        <p:sp>
          <p:nvSpPr>
            <p:cNvPr id="778254" name="AutoShape 14">
              <a:extLst>
                <a:ext uri="{FF2B5EF4-FFF2-40B4-BE49-F238E27FC236}">
                  <a16:creationId xmlns:a16="http://schemas.microsoft.com/office/drawing/2014/main" id="{8BCE9B6B-03BE-A0F3-CC64-5D87818B3642}"/>
                </a:ext>
              </a:extLst>
            </p:cNvPr>
            <p:cNvSpPr>
              <a:spLocks noChangeArrowheads="1"/>
            </p:cNvSpPr>
            <p:nvPr/>
          </p:nvSpPr>
          <p:spPr bwMode="auto">
            <a:xfrm>
              <a:off x="3764" y="2038"/>
              <a:ext cx="1408" cy="342"/>
            </a:xfrm>
            <a:prstGeom prst="flowChartDecision">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pPr algn="ctr">
                <a:lnSpc>
                  <a:spcPct val="96000"/>
                </a:lnSpc>
              </a:pPr>
              <a:r>
                <a:rPr lang="en-US" altLang="ja-JP" sz="1600" b="0">
                  <a:latin typeface="MS UI Gothic" panose="020B0600070205080204" pitchFamily="50" charset="-128"/>
                </a:rPr>
                <a:t>cnt &lt;= 10</a:t>
              </a:r>
              <a:endParaRPr lang="en-US" altLang="ja-JP" sz="1600">
                <a:latin typeface="MS UI Gothic" panose="020B0600070205080204" pitchFamily="50" charset="-128"/>
              </a:endParaRPr>
            </a:p>
          </p:txBody>
        </p:sp>
        <p:sp>
          <p:nvSpPr>
            <p:cNvPr id="778255" name="Line 15">
              <a:extLst>
                <a:ext uri="{FF2B5EF4-FFF2-40B4-BE49-F238E27FC236}">
                  <a16:creationId xmlns:a16="http://schemas.microsoft.com/office/drawing/2014/main" id="{2BEB87BC-C277-CEBD-2731-C2FB9EBB9D76}"/>
                </a:ext>
              </a:extLst>
            </p:cNvPr>
            <p:cNvSpPr>
              <a:spLocks noChangeShapeType="1"/>
            </p:cNvSpPr>
            <p:nvPr/>
          </p:nvSpPr>
          <p:spPr bwMode="auto">
            <a:xfrm>
              <a:off x="3420" y="1887"/>
              <a:ext cx="0" cy="19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endParaRPr lang="ja-JP" altLang="en-US"/>
            </a:p>
          </p:txBody>
        </p:sp>
        <p:sp>
          <p:nvSpPr>
            <p:cNvPr id="778256" name="Line 16">
              <a:extLst>
                <a:ext uri="{FF2B5EF4-FFF2-40B4-BE49-F238E27FC236}">
                  <a16:creationId xmlns:a16="http://schemas.microsoft.com/office/drawing/2014/main" id="{0B256642-8AA0-F455-9E75-E64FDE83D9AA}"/>
                </a:ext>
              </a:extLst>
            </p:cNvPr>
            <p:cNvSpPr>
              <a:spLocks noChangeShapeType="1"/>
            </p:cNvSpPr>
            <p:nvPr/>
          </p:nvSpPr>
          <p:spPr bwMode="auto">
            <a:xfrm flipH="1">
              <a:off x="3423" y="1887"/>
              <a:ext cx="1048" cy="0"/>
            </a:xfrm>
            <a:prstGeom prst="line">
              <a:avLst/>
            </a:prstGeom>
            <a:noFill/>
            <a:ln w="1905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endParaRPr lang="ja-JP" altLang="en-US"/>
            </a:p>
          </p:txBody>
        </p:sp>
        <p:sp>
          <p:nvSpPr>
            <p:cNvPr id="778257" name="Text Box 17">
              <a:extLst>
                <a:ext uri="{FF2B5EF4-FFF2-40B4-BE49-F238E27FC236}">
                  <a16:creationId xmlns:a16="http://schemas.microsoft.com/office/drawing/2014/main" id="{DA15AE21-8EA2-EEA0-8729-BB92D09E2B8C}"/>
                </a:ext>
              </a:extLst>
            </p:cNvPr>
            <p:cNvSpPr txBox="1">
              <a:spLocks noChangeArrowheads="1"/>
            </p:cNvSpPr>
            <p:nvPr/>
          </p:nvSpPr>
          <p:spPr bwMode="auto">
            <a:xfrm>
              <a:off x="4558" y="2294"/>
              <a:ext cx="377" cy="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pPr algn="ctr">
                <a:lnSpc>
                  <a:spcPct val="96000"/>
                </a:lnSpc>
              </a:pPr>
              <a:r>
                <a:rPr lang="en-US" altLang="ja-JP" sz="1600" b="0">
                  <a:latin typeface="MS UI Gothic" panose="020B0600070205080204" pitchFamily="50" charset="-128"/>
                </a:rPr>
                <a:t>true</a:t>
              </a:r>
              <a:endParaRPr lang="en-US" altLang="ja-JP" sz="1600">
                <a:latin typeface="MS UI Gothic" panose="020B0600070205080204" pitchFamily="50" charset="-128"/>
              </a:endParaRPr>
            </a:p>
          </p:txBody>
        </p:sp>
        <p:sp>
          <p:nvSpPr>
            <p:cNvPr id="778258" name="Text Box 18">
              <a:extLst>
                <a:ext uri="{FF2B5EF4-FFF2-40B4-BE49-F238E27FC236}">
                  <a16:creationId xmlns:a16="http://schemas.microsoft.com/office/drawing/2014/main" id="{96767485-F83E-2230-D15D-B3976482DD5C}"/>
                </a:ext>
              </a:extLst>
            </p:cNvPr>
            <p:cNvSpPr txBox="1">
              <a:spLocks noChangeArrowheads="1"/>
            </p:cNvSpPr>
            <p:nvPr/>
          </p:nvSpPr>
          <p:spPr bwMode="auto">
            <a:xfrm>
              <a:off x="5035" y="2000"/>
              <a:ext cx="377" cy="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pPr algn="ctr">
                <a:lnSpc>
                  <a:spcPct val="96000"/>
                </a:lnSpc>
              </a:pPr>
              <a:r>
                <a:rPr lang="en-US" altLang="ja-JP" sz="1600" b="0">
                  <a:latin typeface="MS UI Gothic" panose="020B0600070205080204" pitchFamily="50" charset="-128"/>
                </a:rPr>
                <a:t>false</a:t>
              </a:r>
              <a:endParaRPr lang="en-US" altLang="ja-JP" sz="1600">
                <a:latin typeface="MS UI Gothic" panose="020B0600070205080204" pitchFamily="50" charset="-128"/>
              </a:endParaRPr>
            </a:p>
          </p:txBody>
        </p:sp>
        <p:sp>
          <p:nvSpPr>
            <p:cNvPr id="778259" name="Line 19">
              <a:extLst>
                <a:ext uri="{FF2B5EF4-FFF2-40B4-BE49-F238E27FC236}">
                  <a16:creationId xmlns:a16="http://schemas.microsoft.com/office/drawing/2014/main" id="{E8E7F187-6262-AB7B-3189-ED92E2F01795}"/>
                </a:ext>
              </a:extLst>
            </p:cNvPr>
            <p:cNvSpPr>
              <a:spLocks noChangeShapeType="1"/>
            </p:cNvSpPr>
            <p:nvPr/>
          </p:nvSpPr>
          <p:spPr bwMode="auto">
            <a:xfrm>
              <a:off x="3423" y="3878"/>
              <a:ext cx="1054"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endParaRPr lang="ja-JP" altLang="en-US"/>
            </a:p>
          </p:txBody>
        </p:sp>
        <p:sp>
          <p:nvSpPr>
            <p:cNvPr id="778260" name="Line 20">
              <a:extLst>
                <a:ext uri="{FF2B5EF4-FFF2-40B4-BE49-F238E27FC236}">
                  <a16:creationId xmlns:a16="http://schemas.microsoft.com/office/drawing/2014/main" id="{787F0A3C-2208-89A1-3BDF-A2D8CBC234E4}"/>
                </a:ext>
              </a:extLst>
            </p:cNvPr>
            <p:cNvSpPr>
              <a:spLocks noChangeShapeType="1"/>
            </p:cNvSpPr>
            <p:nvPr/>
          </p:nvSpPr>
          <p:spPr bwMode="auto">
            <a:xfrm>
              <a:off x="5800" y="2204"/>
              <a:ext cx="0" cy="17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endParaRPr lang="ja-JP" altLang="en-US"/>
            </a:p>
          </p:txBody>
        </p:sp>
        <p:sp>
          <p:nvSpPr>
            <p:cNvPr id="778261" name="Line 21">
              <a:extLst>
                <a:ext uri="{FF2B5EF4-FFF2-40B4-BE49-F238E27FC236}">
                  <a16:creationId xmlns:a16="http://schemas.microsoft.com/office/drawing/2014/main" id="{9FBCFE24-23DD-7F7B-094E-6BD9AB1B1EA4}"/>
                </a:ext>
              </a:extLst>
            </p:cNvPr>
            <p:cNvSpPr>
              <a:spLocks noChangeShapeType="1"/>
            </p:cNvSpPr>
            <p:nvPr/>
          </p:nvSpPr>
          <p:spPr bwMode="auto">
            <a:xfrm>
              <a:off x="4489" y="3970"/>
              <a:ext cx="131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endParaRPr lang="ja-JP" altLang="en-US"/>
            </a:p>
          </p:txBody>
        </p:sp>
        <p:sp>
          <p:nvSpPr>
            <p:cNvPr id="778262" name="Line 22">
              <a:extLst>
                <a:ext uri="{FF2B5EF4-FFF2-40B4-BE49-F238E27FC236}">
                  <a16:creationId xmlns:a16="http://schemas.microsoft.com/office/drawing/2014/main" id="{2036E226-884A-24EF-EAFC-93FB5EB908A1}"/>
                </a:ext>
              </a:extLst>
            </p:cNvPr>
            <p:cNvSpPr>
              <a:spLocks noChangeShapeType="1"/>
            </p:cNvSpPr>
            <p:nvPr/>
          </p:nvSpPr>
          <p:spPr bwMode="auto">
            <a:xfrm>
              <a:off x="4492" y="3967"/>
              <a:ext cx="0" cy="134"/>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endParaRPr lang="ja-JP" altLang="en-US"/>
            </a:p>
          </p:txBody>
        </p:sp>
        <p:sp>
          <p:nvSpPr>
            <p:cNvPr id="778263" name="Line 23">
              <a:extLst>
                <a:ext uri="{FF2B5EF4-FFF2-40B4-BE49-F238E27FC236}">
                  <a16:creationId xmlns:a16="http://schemas.microsoft.com/office/drawing/2014/main" id="{369FAD45-5455-9E22-7876-686BE2343840}"/>
                </a:ext>
              </a:extLst>
            </p:cNvPr>
            <p:cNvSpPr>
              <a:spLocks noChangeShapeType="1"/>
            </p:cNvSpPr>
            <p:nvPr/>
          </p:nvSpPr>
          <p:spPr bwMode="auto">
            <a:xfrm>
              <a:off x="4465" y="1492"/>
              <a:ext cx="0" cy="544"/>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78264" name="AutoShape 24">
              <a:extLst>
                <a:ext uri="{FF2B5EF4-FFF2-40B4-BE49-F238E27FC236}">
                  <a16:creationId xmlns:a16="http://schemas.microsoft.com/office/drawing/2014/main" id="{D242625A-53C9-93FE-5B39-3032AE0C0F8E}"/>
                </a:ext>
              </a:extLst>
            </p:cNvPr>
            <p:cNvSpPr>
              <a:spLocks noChangeArrowheads="1"/>
            </p:cNvSpPr>
            <p:nvPr/>
          </p:nvSpPr>
          <p:spPr bwMode="auto">
            <a:xfrm>
              <a:off x="3977" y="1584"/>
              <a:ext cx="982" cy="191"/>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pPr algn="ctr"/>
              <a:r>
                <a:rPr lang="en-US" altLang="ja-JP" sz="1600" b="0">
                  <a:latin typeface="MS UI Gothic" panose="020B0600070205080204" pitchFamily="50" charset="-128"/>
                </a:rPr>
                <a:t>cnt ← 1</a:t>
              </a:r>
              <a:endParaRPr lang="en-US" altLang="ja-JP" sz="1600">
                <a:latin typeface="MS UI Gothic" panose="020B0600070205080204" pitchFamily="50" charset="-128"/>
              </a:endParaRPr>
            </a:p>
          </p:txBody>
        </p:sp>
        <p:sp>
          <p:nvSpPr>
            <p:cNvPr id="778265" name="Text Box 25">
              <a:extLst>
                <a:ext uri="{FF2B5EF4-FFF2-40B4-BE49-F238E27FC236}">
                  <a16:creationId xmlns:a16="http://schemas.microsoft.com/office/drawing/2014/main" id="{EB2261DA-1107-5293-03D9-927005E1D20D}"/>
                </a:ext>
              </a:extLst>
            </p:cNvPr>
            <p:cNvSpPr txBox="1">
              <a:spLocks noChangeArrowheads="1"/>
            </p:cNvSpPr>
            <p:nvPr/>
          </p:nvSpPr>
          <p:spPr bwMode="auto">
            <a:xfrm>
              <a:off x="5025" y="2442"/>
              <a:ext cx="377" cy="1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pPr algn="ctr">
                <a:lnSpc>
                  <a:spcPct val="96000"/>
                </a:lnSpc>
              </a:pPr>
              <a:r>
                <a:rPr lang="en-US" altLang="ja-JP" sz="1600" b="0">
                  <a:latin typeface="MS UI Gothic" panose="020B0600070205080204" pitchFamily="50" charset="-128"/>
                </a:rPr>
                <a:t>true</a:t>
              </a:r>
              <a:endParaRPr lang="en-US" altLang="ja-JP" sz="1600">
                <a:latin typeface="MS UI Gothic" panose="020B0600070205080204" pitchFamily="50" charset="-128"/>
              </a:endParaRPr>
            </a:p>
          </p:txBody>
        </p:sp>
        <p:sp>
          <p:nvSpPr>
            <p:cNvPr id="778266" name="Text Box 26">
              <a:extLst>
                <a:ext uri="{FF2B5EF4-FFF2-40B4-BE49-F238E27FC236}">
                  <a16:creationId xmlns:a16="http://schemas.microsoft.com/office/drawing/2014/main" id="{BF78C28D-89FE-7C99-DF39-6E0A8B383E62}"/>
                </a:ext>
              </a:extLst>
            </p:cNvPr>
            <p:cNvSpPr txBox="1">
              <a:spLocks noChangeArrowheads="1"/>
            </p:cNvSpPr>
            <p:nvPr/>
          </p:nvSpPr>
          <p:spPr bwMode="auto">
            <a:xfrm>
              <a:off x="4550" y="2823"/>
              <a:ext cx="377" cy="1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pPr algn="ctr">
                <a:lnSpc>
                  <a:spcPct val="96000"/>
                </a:lnSpc>
              </a:pPr>
              <a:r>
                <a:rPr lang="en-US" altLang="ja-JP" sz="1600" b="0">
                  <a:latin typeface="MS UI Gothic" panose="020B0600070205080204" pitchFamily="50" charset="-128"/>
                </a:rPr>
                <a:t>false</a:t>
              </a:r>
              <a:endParaRPr lang="en-US" altLang="ja-JP" sz="1600">
                <a:latin typeface="MS UI Gothic" panose="020B0600070205080204" pitchFamily="50" charset="-128"/>
              </a:endParaRPr>
            </a:p>
          </p:txBody>
        </p:sp>
        <p:sp>
          <p:nvSpPr>
            <p:cNvPr id="778267" name="AutoShape 27">
              <a:extLst>
                <a:ext uri="{FF2B5EF4-FFF2-40B4-BE49-F238E27FC236}">
                  <a16:creationId xmlns:a16="http://schemas.microsoft.com/office/drawing/2014/main" id="{C7FA05A9-32CB-F8B4-B69A-720669042502}"/>
                </a:ext>
              </a:extLst>
            </p:cNvPr>
            <p:cNvSpPr>
              <a:spLocks noChangeArrowheads="1"/>
            </p:cNvSpPr>
            <p:nvPr/>
          </p:nvSpPr>
          <p:spPr bwMode="auto">
            <a:xfrm>
              <a:off x="3789" y="2513"/>
              <a:ext cx="1374" cy="318"/>
            </a:xfrm>
            <a:prstGeom prst="flowChartDecision">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pPr algn="ctr">
                <a:lnSpc>
                  <a:spcPct val="96000"/>
                </a:lnSpc>
              </a:pPr>
              <a:r>
                <a:rPr lang="en-US" altLang="ja-JP" sz="1600" b="0" dirty="0" err="1">
                  <a:latin typeface="+mj-lt"/>
                </a:rPr>
                <a:t>cnt</a:t>
              </a:r>
              <a:r>
                <a:rPr lang="en-US" altLang="ja-JP" sz="1600" b="0" dirty="0">
                  <a:latin typeface="+mj-lt"/>
                </a:rPr>
                <a:t> ≠ </a:t>
              </a:r>
              <a:r>
                <a:rPr lang="en-US" altLang="ja-JP" sz="1600" b="0" dirty="0" err="1">
                  <a:latin typeface="+mj-lt"/>
                </a:rPr>
                <a:t>bội</a:t>
              </a:r>
              <a:r>
                <a:rPr lang="en-US" altLang="ja-JP" sz="1600" b="0" dirty="0">
                  <a:latin typeface="+mj-lt"/>
                </a:rPr>
                <a:t> </a:t>
              </a:r>
              <a:r>
                <a:rPr lang="en-US" altLang="ja-JP" sz="1600" b="0" dirty="0" err="1">
                  <a:latin typeface="+mj-lt"/>
                </a:rPr>
                <a:t>số</a:t>
              </a:r>
              <a:r>
                <a:rPr lang="en-US" altLang="ja-JP" sz="1600" b="0" dirty="0">
                  <a:latin typeface="+mj-lt"/>
                </a:rPr>
                <a:t> </a:t>
              </a:r>
              <a:r>
                <a:rPr lang="en-US" altLang="ja-JP" sz="1600" b="0" dirty="0" err="1">
                  <a:latin typeface="+mj-lt"/>
                </a:rPr>
                <a:t>của</a:t>
              </a:r>
              <a:r>
                <a:rPr lang="en-US" altLang="ja-JP" sz="1600" b="0" dirty="0">
                  <a:latin typeface="+mj-lt"/>
                </a:rPr>
                <a:t> 3</a:t>
              </a:r>
              <a:endParaRPr lang="en-US" altLang="ja-JP" sz="1600" dirty="0">
                <a:latin typeface="+mj-lt"/>
              </a:endParaRPr>
            </a:p>
          </p:txBody>
        </p:sp>
        <p:sp>
          <p:nvSpPr>
            <p:cNvPr id="778268" name="AutoShape 28">
              <a:extLst>
                <a:ext uri="{FF2B5EF4-FFF2-40B4-BE49-F238E27FC236}">
                  <a16:creationId xmlns:a16="http://schemas.microsoft.com/office/drawing/2014/main" id="{BD31E7CA-D4AF-F4B7-E488-09065D798363}"/>
                </a:ext>
              </a:extLst>
            </p:cNvPr>
            <p:cNvSpPr>
              <a:spLocks noChangeArrowheads="1"/>
            </p:cNvSpPr>
            <p:nvPr/>
          </p:nvSpPr>
          <p:spPr bwMode="auto">
            <a:xfrm>
              <a:off x="3989" y="3027"/>
              <a:ext cx="981" cy="201"/>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pPr algn="ctr"/>
              <a:r>
                <a:rPr lang="en-US" altLang="ja-JP" sz="1400" b="0" dirty="0">
                  <a:latin typeface="+mj-lt"/>
                </a:rPr>
                <a:t>Hiển </a:t>
              </a:r>
              <a:r>
                <a:rPr lang="en-US" altLang="ja-JP" sz="1400" b="0" dirty="0" err="1">
                  <a:latin typeface="+mj-lt"/>
                </a:rPr>
                <a:t>thị</a:t>
              </a:r>
              <a:r>
                <a:rPr lang="en-US" altLang="ja-JP" sz="1400" b="0" dirty="0">
                  <a:latin typeface="+mj-lt"/>
                </a:rPr>
                <a:t> </a:t>
              </a:r>
              <a:r>
                <a:rPr lang="en-US" altLang="ja-JP" sz="1400" b="0" dirty="0" err="1">
                  <a:latin typeface="+mj-lt"/>
                </a:rPr>
                <a:t>giá</a:t>
              </a:r>
              <a:r>
                <a:rPr lang="en-US" altLang="ja-JP" sz="1400" b="0" dirty="0">
                  <a:latin typeface="+mj-lt"/>
                </a:rPr>
                <a:t> </a:t>
              </a:r>
              <a:r>
                <a:rPr lang="en-US" altLang="ja-JP" sz="1400" b="0" dirty="0" err="1">
                  <a:latin typeface="+mj-lt"/>
                </a:rPr>
                <a:t>trị</a:t>
              </a:r>
              <a:r>
                <a:rPr lang="en-US" altLang="ja-JP" sz="1400" b="0" dirty="0">
                  <a:latin typeface="+mj-lt"/>
                </a:rPr>
                <a:t> </a:t>
              </a:r>
              <a:r>
                <a:rPr lang="en-US" altLang="ja-JP" sz="1400" b="0" dirty="0" err="1">
                  <a:latin typeface="+mj-lt"/>
                </a:rPr>
                <a:t>cnt</a:t>
              </a:r>
              <a:endParaRPr lang="en-US" altLang="ja-JP" sz="1400" b="0" dirty="0">
                <a:latin typeface="+mj-lt"/>
              </a:endParaRPr>
            </a:p>
          </p:txBody>
        </p:sp>
        <p:sp>
          <p:nvSpPr>
            <p:cNvPr id="778269" name="AutoShape 29">
              <a:extLst>
                <a:ext uri="{FF2B5EF4-FFF2-40B4-BE49-F238E27FC236}">
                  <a16:creationId xmlns:a16="http://schemas.microsoft.com/office/drawing/2014/main" id="{F85B123A-9555-83E2-8C89-ADBA8382F1F4}"/>
                </a:ext>
              </a:extLst>
            </p:cNvPr>
            <p:cNvSpPr>
              <a:spLocks noChangeArrowheads="1"/>
            </p:cNvSpPr>
            <p:nvPr/>
          </p:nvSpPr>
          <p:spPr bwMode="auto">
            <a:xfrm>
              <a:off x="3984" y="3576"/>
              <a:ext cx="1003" cy="216"/>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pPr algn="ctr"/>
              <a:r>
                <a:rPr lang="en-US" altLang="ja-JP" sz="1600" b="0">
                  <a:latin typeface="MS UI Gothic" panose="020B0600070205080204" pitchFamily="50" charset="-128"/>
                </a:rPr>
                <a:t>cnt</a:t>
              </a:r>
              <a:r>
                <a:rPr lang="ja-JP" altLang="en-US" sz="1600" b="0">
                  <a:latin typeface="MS UI Gothic" panose="020B0600070205080204" pitchFamily="50" charset="-128"/>
                </a:rPr>
                <a:t>　←　</a:t>
              </a:r>
              <a:r>
                <a:rPr lang="en-US" altLang="ja-JP" sz="1600" b="0">
                  <a:latin typeface="MS UI Gothic" panose="020B0600070205080204" pitchFamily="50" charset="-128"/>
                </a:rPr>
                <a:t>cnt + 1</a:t>
              </a:r>
              <a:endParaRPr lang="en-US" altLang="ja-JP" sz="1600">
                <a:latin typeface="MS UI Gothic" panose="020B0600070205080204" pitchFamily="50" charset="-128"/>
              </a:endParaRPr>
            </a:p>
          </p:txBody>
        </p:sp>
        <p:sp>
          <p:nvSpPr>
            <p:cNvPr id="778273" name="Line 33">
              <a:extLst>
                <a:ext uri="{FF2B5EF4-FFF2-40B4-BE49-F238E27FC236}">
                  <a16:creationId xmlns:a16="http://schemas.microsoft.com/office/drawing/2014/main" id="{0609AD4B-DB9B-9BBC-07FF-BC06582914B0}"/>
                </a:ext>
              </a:extLst>
            </p:cNvPr>
            <p:cNvSpPr>
              <a:spLocks noChangeShapeType="1"/>
            </p:cNvSpPr>
            <p:nvPr/>
          </p:nvSpPr>
          <p:spPr bwMode="auto">
            <a:xfrm flipH="1">
              <a:off x="4495" y="3478"/>
              <a:ext cx="1132" cy="0"/>
            </a:xfrm>
            <a:prstGeom prst="line">
              <a:avLst/>
            </a:prstGeom>
            <a:noFill/>
            <a:ln w="44450">
              <a:solidFill>
                <a:srgbClr val="3FB00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endParaRPr lang="ja-JP" altLang="en-US"/>
            </a:p>
          </p:txBody>
        </p:sp>
        <p:sp>
          <p:nvSpPr>
            <p:cNvPr id="778274" name="Line 34">
              <a:extLst>
                <a:ext uri="{FF2B5EF4-FFF2-40B4-BE49-F238E27FC236}">
                  <a16:creationId xmlns:a16="http://schemas.microsoft.com/office/drawing/2014/main" id="{3FFDC811-D53F-5C87-B467-0F1907AB149A}"/>
                </a:ext>
              </a:extLst>
            </p:cNvPr>
            <p:cNvSpPr>
              <a:spLocks noChangeShapeType="1"/>
            </p:cNvSpPr>
            <p:nvPr/>
          </p:nvSpPr>
          <p:spPr bwMode="auto">
            <a:xfrm flipH="1">
              <a:off x="5624" y="2667"/>
              <a:ext cx="4" cy="817"/>
            </a:xfrm>
            <a:prstGeom prst="line">
              <a:avLst/>
            </a:prstGeom>
            <a:noFill/>
            <a:ln w="38100">
              <a:solidFill>
                <a:srgbClr val="3FB00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endParaRPr lang="ja-JP" altLang="en-US"/>
            </a:p>
          </p:txBody>
        </p:sp>
        <p:sp>
          <p:nvSpPr>
            <p:cNvPr id="778277" name="Text Box 37">
              <a:extLst>
                <a:ext uri="{FF2B5EF4-FFF2-40B4-BE49-F238E27FC236}">
                  <a16:creationId xmlns:a16="http://schemas.microsoft.com/office/drawing/2014/main" id="{C5EA4BCC-7F9C-93C9-F492-B34B4F195E7D}"/>
                </a:ext>
              </a:extLst>
            </p:cNvPr>
            <p:cNvSpPr txBox="1">
              <a:spLocks noChangeArrowheads="1"/>
            </p:cNvSpPr>
            <p:nvPr/>
          </p:nvSpPr>
          <p:spPr bwMode="auto">
            <a:xfrm>
              <a:off x="3558" y="2416"/>
              <a:ext cx="290" cy="523"/>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ja-JP" sz="1600" b="0" dirty="0" err="1">
                  <a:latin typeface="+mj-lt"/>
                </a:rPr>
                <a:t>Xử</a:t>
              </a:r>
              <a:r>
                <a:rPr lang="en-US" altLang="ja-JP" sz="1600" b="0" dirty="0">
                  <a:latin typeface="+mj-lt"/>
                </a:rPr>
                <a:t> </a:t>
              </a:r>
              <a:r>
                <a:rPr lang="en-US" altLang="ja-JP" sz="1600" b="0" dirty="0" err="1">
                  <a:latin typeface="+mj-lt"/>
                </a:rPr>
                <a:t>lí</a:t>
              </a:r>
              <a:r>
                <a:rPr lang="en-US" altLang="ja-JP" sz="1600" b="0" dirty="0">
                  <a:latin typeface="+mj-lt"/>
                </a:rPr>
                <a:t> </a:t>
              </a:r>
              <a:r>
                <a:rPr lang="en-US" altLang="ja-JP" sz="1600" b="0" dirty="0" err="1">
                  <a:latin typeface="+mj-lt"/>
                </a:rPr>
                <a:t>lặp</a:t>
              </a:r>
              <a:endParaRPr lang="en-US" altLang="ja-JP" sz="1600" b="0" dirty="0">
                <a:latin typeface="+mj-lt"/>
              </a:endParaRPr>
            </a:p>
          </p:txBody>
        </p:sp>
      </p:grpSp>
      <p:sp>
        <p:nvSpPr>
          <p:cNvPr id="778247" name="Rectangle 7">
            <a:extLst>
              <a:ext uri="{FF2B5EF4-FFF2-40B4-BE49-F238E27FC236}">
                <a16:creationId xmlns:a16="http://schemas.microsoft.com/office/drawing/2014/main" id="{5A89787A-6A24-787A-62A5-8F1C0F6E4CC2}"/>
              </a:ext>
            </a:extLst>
          </p:cNvPr>
          <p:cNvSpPr>
            <a:spLocks noChangeArrowheads="1"/>
          </p:cNvSpPr>
          <p:nvPr/>
        </p:nvSpPr>
        <p:spPr bwMode="auto">
          <a:xfrm>
            <a:off x="344488" y="2770188"/>
            <a:ext cx="4764087" cy="28940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endParaRPr lang="en-US" altLang="ja-JP" sz="1800" b="0">
              <a:latin typeface="ＭＳ ゴシック" panose="020B0609070205080204" pitchFamily="49" charset="-128"/>
              <a:ea typeface="ＭＳ ゴシック" panose="020B0609070205080204" pitchFamily="49" charset="-128"/>
            </a:endParaRPr>
          </a:p>
          <a:p>
            <a:pPr lvl="1"/>
            <a:r>
              <a:rPr lang="en-US" altLang="ja-JP" sz="1800" b="0">
                <a:latin typeface="ＭＳ ゴシック" panose="020B0609070205080204" pitchFamily="49" charset="-128"/>
                <a:ea typeface="ＭＳ ゴシック" panose="020B0609070205080204" pitchFamily="49" charset="-128"/>
              </a:rPr>
              <a:t>for (int cnt = 1; cnt &lt;= 10; cnt++) {</a:t>
            </a:r>
          </a:p>
          <a:p>
            <a:pPr lvl="1"/>
            <a:r>
              <a:rPr lang="en-US" altLang="ja-JP" sz="1800" b="0">
                <a:latin typeface="ＭＳ ゴシック" panose="020B0609070205080204" pitchFamily="49" charset="-128"/>
                <a:ea typeface="ＭＳ ゴシック" panose="020B0609070205080204" pitchFamily="49" charset="-128"/>
              </a:rPr>
              <a:t>    if ((cnt % 3) != 0) {</a:t>
            </a:r>
          </a:p>
          <a:p>
            <a:pPr lvl="1"/>
            <a:r>
              <a:rPr lang="en-US" altLang="ja-JP" sz="1800" b="0">
                <a:latin typeface="ＭＳ ゴシック" panose="020B0609070205080204" pitchFamily="49" charset="-128"/>
                <a:ea typeface="ＭＳ ゴシック" panose="020B0609070205080204" pitchFamily="49" charset="-128"/>
              </a:rPr>
              <a:t>        continue;</a:t>
            </a:r>
          </a:p>
          <a:p>
            <a:pPr lvl="1"/>
            <a:r>
              <a:rPr lang="en-US" altLang="ja-JP" sz="1800" b="0">
                <a:latin typeface="ＭＳ ゴシック" panose="020B0609070205080204" pitchFamily="49" charset="-128"/>
                <a:ea typeface="ＭＳ ゴシック" panose="020B0609070205080204" pitchFamily="49" charset="-128"/>
              </a:rPr>
              <a:t>    }</a:t>
            </a:r>
          </a:p>
          <a:p>
            <a:pPr lvl="1"/>
            <a:r>
              <a:rPr lang="en-US" altLang="ja-JP" sz="1800" b="0">
                <a:latin typeface="ＭＳ ゴシック" panose="020B0609070205080204" pitchFamily="49" charset="-128"/>
                <a:ea typeface="ＭＳ ゴシック" panose="020B0609070205080204" pitchFamily="49" charset="-128"/>
              </a:rPr>
              <a:t>    System.out.println</a:t>
            </a:r>
          </a:p>
          <a:p>
            <a:pPr lvl="1"/>
            <a:r>
              <a:rPr lang="en-US" altLang="ja-JP" sz="1800" b="0">
                <a:latin typeface="ＭＳ ゴシック" panose="020B0609070205080204" pitchFamily="49" charset="-128"/>
                <a:ea typeface="ＭＳ ゴシック" panose="020B0609070205080204" pitchFamily="49" charset="-128"/>
              </a:rPr>
              <a:t>           (“Bội số của 3</a:t>
            </a:r>
            <a:r>
              <a:rPr lang="ja-JP" altLang="en-US" sz="1800" b="0">
                <a:latin typeface="ＭＳ ゴシック" panose="020B0609070205080204" pitchFamily="49" charset="-128"/>
                <a:ea typeface="ＭＳ ゴシック" panose="020B0609070205080204" pitchFamily="49" charset="-128"/>
              </a:rPr>
              <a:t>：</a:t>
            </a:r>
            <a:r>
              <a:rPr lang="en-US" altLang="ja-JP" sz="1800" b="0">
                <a:latin typeface="ＭＳ ゴシック" panose="020B0609070205080204" pitchFamily="49" charset="-128"/>
                <a:ea typeface="ＭＳ ゴシック" panose="020B0609070205080204" pitchFamily="49" charset="-128"/>
              </a:rPr>
              <a:t>" + cnt);</a:t>
            </a:r>
          </a:p>
          <a:p>
            <a:pPr lvl="1"/>
            <a:r>
              <a:rPr lang="en-US" altLang="ja-JP" sz="1800" b="0">
                <a:latin typeface="ＭＳ ゴシック" panose="020B0609070205080204" pitchFamily="49" charset="-128"/>
                <a:ea typeface="ＭＳ ゴシック" panose="020B0609070205080204" pitchFamily="49" charset="-128"/>
              </a:rPr>
              <a:t>}</a:t>
            </a:r>
          </a:p>
        </p:txBody>
      </p:sp>
      <p:sp>
        <p:nvSpPr>
          <p:cNvPr id="778278" name="Rectangle 38">
            <a:extLst>
              <a:ext uri="{FF2B5EF4-FFF2-40B4-BE49-F238E27FC236}">
                <a16:creationId xmlns:a16="http://schemas.microsoft.com/office/drawing/2014/main" id="{F22DD74D-7D4C-DD8D-1AB4-76D36CEDCB09}"/>
              </a:ext>
            </a:extLst>
          </p:cNvPr>
          <p:cNvSpPr>
            <a:spLocks noChangeArrowheads="1"/>
          </p:cNvSpPr>
          <p:nvPr/>
        </p:nvSpPr>
        <p:spPr bwMode="auto">
          <a:xfrm>
            <a:off x="584200" y="3200400"/>
            <a:ext cx="342900" cy="16510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78283" name="Rectangle 43">
            <a:extLst>
              <a:ext uri="{FF2B5EF4-FFF2-40B4-BE49-F238E27FC236}">
                <a16:creationId xmlns:a16="http://schemas.microsoft.com/office/drawing/2014/main" id="{25C5D100-6621-A5F6-0433-AEBE2D73F005}"/>
              </a:ext>
            </a:extLst>
          </p:cNvPr>
          <p:cNvSpPr>
            <a:spLocks noChangeArrowheads="1"/>
          </p:cNvSpPr>
          <p:nvPr/>
        </p:nvSpPr>
        <p:spPr bwMode="auto">
          <a:xfrm>
            <a:off x="531813" y="3138488"/>
            <a:ext cx="4376737" cy="2097087"/>
          </a:xfrm>
          <a:prstGeom prst="rect">
            <a:avLst/>
          </a:prstGeom>
          <a:noFill/>
          <a:ln w="25400">
            <a:solidFill>
              <a:srgbClr val="FF6600"/>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ja-JP" altLang="ja-JP">
              <a:ea typeface="ＭＳ ゴシック" panose="020B0609070205080204" pitchFamily="49" charset="-128"/>
            </a:endParaRPr>
          </a:p>
        </p:txBody>
      </p:sp>
      <p:sp>
        <p:nvSpPr>
          <p:cNvPr id="778284" name="Rectangle 44">
            <a:extLst>
              <a:ext uri="{FF2B5EF4-FFF2-40B4-BE49-F238E27FC236}">
                <a16:creationId xmlns:a16="http://schemas.microsoft.com/office/drawing/2014/main" id="{E32CDFFF-DBFB-91F8-34E0-BFDD3F19FD9F}"/>
              </a:ext>
            </a:extLst>
          </p:cNvPr>
          <p:cNvSpPr>
            <a:spLocks noChangeArrowheads="1"/>
          </p:cNvSpPr>
          <p:nvPr/>
        </p:nvSpPr>
        <p:spPr bwMode="auto">
          <a:xfrm>
            <a:off x="1492250" y="3748088"/>
            <a:ext cx="1147763" cy="346075"/>
          </a:xfrm>
          <a:prstGeom prst="rect">
            <a:avLst/>
          </a:prstGeom>
          <a:noFill/>
          <a:ln w="3175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ja-JP" altLang="ja-JP">
              <a:ea typeface="ＭＳ ゴシック" panose="020B0609070205080204" pitchFamily="49" charset="-128"/>
            </a:endParaRPr>
          </a:p>
        </p:txBody>
      </p:sp>
      <p:sp>
        <p:nvSpPr>
          <p:cNvPr id="778285" name="AutoShape 45">
            <a:extLst>
              <a:ext uri="{FF2B5EF4-FFF2-40B4-BE49-F238E27FC236}">
                <a16:creationId xmlns:a16="http://schemas.microsoft.com/office/drawing/2014/main" id="{732405DF-E76A-7146-A805-7EE03EB18351}"/>
              </a:ext>
            </a:extLst>
          </p:cNvPr>
          <p:cNvSpPr>
            <a:spLocks noChangeArrowheads="1"/>
          </p:cNvSpPr>
          <p:nvPr/>
        </p:nvSpPr>
        <p:spPr bwMode="auto">
          <a:xfrm>
            <a:off x="3052763" y="3779838"/>
            <a:ext cx="1735137" cy="649287"/>
          </a:xfrm>
          <a:prstGeom prst="wedgeRoundRectCallout">
            <a:avLst>
              <a:gd name="adj1" fmla="val -69764"/>
              <a:gd name="adj2" fmla="val -21884"/>
              <a:gd name="adj3" fmla="val 16667"/>
            </a:avLst>
          </a:prstGeom>
          <a:solidFill>
            <a:srgbClr val="CCFFFF"/>
          </a:solidFill>
          <a:ln w="12700" algn="ctr">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a:latin typeface="ＭＳ ゴシック" panose="020B0609070205080204" pitchFamily="49" charset="-128"/>
                <a:ea typeface="ＭＳ ゴシック" panose="020B0609070205080204" pitchFamily="49" charset="-128"/>
              </a:rPr>
              <a:t>Skip xử lí còn lại</a:t>
            </a:r>
          </a:p>
        </p:txBody>
      </p:sp>
      <p:cxnSp>
        <p:nvCxnSpPr>
          <p:cNvPr id="778279" name="AutoShape 39">
            <a:extLst>
              <a:ext uri="{FF2B5EF4-FFF2-40B4-BE49-F238E27FC236}">
                <a16:creationId xmlns:a16="http://schemas.microsoft.com/office/drawing/2014/main" id="{8ABE9CA3-C57A-93BD-2E63-7EC02455C6A4}"/>
              </a:ext>
            </a:extLst>
          </p:cNvPr>
          <p:cNvCxnSpPr>
            <a:cxnSpLocks noChangeShapeType="1"/>
            <a:endCxn id="778278" idx="1"/>
          </p:cNvCxnSpPr>
          <p:nvPr/>
        </p:nvCxnSpPr>
        <p:spPr bwMode="auto">
          <a:xfrm rot="10800000">
            <a:off x="584200" y="3282950"/>
            <a:ext cx="836613" cy="623888"/>
          </a:xfrm>
          <a:prstGeom prst="curvedConnector3">
            <a:avLst>
              <a:gd name="adj1" fmla="val 127324"/>
            </a:avLst>
          </a:prstGeom>
          <a:noFill/>
          <a:ln w="25400">
            <a:solidFill>
              <a:srgbClr val="3FB007"/>
            </a:solidFill>
            <a:prstDash val="sysDot"/>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0AB62B38-F004-04DA-8CC4-2D0C9C077F68}"/>
              </a:ext>
            </a:extLst>
          </p:cNvPr>
          <p:cNvSpPr>
            <a:spLocks noGrp="1"/>
          </p:cNvSpPr>
          <p:nvPr>
            <p:ph type="sldNum" sz="quarter" idx="10"/>
          </p:nvPr>
        </p:nvSpPr>
        <p:spPr/>
        <p:txBody>
          <a:bodyPr/>
          <a:lstStyle/>
          <a:p>
            <a:fld id="{2729682D-4AD1-4E1C-8C86-3F952DADE2E3}" type="slidenum">
              <a:rPr lang="en-US" altLang="ja-JP"/>
              <a:pPr/>
              <a:t>57</a:t>
            </a:fld>
            <a:endParaRPr lang="en-US" altLang="ja-JP"/>
          </a:p>
        </p:txBody>
      </p:sp>
      <p:sp>
        <p:nvSpPr>
          <p:cNvPr id="788482" name="Rectangle 2">
            <a:extLst>
              <a:ext uri="{FF2B5EF4-FFF2-40B4-BE49-F238E27FC236}">
                <a16:creationId xmlns:a16="http://schemas.microsoft.com/office/drawing/2014/main" id="{DEF6DF2C-C28B-6210-BAC8-3585A87A67BB}"/>
              </a:ext>
            </a:extLst>
          </p:cNvPr>
          <p:cNvSpPr>
            <a:spLocks noGrp="1" noChangeArrowheads="1"/>
          </p:cNvSpPr>
          <p:nvPr>
            <p:ph type="body" sz="half" idx="1"/>
          </p:nvPr>
        </p:nvSpPr>
        <p:spPr>
          <a:xfrm>
            <a:off x="344488" y="1143000"/>
            <a:ext cx="9028112" cy="5557838"/>
          </a:xfrm>
        </p:spPr>
        <p:txBody>
          <a:bodyPr/>
          <a:lstStyle/>
          <a:p>
            <a:r>
              <a:rPr lang="en-US" altLang="ja-JP" dirty="0" err="1">
                <a:latin typeface="+mj-lt"/>
              </a:rPr>
              <a:t>Giả</a:t>
            </a:r>
            <a:r>
              <a:rPr lang="en-US" altLang="ja-JP" dirty="0">
                <a:latin typeface="+mj-lt"/>
              </a:rPr>
              <a:t> </a:t>
            </a:r>
            <a:r>
              <a:rPr lang="en-US" altLang="ja-JP" dirty="0" err="1">
                <a:latin typeface="+mj-lt"/>
              </a:rPr>
              <a:t>sử</a:t>
            </a:r>
            <a:r>
              <a:rPr lang="en-US" altLang="ja-JP" dirty="0">
                <a:latin typeface="+mj-lt"/>
              </a:rPr>
              <a:t> </a:t>
            </a:r>
            <a:r>
              <a:rPr lang="en-US" altLang="ja-JP" dirty="0" err="1">
                <a:latin typeface="+mj-lt"/>
              </a:rPr>
              <a:t>tất</a:t>
            </a:r>
            <a:r>
              <a:rPr lang="en-US" altLang="ja-JP" dirty="0">
                <a:latin typeface="+mj-lt"/>
              </a:rPr>
              <a:t> </a:t>
            </a:r>
            <a:r>
              <a:rPr lang="en-US" altLang="ja-JP" dirty="0" err="1">
                <a:latin typeface="+mj-lt"/>
              </a:rPr>
              <a:t>cả</a:t>
            </a:r>
            <a:r>
              <a:rPr lang="en-US" altLang="ja-JP" dirty="0">
                <a:latin typeface="+mj-lt"/>
              </a:rPr>
              <a:t> </a:t>
            </a:r>
            <a:r>
              <a:rPr lang="en-US" altLang="ja-JP" dirty="0" err="1">
                <a:latin typeface="+mj-lt"/>
              </a:rPr>
              <a:t>các</a:t>
            </a:r>
            <a:r>
              <a:rPr lang="en-US" altLang="ja-JP" dirty="0">
                <a:latin typeface="+mj-lt"/>
              </a:rPr>
              <a:t> </a:t>
            </a:r>
            <a:r>
              <a:rPr lang="en-US" altLang="ja-JP" dirty="0" err="1">
                <a:latin typeface="+mj-lt"/>
              </a:rPr>
              <a:t>biến</a:t>
            </a:r>
            <a:r>
              <a:rPr lang="en-US" altLang="ja-JP" dirty="0">
                <a:latin typeface="+mj-lt"/>
              </a:rPr>
              <a:t> </a:t>
            </a:r>
            <a:r>
              <a:rPr lang="en-US" altLang="ja-JP" dirty="0" err="1">
                <a:latin typeface="+mj-lt"/>
              </a:rPr>
              <a:t>đều</a:t>
            </a:r>
            <a:r>
              <a:rPr lang="en-US" altLang="ja-JP" dirty="0">
                <a:latin typeface="+mj-lt"/>
              </a:rPr>
              <a:t> </a:t>
            </a:r>
            <a:r>
              <a:rPr lang="en-US" altLang="ja-JP" dirty="0" err="1">
                <a:latin typeface="+mj-lt"/>
              </a:rPr>
              <a:t>được</a:t>
            </a:r>
            <a:r>
              <a:rPr lang="en-US" altLang="ja-JP" dirty="0">
                <a:latin typeface="+mj-lt"/>
              </a:rPr>
              <a:t> </a:t>
            </a:r>
            <a:r>
              <a:rPr lang="en-US" altLang="ja-JP" dirty="0" err="1">
                <a:latin typeface="+mj-lt"/>
              </a:rPr>
              <a:t>khai</a:t>
            </a:r>
            <a:r>
              <a:rPr lang="en-US" altLang="ja-JP" dirty="0">
                <a:latin typeface="+mj-lt"/>
              </a:rPr>
              <a:t> </a:t>
            </a:r>
            <a:r>
              <a:rPr lang="en-US" altLang="ja-JP" dirty="0" err="1">
                <a:latin typeface="+mj-lt"/>
              </a:rPr>
              <a:t>báo</a:t>
            </a:r>
            <a:r>
              <a:rPr lang="en-US" altLang="ja-JP" dirty="0">
                <a:latin typeface="+mj-lt"/>
              </a:rPr>
              <a:t> </a:t>
            </a:r>
            <a:r>
              <a:rPr lang="en-US" altLang="ja-JP" dirty="0" err="1">
                <a:latin typeface="+mj-lt"/>
              </a:rPr>
              <a:t>và</a:t>
            </a:r>
            <a:r>
              <a:rPr lang="en-US" altLang="ja-JP" dirty="0">
                <a:latin typeface="+mj-lt"/>
              </a:rPr>
              <a:t> </a:t>
            </a:r>
            <a:r>
              <a:rPr lang="en-US" altLang="ja-JP" dirty="0" err="1">
                <a:latin typeface="+mj-lt"/>
              </a:rPr>
              <a:t>khởi</a:t>
            </a:r>
            <a:r>
              <a:rPr lang="en-US" altLang="ja-JP" dirty="0">
                <a:latin typeface="+mj-lt"/>
              </a:rPr>
              <a:t> </a:t>
            </a:r>
            <a:r>
              <a:rPr lang="en-US" altLang="ja-JP" dirty="0" err="1">
                <a:latin typeface="+mj-lt"/>
              </a:rPr>
              <a:t>tạo</a:t>
            </a:r>
            <a:r>
              <a:rPr lang="en-US" altLang="ja-JP" dirty="0">
                <a:latin typeface="+mj-lt"/>
              </a:rPr>
              <a:t> </a:t>
            </a:r>
            <a:r>
              <a:rPr lang="en-US" altLang="ja-JP" dirty="0" err="1">
                <a:latin typeface="+mj-lt"/>
              </a:rPr>
              <a:t>đúng</a:t>
            </a:r>
            <a:r>
              <a:rPr lang="en-US" altLang="ja-JP" dirty="0">
                <a:latin typeface="+mj-lt"/>
              </a:rPr>
              <a:t> </a:t>
            </a:r>
            <a:r>
              <a:rPr lang="en-US" altLang="ja-JP" dirty="0" err="1">
                <a:latin typeface="+mj-lt"/>
              </a:rPr>
              <a:t>cách</a:t>
            </a:r>
            <a:r>
              <a:rPr lang="en-US" altLang="ja-JP" dirty="0">
                <a:latin typeface="+mj-lt"/>
              </a:rPr>
              <a:t>, </a:t>
            </a:r>
            <a:r>
              <a:rPr lang="en-US" altLang="ja-JP" dirty="0" err="1">
                <a:latin typeface="+mj-lt"/>
              </a:rPr>
              <a:t>chương</a:t>
            </a:r>
            <a:r>
              <a:rPr lang="en-US" altLang="ja-JP" dirty="0">
                <a:latin typeface="+mj-lt"/>
              </a:rPr>
              <a:t> </a:t>
            </a:r>
            <a:r>
              <a:rPr lang="en-US" altLang="ja-JP" dirty="0" err="1">
                <a:latin typeface="+mj-lt"/>
              </a:rPr>
              <a:t>trình</a:t>
            </a:r>
            <a:r>
              <a:rPr lang="en-US" altLang="ja-JP" dirty="0">
                <a:latin typeface="+mj-lt"/>
              </a:rPr>
              <a:t> </a:t>
            </a:r>
            <a:r>
              <a:rPr lang="en-US" altLang="ja-JP" dirty="0" err="1">
                <a:latin typeface="+mj-lt"/>
              </a:rPr>
              <a:t>sau</a:t>
            </a:r>
            <a:r>
              <a:rPr lang="en-US" altLang="ja-JP" dirty="0">
                <a:latin typeface="+mj-lt"/>
              </a:rPr>
              <a:t> </a:t>
            </a:r>
            <a:r>
              <a:rPr lang="en-US" altLang="ja-JP" dirty="0" err="1">
                <a:latin typeface="+mj-lt"/>
              </a:rPr>
              <a:t>có</a:t>
            </a:r>
            <a:r>
              <a:rPr lang="en-US" altLang="ja-JP" dirty="0">
                <a:latin typeface="+mj-lt"/>
              </a:rPr>
              <a:t> </a:t>
            </a:r>
            <a:r>
              <a:rPr lang="en-US" altLang="ja-JP" dirty="0" err="1">
                <a:latin typeface="+mj-lt"/>
              </a:rPr>
              <a:t>biên</a:t>
            </a:r>
            <a:r>
              <a:rPr lang="en-US" altLang="ja-JP" dirty="0">
                <a:latin typeface="+mj-lt"/>
              </a:rPr>
              <a:t> </a:t>
            </a:r>
            <a:r>
              <a:rPr lang="en-US" altLang="ja-JP" dirty="0" err="1">
                <a:latin typeface="+mj-lt"/>
              </a:rPr>
              <a:t>dịch</a:t>
            </a:r>
            <a:r>
              <a:rPr lang="en-US" altLang="ja-JP" dirty="0">
                <a:latin typeface="+mj-lt"/>
              </a:rPr>
              <a:t> </a:t>
            </a:r>
            <a:r>
              <a:rPr lang="en-US" altLang="ja-JP" dirty="0" err="1">
                <a:latin typeface="+mj-lt"/>
              </a:rPr>
              <a:t>được</a:t>
            </a:r>
            <a:r>
              <a:rPr lang="en-US" altLang="ja-JP" dirty="0">
                <a:latin typeface="+mj-lt"/>
              </a:rPr>
              <a:t> </a:t>
            </a:r>
            <a:r>
              <a:rPr lang="en-US" altLang="ja-JP" dirty="0" err="1">
                <a:latin typeface="+mj-lt"/>
              </a:rPr>
              <a:t>không</a:t>
            </a:r>
            <a:r>
              <a:rPr lang="en-US" altLang="ja-JP" dirty="0">
                <a:latin typeface="+mj-lt"/>
              </a:rPr>
              <a:t>?</a:t>
            </a:r>
            <a:r>
              <a:rPr lang="ja-JP" altLang="ja-JP" dirty="0">
                <a:latin typeface="+mj-lt"/>
              </a:rPr>
              <a:t> </a:t>
            </a:r>
            <a:endParaRPr lang="en-US" altLang="ja-JP" dirty="0">
              <a:latin typeface="+mj-lt"/>
            </a:endParaRPr>
          </a:p>
          <a:p>
            <a:pPr marL="0" indent="0">
              <a:buNone/>
            </a:pPr>
            <a:r>
              <a:rPr lang="ja-JP" altLang="ja-JP" i="1" dirty="0">
                <a:latin typeface="+mj-lt"/>
              </a:rPr>
              <a:t>for ( i = 1, j = 2; i &lt; 3; i++, j++ ){</a:t>
            </a:r>
            <a:endParaRPr lang="en-US" altLang="ja-JP" i="1" dirty="0">
              <a:latin typeface="+mj-lt"/>
            </a:endParaRPr>
          </a:p>
          <a:p>
            <a:pPr marL="0" indent="0">
              <a:buNone/>
            </a:pPr>
            <a:r>
              <a:rPr lang="ja-JP" altLang="ja-JP" i="1" dirty="0">
                <a:latin typeface="+mj-lt"/>
              </a:rPr>
              <a:t>};</a:t>
            </a:r>
          </a:p>
          <a:p>
            <a:pPr marL="514350" indent="-514350">
              <a:buAutoNum type="alphaUcPeriod"/>
            </a:pPr>
            <a:r>
              <a:rPr lang="en-US" altLang="ja-JP" dirty="0" err="1">
                <a:latin typeface="+mj-lt"/>
              </a:rPr>
              <a:t>Có</a:t>
            </a:r>
            <a:endParaRPr lang="en-US" altLang="ja-JP" dirty="0">
              <a:latin typeface="+mj-lt"/>
            </a:endParaRPr>
          </a:p>
          <a:p>
            <a:pPr marL="514350" indent="-514350">
              <a:buAutoNum type="alphaUcPeriod"/>
            </a:pPr>
            <a:r>
              <a:rPr lang="en-US" altLang="ja-JP" dirty="0" err="1">
                <a:latin typeface="+mj-lt"/>
              </a:rPr>
              <a:t>Không</a:t>
            </a:r>
            <a:endParaRPr lang="en-US" altLang="ja-JP" dirty="0">
              <a:latin typeface="+mj-lt"/>
            </a:endParaRPr>
          </a:p>
          <a:p>
            <a:pPr marL="0" indent="0">
              <a:buNone/>
            </a:pPr>
            <a:r>
              <a:rPr lang="ja-JP" altLang="en-US" dirty="0">
                <a:latin typeface="+mj-lt"/>
              </a:rPr>
              <a:t>✅ </a:t>
            </a:r>
            <a:r>
              <a:rPr lang="en-US" altLang="ja-JP" dirty="0" err="1">
                <a:latin typeface="+mj-lt"/>
              </a:rPr>
              <a:t>Đáp</a:t>
            </a:r>
            <a:r>
              <a:rPr lang="en-US" altLang="ja-JP" dirty="0">
                <a:latin typeface="+mj-lt"/>
              </a:rPr>
              <a:t> </a:t>
            </a:r>
            <a:r>
              <a:rPr lang="en-US" altLang="ja-JP" dirty="0" err="1">
                <a:latin typeface="+mj-lt"/>
              </a:rPr>
              <a:t>án</a:t>
            </a:r>
            <a:r>
              <a:rPr lang="en-US" altLang="ja-JP" dirty="0">
                <a:latin typeface="+mj-lt"/>
              </a:rPr>
              <a:t>: A</a:t>
            </a:r>
            <a:endParaRPr lang="ja-JP" altLang="en-US" dirty="0">
              <a:latin typeface="+mj-lt"/>
            </a:endParaRPr>
          </a:p>
          <a:p>
            <a:pPr marL="514350" indent="-514350">
              <a:buAutoNum type="alphaUcPeriod"/>
            </a:pPr>
            <a:endParaRPr lang="ja-JP" altLang="ja-JP" dirty="0">
              <a:latin typeface="+mj-lt"/>
            </a:endParaRPr>
          </a:p>
          <a:p>
            <a:endParaRPr lang="ja-JP" altLang="ja-JP" sz="1800" dirty="0">
              <a:latin typeface="+mj-lt"/>
            </a:endParaRPr>
          </a:p>
        </p:txBody>
      </p:sp>
      <p:sp>
        <p:nvSpPr>
          <p:cNvPr id="788483" name="Rectangle 3">
            <a:extLst>
              <a:ext uri="{FF2B5EF4-FFF2-40B4-BE49-F238E27FC236}">
                <a16:creationId xmlns:a16="http://schemas.microsoft.com/office/drawing/2014/main" id="{916C5F60-319F-17D6-C4F7-82C051A88430}"/>
              </a:ext>
            </a:extLst>
          </p:cNvPr>
          <p:cNvSpPr>
            <a:spLocks noGrp="1" noChangeArrowheads="1"/>
          </p:cNvSpPr>
          <p:nvPr>
            <p:ph type="title"/>
          </p:nvPr>
        </p:nvSpPr>
        <p:spPr>
          <a:xfrm>
            <a:off x="316573" y="560388"/>
            <a:ext cx="9217025" cy="490537"/>
          </a:xfrm>
        </p:spPr>
        <p:txBody>
          <a:bodyPr>
            <a:normAutofit fontScale="90000"/>
          </a:bodyPr>
          <a:lstStyle/>
          <a:p>
            <a:r>
              <a:rPr lang="en-US" altLang="ja-JP" dirty="0" err="1">
                <a:latin typeface="+mj-lt"/>
              </a:rPr>
              <a:t>Câu</a:t>
            </a:r>
            <a:r>
              <a:rPr lang="en-US" altLang="ja-JP" dirty="0">
                <a:latin typeface="+mj-lt"/>
              </a:rPr>
              <a:t> </a:t>
            </a:r>
            <a:r>
              <a:rPr lang="en-US" altLang="ja-JP" dirty="0" err="1">
                <a:latin typeface="+mj-lt"/>
              </a:rPr>
              <a:t>hỏi</a:t>
            </a:r>
            <a:r>
              <a:rPr lang="en-US" altLang="ja-JP" dirty="0">
                <a:latin typeface="+mj-lt"/>
              </a:rPr>
              <a:t>:</a:t>
            </a:r>
            <a:endParaRPr lang="ja-JP" altLang="ja-JP" dirty="0">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848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8D94236F-4366-44BF-D7DC-D6C13F86E7DF}"/>
              </a:ext>
            </a:extLst>
          </p:cNvPr>
          <p:cNvSpPr>
            <a:spLocks noGrp="1"/>
          </p:cNvSpPr>
          <p:nvPr>
            <p:ph type="sldNum" sz="quarter" idx="10"/>
          </p:nvPr>
        </p:nvSpPr>
        <p:spPr/>
        <p:txBody>
          <a:bodyPr/>
          <a:lstStyle/>
          <a:p>
            <a:fld id="{4E2F34D0-9FDC-4B5F-B361-48230439BADE}" type="slidenum">
              <a:rPr lang="en-US" altLang="ja-JP"/>
              <a:pPr/>
              <a:t>58</a:t>
            </a:fld>
            <a:endParaRPr lang="en-US" altLang="ja-JP"/>
          </a:p>
        </p:txBody>
      </p:sp>
      <p:sp>
        <p:nvSpPr>
          <p:cNvPr id="780290" name="Rectangle 2">
            <a:extLst>
              <a:ext uri="{FF2B5EF4-FFF2-40B4-BE49-F238E27FC236}">
                <a16:creationId xmlns:a16="http://schemas.microsoft.com/office/drawing/2014/main" id="{C7392F81-E425-5CAB-1560-6F45CEEBA30C}"/>
              </a:ext>
            </a:extLst>
          </p:cNvPr>
          <p:cNvSpPr>
            <a:spLocks noGrp="1" noChangeArrowheads="1"/>
          </p:cNvSpPr>
          <p:nvPr>
            <p:ph type="body" sz="half" idx="1"/>
          </p:nvPr>
        </p:nvSpPr>
        <p:spPr>
          <a:xfrm>
            <a:off x="344488" y="972414"/>
            <a:ext cx="8951912" cy="5903913"/>
          </a:xfrm>
        </p:spPr>
        <p:txBody>
          <a:bodyPr>
            <a:normAutofit/>
          </a:bodyPr>
          <a:lstStyle/>
          <a:p>
            <a:pPr marL="0" indent="0">
              <a:buNone/>
            </a:pPr>
            <a:r>
              <a:rPr lang="en-US" altLang="ja-JP" sz="2400" dirty="0">
                <a:latin typeface="+mj-lt"/>
              </a:rPr>
              <a:t>Cast </a:t>
            </a:r>
            <a:r>
              <a:rPr lang="en-US" altLang="ja-JP" sz="2400" dirty="0" err="1">
                <a:latin typeface="+mj-lt"/>
              </a:rPr>
              <a:t>có</a:t>
            </a:r>
            <a:r>
              <a:rPr lang="en-US" altLang="ja-JP" sz="2400" dirty="0">
                <a:latin typeface="+mj-lt"/>
              </a:rPr>
              <a:t> </a:t>
            </a:r>
            <a:r>
              <a:rPr lang="en-US" altLang="ja-JP" sz="2400" dirty="0" err="1">
                <a:latin typeface="+mj-lt"/>
              </a:rPr>
              <a:t>phải</a:t>
            </a:r>
            <a:r>
              <a:rPr lang="en-US" altLang="ja-JP" sz="2400" dirty="0">
                <a:latin typeface="+mj-lt"/>
              </a:rPr>
              <a:t> </a:t>
            </a:r>
            <a:r>
              <a:rPr lang="en-US" altLang="ja-JP" sz="2400" dirty="0" err="1">
                <a:latin typeface="+mj-lt"/>
              </a:rPr>
              <a:t>là</a:t>
            </a:r>
            <a:r>
              <a:rPr lang="en-US" altLang="ja-JP" sz="2400" dirty="0">
                <a:latin typeface="+mj-lt"/>
              </a:rPr>
              <a:t> </a:t>
            </a:r>
            <a:r>
              <a:rPr lang="en-US" altLang="ja-JP" sz="2400" dirty="0" err="1">
                <a:latin typeface="+mj-lt"/>
              </a:rPr>
              <a:t>một</a:t>
            </a:r>
            <a:r>
              <a:rPr lang="en-US" altLang="ja-JP" sz="2400" dirty="0">
                <a:latin typeface="+mj-lt"/>
              </a:rPr>
              <a:t> </a:t>
            </a:r>
            <a:r>
              <a:rPr lang="en-US" altLang="ja-JP" sz="2400" dirty="0" err="1">
                <a:latin typeface="+mj-lt"/>
              </a:rPr>
              <a:t>từ</a:t>
            </a:r>
            <a:r>
              <a:rPr lang="en-US" altLang="ja-JP" sz="2400" dirty="0">
                <a:latin typeface="+mj-lt"/>
              </a:rPr>
              <a:t> </a:t>
            </a:r>
            <a:r>
              <a:rPr lang="en-US" altLang="ja-JP" sz="2400" dirty="0" err="1">
                <a:latin typeface="+mj-lt"/>
              </a:rPr>
              <a:t>khóa</a:t>
            </a:r>
            <a:r>
              <a:rPr lang="en-US" altLang="ja-JP" sz="2400" dirty="0">
                <a:latin typeface="+mj-lt"/>
              </a:rPr>
              <a:t> </a:t>
            </a:r>
            <a:r>
              <a:rPr lang="en-US" altLang="ja-JP" sz="2400" dirty="0" err="1">
                <a:latin typeface="+mj-lt"/>
              </a:rPr>
              <a:t>trong</a:t>
            </a:r>
            <a:r>
              <a:rPr lang="en-US" altLang="ja-JP" sz="2400" dirty="0">
                <a:latin typeface="+mj-lt"/>
              </a:rPr>
              <a:t> Java?</a:t>
            </a:r>
          </a:p>
          <a:p>
            <a:pPr>
              <a:buAutoNum type="alphaUcPeriod"/>
            </a:pPr>
            <a:r>
              <a:rPr lang="en-US" altLang="ja-JP" sz="2400" dirty="0" err="1">
                <a:latin typeface="+mj-lt"/>
              </a:rPr>
              <a:t>Có</a:t>
            </a:r>
            <a:r>
              <a:rPr lang="en-US" altLang="ja-JP" sz="2400" dirty="0">
                <a:latin typeface="+mj-lt"/>
              </a:rPr>
              <a:t> </a:t>
            </a:r>
          </a:p>
          <a:p>
            <a:pPr>
              <a:buAutoNum type="alphaUcPeriod"/>
            </a:pPr>
            <a:r>
              <a:rPr lang="en-US" altLang="ja-JP" sz="2400" dirty="0" err="1">
                <a:latin typeface="+mj-lt"/>
              </a:rPr>
              <a:t>Không</a:t>
            </a:r>
            <a:endParaRPr lang="en-US" altLang="ja-JP" sz="2400" dirty="0">
              <a:latin typeface="+mj-lt"/>
            </a:endParaRPr>
          </a:p>
          <a:p>
            <a:pPr marL="0" indent="0">
              <a:buNone/>
            </a:pPr>
            <a:r>
              <a:rPr lang="ja-JP" altLang="en-US" sz="2400" dirty="0">
                <a:latin typeface="+mj-lt"/>
              </a:rPr>
              <a:t>✅ </a:t>
            </a:r>
            <a:r>
              <a:rPr lang="en-US" altLang="ja-JP" sz="2400" dirty="0" err="1">
                <a:latin typeface="+mj-lt"/>
              </a:rPr>
              <a:t>Đáp</a:t>
            </a:r>
            <a:r>
              <a:rPr lang="en-US" altLang="ja-JP" sz="2400" dirty="0">
                <a:latin typeface="+mj-lt"/>
              </a:rPr>
              <a:t> </a:t>
            </a:r>
            <a:r>
              <a:rPr lang="en-US" altLang="ja-JP" sz="2400" dirty="0" err="1">
                <a:latin typeface="+mj-lt"/>
              </a:rPr>
              <a:t>án</a:t>
            </a:r>
            <a:r>
              <a:rPr lang="en-US" altLang="ja-JP" sz="2400" dirty="0">
                <a:latin typeface="+mj-lt"/>
              </a:rPr>
              <a:t>: B</a:t>
            </a:r>
            <a:endParaRPr lang="ja-JP" altLang="en-US" sz="2400" dirty="0">
              <a:latin typeface="+mj-lt"/>
            </a:endParaRPr>
          </a:p>
          <a:p>
            <a:pPr marL="0" indent="0">
              <a:buNone/>
            </a:pPr>
            <a:endParaRPr lang="ja-JP" altLang="ja-JP" sz="2400" dirty="0">
              <a:latin typeface="+mj-lt"/>
            </a:endParaRPr>
          </a:p>
        </p:txBody>
      </p:sp>
      <p:sp>
        <p:nvSpPr>
          <p:cNvPr id="780291" name="Rectangle 3">
            <a:extLst>
              <a:ext uri="{FF2B5EF4-FFF2-40B4-BE49-F238E27FC236}">
                <a16:creationId xmlns:a16="http://schemas.microsoft.com/office/drawing/2014/main" id="{6AC53E3C-7F85-718B-059F-7C7881C2B827}"/>
              </a:ext>
            </a:extLst>
          </p:cNvPr>
          <p:cNvSpPr>
            <a:spLocks noGrp="1" noChangeArrowheads="1"/>
          </p:cNvSpPr>
          <p:nvPr>
            <p:ph type="title"/>
          </p:nvPr>
        </p:nvSpPr>
        <p:spPr>
          <a:xfrm>
            <a:off x="344487" y="449215"/>
            <a:ext cx="9217025" cy="490537"/>
          </a:xfrm>
        </p:spPr>
        <p:txBody>
          <a:bodyPr>
            <a:normAutofit fontScale="90000"/>
          </a:bodyPr>
          <a:lstStyle/>
          <a:p>
            <a:r>
              <a:rPr lang="en-US" altLang="ja-JP" dirty="0" err="1">
                <a:latin typeface="+mj-lt"/>
              </a:rPr>
              <a:t>Câu</a:t>
            </a:r>
            <a:r>
              <a:rPr lang="en-US" altLang="ja-JP" dirty="0">
                <a:latin typeface="+mj-lt"/>
              </a:rPr>
              <a:t> </a:t>
            </a:r>
            <a:r>
              <a:rPr lang="en-US" altLang="ja-JP" dirty="0" err="1">
                <a:latin typeface="+mj-lt"/>
              </a:rPr>
              <a:t>hỏi</a:t>
            </a:r>
            <a:r>
              <a:rPr lang="en-US" altLang="ja-JP" dirty="0">
                <a:latin typeface="+mj-lt"/>
              </a:rPr>
              <a:t>:	</a:t>
            </a:r>
            <a:endParaRPr lang="ja-JP" altLang="ja-JP" dirty="0">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029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F8658-FD5E-AF05-EF80-A410537AE27C}"/>
            </a:ext>
          </a:extLst>
        </p:cNvPr>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5057DC89-2B4F-B789-670C-ACC7117373DA}"/>
              </a:ext>
            </a:extLst>
          </p:cNvPr>
          <p:cNvSpPr>
            <a:spLocks noGrp="1"/>
          </p:cNvSpPr>
          <p:nvPr>
            <p:ph type="sldNum" sz="quarter" idx="10"/>
          </p:nvPr>
        </p:nvSpPr>
        <p:spPr/>
        <p:txBody>
          <a:bodyPr/>
          <a:lstStyle/>
          <a:p>
            <a:fld id="{4E2F34D0-9FDC-4B5F-B361-48230439BADE}" type="slidenum">
              <a:rPr lang="en-US" altLang="ja-JP"/>
              <a:pPr/>
              <a:t>59</a:t>
            </a:fld>
            <a:endParaRPr lang="en-US" altLang="ja-JP"/>
          </a:p>
        </p:txBody>
      </p:sp>
      <p:sp>
        <p:nvSpPr>
          <p:cNvPr id="780290" name="Rectangle 2">
            <a:extLst>
              <a:ext uri="{FF2B5EF4-FFF2-40B4-BE49-F238E27FC236}">
                <a16:creationId xmlns:a16="http://schemas.microsoft.com/office/drawing/2014/main" id="{0577E80E-876C-53E3-EE08-3239A82B2474}"/>
              </a:ext>
            </a:extLst>
          </p:cNvPr>
          <p:cNvSpPr>
            <a:spLocks noGrp="1" noChangeArrowheads="1"/>
          </p:cNvSpPr>
          <p:nvPr>
            <p:ph type="body" sz="half" idx="1"/>
          </p:nvPr>
        </p:nvSpPr>
        <p:spPr>
          <a:xfrm>
            <a:off x="344488" y="972414"/>
            <a:ext cx="8951912" cy="5903913"/>
          </a:xfrm>
        </p:spPr>
        <p:txBody>
          <a:bodyPr>
            <a:normAutofit/>
          </a:bodyPr>
          <a:lstStyle/>
          <a:p>
            <a:pPr marL="0" indent="0">
              <a:buNone/>
            </a:pPr>
            <a:r>
              <a:rPr lang="en-US" altLang="ja-JP" sz="2800" dirty="0">
                <a:latin typeface="+mj-lt"/>
              </a:rPr>
              <a:t>Trong </a:t>
            </a:r>
            <a:r>
              <a:rPr lang="en-US" altLang="ja-JP" sz="2800" dirty="0" err="1">
                <a:latin typeface="+mj-lt"/>
              </a:rPr>
              <a:t>vòng</a:t>
            </a:r>
            <a:r>
              <a:rPr lang="en-US" altLang="ja-JP" sz="2800" dirty="0">
                <a:latin typeface="+mj-lt"/>
              </a:rPr>
              <a:t> </a:t>
            </a:r>
            <a:r>
              <a:rPr lang="en-US" altLang="ja-JP" sz="2800" dirty="0" err="1">
                <a:latin typeface="+mj-lt"/>
              </a:rPr>
              <a:t>lặp</a:t>
            </a:r>
            <a:r>
              <a:rPr lang="en-US" altLang="ja-JP" sz="2800" dirty="0">
                <a:latin typeface="+mj-lt"/>
              </a:rPr>
              <a:t> for, </a:t>
            </a:r>
            <a:r>
              <a:rPr lang="en-US" altLang="ja-JP" sz="2800" dirty="0" err="1">
                <a:latin typeface="+mj-lt"/>
              </a:rPr>
              <a:t>câu</a:t>
            </a:r>
            <a:r>
              <a:rPr lang="en-US" altLang="ja-JP" sz="2800" dirty="0">
                <a:latin typeface="+mj-lt"/>
              </a:rPr>
              <a:t> </a:t>
            </a:r>
            <a:r>
              <a:rPr lang="en-US" altLang="ja-JP" sz="2800" dirty="0" err="1">
                <a:latin typeface="+mj-lt"/>
              </a:rPr>
              <a:t>lệnh</a:t>
            </a:r>
            <a:r>
              <a:rPr lang="en-US" altLang="ja-JP" sz="2800" dirty="0">
                <a:latin typeface="+mj-lt"/>
              </a:rPr>
              <a:t> continue </a:t>
            </a:r>
            <a:r>
              <a:rPr lang="en-US" altLang="ja-JP" sz="2800" dirty="0" err="1">
                <a:latin typeface="+mj-lt"/>
              </a:rPr>
              <a:t>sẽ</a:t>
            </a:r>
            <a:r>
              <a:rPr lang="en-US" altLang="ja-JP" sz="2800" dirty="0">
                <a:latin typeface="+mj-lt"/>
              </a:rPr>
              <a:t> </a:t>
            </a:r>
            <a:r>
              <a:rPr lang="en-US" altLang="ja-JP" sz="2800" dirty="0" err="1">
                <a:latin typeface="+mj-lt"/>
              </a:rPr>
              <a:t>thoát</a:t>
            </a:r>
            <a:r>
              <a:rPr lang="en-US" altLang="ja-JP" sz="2800" dirty="0">
                <a:latin typeface="+mj-lt"/>
              </a:rPr>
              <a:t> </a:t>
            </a:r>
            <a:r>
              <a:rPr lang="en-US" altLang="ja-JP" sz="2800" dirty="0" err="1">
                <a:latin typeface="+mj-lt"/>
              </a:rPr>
              <a:t>ra</a:t>
            </a:r>
            <a:r>
              <a:rPr lang="en-US" altLang="ja-JP" sz="2800" dirty="0">
                <a:latin typeface="+mj-lt"/>
              </a:rPr>
              <a:t> </a:t>
            </a:r>
            <a:r>
              <a:rPr lang="en-US" altLang="ja-JP" sz="2800" dirty="0" err="1">
                <a:latin typeface="+mj-lt"/>
              </a:rPr>
              <a:t>khỏi</a:t>
            </a:r>
            <a:r>
              <a:rPr lang="en-US" altLang="ja-JP" sz="2800" dirty="0">
                <a:latin typeface="+mj-lt"/>
              </a:rPr>
              <a:t> </a:t>
            </a:r>
            <a:r>
              <a:rPr lang="en-US" altLang="ja-JP" sz="2800" dirty="0" err="1">
                <a:latin typeface="+mj-lt"/>
              </a:rPr>
              <a:t>vòng</a:t>
            </a:r>
            <a:r>
              <a:rPr lang="en-US" altLang="ja-JP" sz="2800" dirty="0">
                <a:latin typeface="+mj-lt"/>
              </a:rPr>
              <a:t> </a:t>
            </a:r>
            <a:r>
              <a:rPr lang="en-US" altLang="ja-JP" sz="2800" dirty="0" err="1">
                <a:latin typeface="+mj-lt"/>
              </a:rPr>
              <a:t>lặp</a:t>
            </a:r>
            <a:r>
              <a:rPr lang="en-US" altLang="ja-JP" sz="2800" dirty="0">
                <a:latin typeface="+mj-lt"/>
              </a:rPr>
              <a:t> </a:t>
            </a:r>
            <a:r>
              <a:rPr lang="en-US" altLang="ja-JP" sz="2800" dirty="0" err="1">
                <a:latin typeface="+mj-lt"/>
              </a:rPr>
              <a:t>và</a:t>
            </a:r>
            <a:r>
              <a:rPr lang="en-US" altLang="ja-JP" sz="2800" dirty="0">
                <a:latin typeface="+mj-lt"/>
              </a:rPr>
              <a:t> </a:t>
            </a:r>
            <a:r>
              <a:rPr lang="en-US" altLang="ja-JP" sz="2800" dirty="0" err="1">
                <a:latin typeface="+mj-lt"/>
              </a:rPr>
              <a:t>tiếp</a:t>
            </a:r>
            <a:r>
              <a:rPr lang="en-US" altLang="ja-JP" sz="2800" dirty="0">
                <a:latin typeface="+mj-lt"/>
              </a:rPr>
              <a:t> </a:t>
            </a:r>
            <a:r>
              <a:rPr lang="en-US" altLang="ja-JP" sz="2800" dirty="0" err="1">
                <a:latin typeface="+mj-lt"/>
              </a:rPr>
              <a:t>tục</a:t>
            </a:r>
            <a:r>
              <a:rPr lang="en-US" altLang="ja-JP" sz="2800" dirty="0">
                <a:latin typeface="+mj-lt"/>
              </a:rPr>
              <a:t> </a:t>
            </a:r>
            <a:r>
              <a:rPr lang="en-US" altLang="ja-JP" sz="2800" dirty="0" err="1">
                <a:latin typeface="+mj-lt"/>
              </a:rPr>
              <a:t>tại</a:t>
            </a:r>
            <a:r>
              <a:rPr lang="en-US" altLang="ja-JP" sz="2800" dirty="0">
                <a:latin typeface="+mj-lt"/>
              </a:rPr>
              <a:t> </a:t>
            </a:r>
            <a:r>
              <a:rPr lang="en-US" altLang="ja-JP" sz="2800" dirty="0" err="1">
                <a:latin typeface="+mj-lt"/>
              </a:rPr>
              <a:t>câu</a:t>
            </a:r>
            <a:r>
              <a:rPr lang="en-US" altLang="ja-JP" sz="2800" dirty="0">
                <a:latin typeface="+mj-lt"/>
              </a:rPr>
              <a:t> </a:t>
            </a:r>
            <a:r>
              <a:rPr lang="en-US" altLang="ja-JP" sz="2800" dirty="0" err="1">
                <a:latin typeface="+mj-lt"/>
              </a:rPr>
              <a:t>lệnh</a:t>
            </a:r>
            <a:r>
              <a:rPr lang="en-US" altLang="ja-JP" sz="2800" dirty="0">
                <a:latin typeface="+mj-lt"/>
              </a:rPr>
              <a:t> </a:t>
            </a:r>
            <a:r>
              <a:rPr lang="en-US" altLang="ja-JP" sz="2800" dirty="0" err="1">
                <a:latin typeface="+mj-lt"/>
              </a:rPr>
              <a:t>đầu</a:t>
            </a:r>
            <a:r>
              <a:rPr lang="en-US" altLang="ja-JP" sz="2800" dirty="0">
                <a:latin typeface="+mj-lt"/>
              </a:rPr>
              <a:t> </a:t>
            </a:r>
            <a:r>
              <a:rPr lang="en-US" altLang="ja-JP" sz="2800" dirty="0" err="1">
                <a:latin typeface="+mj-lt"/>
              </a:rPr>
              <a:t>tiên</a:t>
            </a:r>
            <a:r>
              <a:rPr lang="en-US" altLang="ja-JP" sz="2800" dirty="0">
                <a:latin typeface="+mj-lt"/>
              </a:rPr>
              <a:t> </a:t>
            </a:r>
            <a:r>
              <a:rPr lang="en-US" altLang="ja-JP" sz="2800" dirty="0" err="1">
                <a:latin typeface="+mj-lt"/>
              </a:rPr>
              <a:t>dưới</a:t>
            </a:r>
            <a:r>
              <a:rPr lang="en-US" altLang="ja-JP" sz="2800" dirty="0">
                <a:latin typeface="+mj-lt"/>
              </a:rPr>
              <a:t> </a:t>
            </a:r>
            <a:r>
              <a:rPr lang="en-US" altLang="ja-JP" sz="2800" dirty="0" err="1">
                <a:latin typeface="+mj-lt"/>
              </a:rPr>
              <a:t>vòng</a:t>
            </a:r>
            <a:r>
              <a:rPr lang="en-US" altLang="ja-JP" sz="2800" dirty="0">
                <a:latin typeface="+mj-lt"/>
              </a:rPr>
              <a:t> </a:t>
            </a:r>
            <a:r>
              <a:rPr lang="en-US" altLang="ja-JP" sz="2800" dirty="0" err="1">
                <a:latin typeface="+mj-lt"/>
              </a:rPr>
              <a:t>lặp</a:t>
            </a:r>
            <a:r>
              <a:rPr lang="en-US" altLang="ja-JP" sz="2800" dirty="0">
                <a:latin typeface="+mj-lt"/>
              </a:rPr>
              <a:t>?</a:t>
            </a:r>
            <a:endParaRPr lang="ja-JP" altLang="ja-JP" sz="2800" dirty="0">
              <a:latin typeface="+mj-lt"/>
            </a:endParaRPr>
          </a:p>
          <a:p>
            <a:pPr>
              <a:buAutoNum type="alphaUcPeriod"/>
            </a:pPr>
            <a:r>
              <a:rPr lang="en-US" altLang="ja-JP" sz="2800" dirty="0" err="1">
                <a:latin typeface="+mj-lt"/>
              </a:rPr>
              <a:t>Đúng</a:t>
            </a:r>
            <a:r>
              <a:rPr lang="en-US" altLang="ja-JP" sz="2800" dirty="0">
                <a:latin typeface="+mj-lt"/>
              </a:rPr>
              <a:t> </a:t>
            </a:r>
          </a:p>
          <a:p>
            <a:pPr>
              <a:buAutoNum type="alphaUcPeriod"/>
            </a:pPr>
            <a:r>
              <a:rPr lang="en-US" altLang="ja-JP" sz="2800" dirty="0">
                <a:latin typeface="+mj-lt"/>
              </a:rPr>
              <a:t>Sai</a:t>
            </a:r>
          </a:p>
          <a:p>
            <a:pPr marL="0" indent="0">
              <a:buNone/>
            </a:pPr>
            <a:r>
              <a:rPr lang="ja-JP" altLang="en-US" sz="2800" dirty="0">
                <a:latin typeface="+mj-lt"/>
              </a:rPr>
              <a:t>✅ </a:t>
            </a:r>
            <a:r>
              <a:rPr lang="en-US" altLang="ja-JP" sz="2800" dirty="0" err="1">
                <a:latin typeface="+mj-lt"/>
              </a:rPr>
              <a:t>Đáp</a:t>
            </a:r>
            <a:r>
              <a:rPr lang="en-US" altLang="ja-JP" sz="2800" dirty="0">
                <a:latin typeface="+mj-lt"/>
              </a:rPr>
              <a:t> </a:t>
            </a:r>
            <a:r>
              <a:rPr lang="en-US" altLang="ja-JP" sz="2800" dirty="0" err="1">
                <a:latin typeface="+mj-lt"/>
              </a:rPr>
              <a:t>án</a:t>
            </a:r>
            <a:r>
              <a:rPr lang="en-US" altLang="ja-JP" sz="2800" dirty="0">
                <a:latin typeface="+mj-lt"/>
              </a:rPr>
              <a:t>: B</a:t>
            </a:r>
            <a:endParaRPr lang="ja-JP" altLang="en-US" sz="2800" dirty="0">
              <a:latin typeface="+mj-lt"/>
            </a:endParaRPr>
          </a:p>
          <a:p>
            <a:pPr marL="0" indent="0">
              <a:buNone/>
            </a:pPr>
            <a:endParaRPr lang="ja-JP" altLang="ja-JP" sz="2400" dirty="0">
              <a:latin typeface="+mj-lt"/>
            </a:endParaRPr>
          </a:p>
        </p:txBody>
      </p:sp>
      <p:sp>
        <p:nvSpPr>
          <p:cNvPr id="780291" name="Rectangle 3">
            <a:extLst>
              <a:ext uri="{FF2B5EF4-FFF2-40B4-BE49-F238E27FC236}">
                <a16:creationId xmlns:a16="http://schemas.microsoft.com/office/drawing/2014/main" id="{C4395000-A1BE-9233-7DBF-0CA5DFA02399}"/>
              </a:ext>
            </a:extLst>
          </p:cNvPr>
          <p:cNvSpPr>
            <a:spLocks noGrp="1" noChangeArrowheads="1"/>
          </p:cNvSpPr>
          <p:nvPr>
            <p:ph type="title"/>
          </p:nvPr>
        </p:nvSpPr>
        <p:spPr>
          <a:xfrm>
            <a:off x="344487" y="449215"/>
            <a:ext cx="9217025" cy="490537"/>
          </a:xfrm>
        </p:spPr>
        <p:txBody>
          <a:bodyPr>
            <a:normAutofit fontScale="90000"/>
          </a:bodyPr>
          <a:lstStyle/>
          <a:p>
            <a:r>
              <a:rPr lang="en-US" altLang="ja-JP" dirty="0" err="1">
                <a:latin typeface="+mj-lt"/>
              </a:rPr>
              <a:t>Câu</a:t>
            </a:r>
            <a:r>
              <a:rPr lang="en-US" altLang="ja-JP" dirty="0">
                <a:latin typeface="+mj-lt"/>
              </a:rPr>
              <a:t> </a:t>
            </a:r>
            <a:r>
              <a:rPr lang="en-US" altLang="ja-JP" dirty="0" err="1">
                <a:latin typeface="+mj-lt"/>
              </a:rPr>
              <a:t>hỏi</a:t>
            </a:r>
            <a:r>
              <a:rPr lang="en-US" altLang="ja-JP" dirty="0">
                <a:latin typeface="+mj-lt"/>
              </a:rPr>
              <a:t>:	</a:t>
            </a:r>
            <a:endParaRPr lang="ja-JP" altLang="ja-JP" dirty="0">
              <a:latin typeface="+mj-lt"/>
            </a:endParaRPr>
          </a:p>
        </p:txBody>
      </p:sp>
    </p:spTree>
    <p:extLst>
      <p:ext uri="{BB962C8B-B14F-4D97-AF65-F5344CB8AC3E}">
        <p14:creationId xmlns:p14="http://schemas.microsoft.com/office/powerpoint/2010/main" val="3477372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029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標準デザイン">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Arial"/>
        <a:ea typeface="Arial"/>
        <a:cs typeface=""/>
      </a:majorFont>
      <a:minorFont>
        <a:latin typeface="Aptos Slab Black"/>
        <a:ea typeface="Arial"/>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FFF66">
            <a:alpha val="80000"/>
          </a:srgbClr>
        </a:solidFill>
        <a:ln w="12700" cap="flat" cmpd="sng" algn="ctr">
          <a:noFill/>
          <a:prstDash val="solid"/>
          <a:round/>
          <a:headEnd type="none" w="med" len="med"/>
          <a:tailEnd type="none" w="med" len="med"/>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1" sz="1400" b="0" i="0" u="none" strike="noStrike" cap="none" normalizeH="0" baseline="0" dirty="0">
            <a:ln>
              <a:noFill/>
            </a:ln>
            <a:solidFill>
              <a:srgbClr val="FF0000"/>
            </a:solidFill>
            <a:latin typeface="Meiryo UI" panose="020B0604030504040204" pitchFamily="50" charset="-128"/>
            <a:ea typeface="Meiryo UI" panose="020B0604030504040204" pitchFamily="50" charset="-128"/>
          </a:defRPr>
        </a:defPPr>
      </a:lstStyle>
    </a:spDef>
    <a:lnDef>
      <a:spPr bwMode="auto">
        <a:pattFill prst="dashHorz">
          <a:fgClr>
            <a:srgbClr val="808080"/>
          </a:fgClr>
          <a:bgClr>
            <a:srgbClr val="FFFF00"/>
          </a:bgClr>
        </a:pattFill>
        <a:ln w="12700" cap="flat" cmpd="sng" algn="ctr">
          <a:solidFill>
            <a:srgbClr val="000000"/>
          </a:solidFill>
          <a:prstDash val="solid"/>
          <a:round/>
          <a:headEnd type="none" w="med" len="med"/>
          <a:tailEnd type="none" w="med" len="med"/>
        </a:ln>
        <a:effectLst/>
      </a:spPr>
      <a:bodyPr/>
      <a:lstStyle/>
    </a:lnDef>
    <a:txDef>
      <a:spPr>
        <a:noFill/>
      </a:spPr>
      <a:bodyPr wrap="square" rtlCol="0">
        <a:spAutoFit/>
      </a:bodyPr>
      <a:lstStyle>
        <a:defPPr>
          <a:defRPr kumimoji="1" sz="1400" b="0" dirty="0" smtClean="0">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AI_IoT_Assign_Plan_Optimization_GenAI_2025.pptx" id="{14E944DE-3199-4D98-A76C-EFBF91815B4E}" vid="{1A6114F4-44F2-4525-80F9-55402634BD3F}"/>
    </a:ext>
  </a:extLst>
</a:theme>
</file>

<file path=ppt/theme/theme2.xml><?xml version="1.0" encoding="utf-8"?>
<a:theme xmlns:a="http://schemas.openxmlformats.org/drawingml/2006/main" name="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I_IoT_Assign_Plan_Optimization_GenAI_2025.pptx" id="{14E944DE-3199-4D98-A76C-EFBF91815B4E}" vid="{8B1B50D9-B7E1-464E-B075-1B05D2128356}"/>
    </a:ext>
  </a:ext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UsolV-tmp</Template>
  <TotalTime>23984</TotalTime>
  <Words>12395</Words>
  <Application>Microsoft Office PowerPoint</Application>
  <PresentationFormat>A4 Paper (210x297 mm)</PresentationFormat>
  <Paragraphs>2257</Paragraphs>
  <Slides>59</Slides>
  <Notes>46</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59</vt:i4>
      </vt:variant>
    </vt:vector>
  </HeadingPairs>
  <TitlesOfParts>
    <vt:vector size="72" baseType="lpstr">
      <vt:lpstr>HG丸ｺﾞｼｯｸM-PRO</vt:lpstr>
      <vt:lpstr>Meiryo UI</vt:lpstr>
      <vt:lpstr>ＭＳ Ｐゴシック</vt:lpstr>
      <vt:lpstr>MS UI Gothic</vt:lpstr>
      <vt:lpstr>ＭＳ ゴシック</vt:lpstr>
      <vt:lpstr>ヒラギノ明朝 Pro W6</vt:lpstr>
      <vt:lpstr>ADLaM Display</vt:lpstr>
      <vt:lpstr>Arial</vt:lpstr>
      <vt:lpstr>Segoe Script</vt:lpstr>
      <vt:lpstr>Times New Roman</vt:lpstr>
      <vt:lpstr>Wingdings</vt:lpstr>
      <vt:lpstr>標準デザイン</vt:lpstr>
      <vt:lpstr>デザインの設定</vt:lpstr>
      <vt:lpstr>Java Programming  </vt:lpstr>
      <vt:lpstr>Câu hỏi 1</vt:lpstr>
      <vt:lpstr>Câu hỏi 2</vt:lpstr>
      <vt:lpstr>Câu hỏi 3</vt:lpstr>
      <vt:lpstr>Câu hỏi 4</vt:lpstr>
      <vt:lpstr>Câu hỏi 5</vt:lpstr>
      <vt:lpstr>Câu hỏi 6</vt:lpstr>
      <vt:lpstr>Câu hỏi 7</vt:lpstr>
      <vt:lpstr>Câu hỏi 8</vt:lpstr>
      <vt:lpstr>Câu hỏi 9</vt:lpstr>
      <vt:lpstr>Câu hỏi 10</vt:lpstr>
      <vt:lpstr>Câu hỏi 11</vt:lpstr>
      <vt:lpstr>Câu hỏi 12</vt:lpstr>
      <vt:lpstr>PowerPoint Presentation</vt:lpstr>
      <vt:lpstr>Convert kiểu là gì</vt:lpstr>
      <vt:lpstr>Convert kiểu không tường minh（1）</vt:lpstr>
      <vt:lpstr>Convert kiểu không tường minh（2）</vt:lpstr>
      <vt:lpstr>Convert kiểu tường minh（Cast）（1）</vt:lpstr>
      <vt:lpstr>Convert kiểu tường minh（Cast）（2）</vt:lpstr>
      <vt:lpstr>Convert từ chuỗi ký tự thành giá trị số（1）</vt:lpstr>
      <vt:lpstr>Convert từ chuỗi ký tự thành giá trị số（2）</vt:lpstr>
      <vt:lpstr>Convert từ giá trị số thành chuỗi ký tư（1）</vt:lpstr>
      <vt:lpstr>Convert từ giá trị số thành chuỗi ký tự（2）</vt:lpstr>
      <vt:lpstr>PowerPoint Presentation</vt:lpstr>
      <vt:lpstr>Câu lệnh control là gì</vt:lpstr>
      <vt:lpstr>Biểu thức điều kiện</vt:lpstr>
      <vt:lpstr>Toán tử quan hệ và biểu thức điều kiện.</vt:lpstr>
      <vt:lpstr>Toán tử logic và biểu thức điều kiện</vt:lpstr>
      <vt:lpstr>Câu lệnh control và phạm vi valid của biến số</vt:lpstr>
      <vt:lpstr>PowerPoint Presentation</vt:lpstr>
      <vt:lpstr>Kiểm soát phân nhánh điều kiện là gì</vt:lpstr>
      <vt:lpstr>Câu lệnh if</vt:lpstr>
      <vt:lpstr>Câu lệnh if-else</vt:lpstr>
      <vt:lpstr>Câu lệnh if-else if-else（1）</vt:lpstr>
      <vt:lpstr>Câu lệnh if-else if-else（2）</vt:lpstr>
      <vt:lpstr>Nesting của câu lệnh if (Lồng)（1）</vt:lpstr>
      <vt:lpstr>Nest của câu lệnh if (lồng)（2）</vt:lpstr>
      <vt:lpstr>Câu lệnh switch</vt:lpstr>
      <vt:lpstr>Câu lệnh switch có chứa câu lệnh break</vt:lpstr>
      <vt:lpstr>Câu lệnh switch không chứa câu lệnh break（1）</vt:lpstr>
      <vt:lpstr>Câu lệnh switch  không chứa câu lệnh break （2）</vt:lpstr>
      <vt:lpstr>Điều kiện OR và câu lệnh switch （1）</vt:lpstr>
      <vt:lpstr>Điều kiện OR và câu switch （2）</vt:lpstr>
      <vt:lpstr>PowerPoint Presentation</vt:lpstr>
      <vt:lpstr>Outline</vt:lpstr>
      <vt:lpstr>Control lặp là gì</vt:lpstr>
      <vt:lpstr>Câu lệnh while</vt:lpstr>
      <vt:lpstr>Câu lệnh while</vt:lpstr>
      <vt:lpstr>Câu lệnh do-while</vt:lpstr>
      <vt:lpstr>Bảng kết quả</vt:lpstr>
      <vt:lpstr>Câu lệnh for（1）</vt:lpstr>
      <vt:lpstr>Bảng kết quả</vt:lpstr>
      <vt:lpstr>Câu lệnh for（2）</vt:lpstr>
      <vt:lpstr>Control lặp và nest</vt:lpstr>
      <vt:lpstr>Control lặp và câu lệnh break</vt:lpstr>
      <vt:lpstr>Control lặp và câu lệnh continue</vt:lpstr>
      <vt:lpstr>Câu hỏi:</vt:lpstr>
      <vt:lpstr>Câu hỏi: </vt:lpstr>
      <vt:lpstr>Câu hỏi: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Cơ bản về AI và Data</dc:title>
  <dc:creator>Dang Minh Duc</dc:creator>
  <cp:lastModifiedBy>Mai Ngoc Khuong</cp:lastModifiedBy>
  <cp:revision>580</cp:revision>
  <cp:lastPrinted>2018-04-10T08:59:30Z</cp:lastPrinted>
  <dcterms:created xsi:type="dcterms:W3CDTF">2025-05-21T02:38:07Z</dcterms:created>
  <dcterms:modified xsi:type="dcterms:W3CDTF">2026-08-06T06:22:08Z</dcterms:modified>
</cp:coreProperties>
</file>